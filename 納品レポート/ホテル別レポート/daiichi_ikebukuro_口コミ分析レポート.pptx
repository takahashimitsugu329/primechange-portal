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69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距離池袋東口極近，梗3分鐘步程，房間大，單人房可完全開放行李箱還有空位，check out 也有存放行李服務，下次...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チェックアウト時には荷物預かりサービスも利用できます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立地が非常に良いホテルで、ショッピングやレストランにも近く、スタッフもとても親切です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さらに、ホテルが用意してくれたセルフサービスのバスアメニティは非常に質が高く、使用後は肌が滑らかで乾燥せず、嬉しい...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距離池袋東口極近，梗3分鐘步程，房間大，單人房可完全開放行李箱還有空位，check out 也有存放行李服務，下次...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「立地も最高だし、ルームサービスも素晴らしい」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チェックアウト時には荷物預かりサービスも利用できます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「部屋は清潔で、サービスも素晴らしかったです」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立地が非常に良いホテルで、ショッピングやレストランにも近く、スタッフもとても親切です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「Is a very good location hotel, so close to shopping and d...」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部屋は清潔で、サービスも素晴らしかったです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「部屋はそれほど新しくはありませんが、清潔です」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清掃員のゴミ箱の周りのゴミさえ片付けていなかった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2026-04-16T23:31:41Z</dcterms:created>
  <dcterms:modified xsi:type="dcterms:W3CDTF">2026-04-16T23:31:41Z</dcterms:modified>
</cp:coreProperties>
</file>