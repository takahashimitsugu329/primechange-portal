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9.48</c:v>
                </c:pt>
                <c:pt idx="1">
                  <c:v>9.23</c:v>
                </c:pt>
                <c:pt idx="2">
                  <c:v>8.65</c:v>
                </c:pt>
                <c:pt idx="3">
                  <c:v>8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91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17</c:v>
                </c:pt>
                <c:pt idx="2">
                  <c:v>16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ที่พักเดินทางสะดวกใกล้สถานีรถไฟ jr และ subway  แถวโรงแรมม...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ホテルの周辺には多くのレストランがあり、ファミリーマートやセブンイレブンもすぐ近くにあります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地點好 服務好 有吸煙室 便利商店就在樓下 立地も良く、サービスも良く、喫煙室もあり、階下にはコンビニもあります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ที่พักโอเค ทำเลดี แอร์ไม่ใช่แบบรวม เริ่ดเลยล่ะ แต่เตียงแอ...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部屋は古いですが、とても清潔です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夜はそんなに騒々しいとは思いませんでしたが、電車の音が小さく聞こえることは残念でした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91件（90.1%）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8件（7.9%）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ที่พักเดินทางสะดวกใกล้สถานีรถไฟ jr และ subway  แถวโรงแรมม...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「居心地が良く清潔で、池袋という便利な場所にあり、地下鉄で東京ハリー・ポッターエリアへも簡単にアクセスできました」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ホテルの周辺には多くのレストランがあり、ファミリーマートやセブンイレブンもすぐ近くにあります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「階下には一蘭のラーメン店とコンビニもありました」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地點好 服務好 有吸煙室 便利商店就在樓下 立地も良く、サービスも良く、喫煙室もあり、階下にはコンビニもあります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「1泊と3泊を別々に予約しましたが、スタッフの方が部屋を変えることなく対応してくれました」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居心地が良く清潔で、池袋という便利な場所にあり、地下鉄で東京ハリー・ポッターエリアへも簡単にアクセスできました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「部屋は広々としていて、バスルームも広くて清潔、ベッドは柔らかくてとても快適に眠れました」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房間挺大的，有四張床，每張床還挺大，房間温馨且衞生，地處池袋去東京哈利波特園區可地鐵直達也很方便，樓下就是一蘭拉麪...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「房間三张床也宽阔 部屋は広々としており、ベッドが3台あります」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この小さな町は駅にとても近く、コストパフォーマンスに優れています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「小地方離車站很近 算CP值高 有吸菸室 附近很多吃的下面就有全家 この小さな町は駅からとても近いので、料金も手頃です」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ที่พักโอเค ทำเลดี แอร์ไม่ใช่แบบรวม เริ่ดเลยล่ะ แต่เตียงแอ...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前台服務好 房間大 浴室大 衞生整潔 床柔軟 睡得相當舒服 景觀好 位置好 距地鐵站步行3分鐘 附近有大商場 超市...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部屋が少し狭いことを除けば、それ以外はすべて問題ありませんでした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部屋はそれほど狭くなく、窓があり、エアコンの温度調節も可能です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2026-03-18T01:37:43Z</dcterms:created>
  <dcterms:modified xsi:type="dcterms:W3CDTF">2026-03-18T01:37:43Z</dcterms:modified>
</cp:coreProperties>
</file>