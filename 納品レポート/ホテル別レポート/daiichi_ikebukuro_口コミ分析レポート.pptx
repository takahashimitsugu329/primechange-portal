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9.21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82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119件（91.5%）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91.5% → 目標 96.5%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2.3% → 目標 0.3%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第一イン池袋は全体平均9.18点（10pt換算）、高評価率91.5%を達成しています。本レポートで示した改善施策を段階的に実施することで、さらなる顧客満足度向上が期待できます。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