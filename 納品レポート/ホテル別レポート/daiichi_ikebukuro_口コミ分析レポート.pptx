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9.67</c:v>
                </c:pt>
                <c:pt idx="2">
                  <c:v>9.21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77</c:v>
                </c:pt>
                <c:pt idx="1">
                  <c:v>6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12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レビュー総数：85件（5サイト）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nice Location とても良い場所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受付スタッフは親切で丁寧な対応をしてくれ、チェックインもスムーズでした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階下にはファミリーマートの一蘭ラーメンがあり、徒歩約5分です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77件（90.6%）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6件（7.1%）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nice Location とても良い場所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「共用エリアには製氷機、電子レンジ、ウォーターサーバーがあり、セルフサービスで飲み物を補充できるのでとても便利です」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受付スタッフは親切で丁寧な対応をしてくれ、チェックインもスムーズでした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「24時間対応のフロントスタッフは流暢な英語を話し、親切です」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階下にはファミリーマートの一蘭ラーメンがあり、徒歩約5分です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「周辺は活気があり、コンビニエンスストアも1階にあるなど、生活に必要な施設も充実しています」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ベッドも快適で、ぐっすり眠ることができました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「部屋は小さいですが、清潔で快適です」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池袋駅くら近く料金も比較的リーズナブルで大変満足しました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「全体的に見て、このホテルはコストパフォーマンスに優れています」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設備は少し古いですが、それでもまたここに泊まりたいと思います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また、外では酔っ払った人が大声で叫んだり、大きな音を立てたりしていました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中の水はひどく汚れていましたが、排水されておらず、どれくらい放置されていたのかと思うとゾッとしました…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24小時前台，英文OK、態度親切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2026-04-08T00:30:50Z</dcterms:created>
  <dcterms:modified xsi:type="dcterms:W3CDTF">2026-04-08T00:30:50Z</dcterms:modified>
</cp:coreProperties>
</file>