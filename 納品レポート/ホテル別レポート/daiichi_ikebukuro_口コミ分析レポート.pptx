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9.1</c:v>
                </c:pt>
                <c:pt idx="2">
                  <c:v>8.7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101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65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在池袋東出口非常的方便 隔壁就是一蘭拉麵 如果第一次來行李有點多不太建議 因為離出口站沒有電梯可以搭乘房間如果一個...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ทำเลดีมาก ใกล้ทุกอย่าง ใกล้รถไฟฟ้า แอร์พอตบัส ใกล้ร้านอาห...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ロビーのスタッフはとても丁寧で、荷物預かりサービスもあるので大変便利です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It’s my third time staying in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部屋は一人なら十分な広さですが、二人だと少し狭いかもしれません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窓からの音がうるさかった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101件（90.2%）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8件（7.1%）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在池袋東出口非常的方便 隔壁就是一蘭拉麵 如果第一次來行李有點多不太建議 因為離出口站沒有電梯可以搭乘房間如果一個...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「場所も便利な所にある」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ทำเลดีมาก ใกล้ทุกอย่าง ใกล้รถไฟฟ้า แอร์พอตบัส ใกล้ร้านอาห...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「ホテルの周辺には多くのレストランがあり、ファミリーマートやセブンイレブンもすぐ近くにあります」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ロビーのスタッフはとても丁寧で、荷物預かりサービスもあるので大変便利です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清潔で部屋が広く使いやすかった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「ホテルは清潔で、枕も快適です」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ホテルは清潔で、枕も快適です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「シャワーキャップ以外のアメニティはすべて揃っています」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料金も手頃で、公共交通機関へのアクセスも良好です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「この小さな町は駅にとても近く、コストパフォーマンスに優れています」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It’s my third time staying in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部屋は一人なら十分な広さですが、二人だと少し狭いかもしれません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窓からの音がうるさかった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ทำเลดีมาก ใกล้ทุกอย่าง ใกล้รถไฟฟ้า แอร์พอตบัส ใกล้ร้านอาห...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窓からの音がうるさかった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2026-03-19T23:27:40Z</dcterms:created>
  <dcterms:modified xsi:type="dcterms:W3CDTF">2026-03-19T23:27:40Z</dcterms:modified>
</cp:coreProperties>
</file>