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9.52</c:v>
                </c:pt>
                <c:pt idx="1">
                  <c:v>9.1</c:v>
                </c:pt>
                <c:pt idx="2">
                  <c:v>8.7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103</c:v>
                </c:pt>
                <c:pt idx="1">
                  <c:v>8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67</c:v>
                </c:pt>
                <c:pt idx="1">
                  <c:v>19</c:v>
                </c:pt>
                <c:pt idx="2">
                  <c:v>17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レビュー総数：114件（6サイト）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JR池袋駅からも近く、便利な立地です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ทำเลดีมาก ใกล้ทุกอย่าง ใกล้รถไฟฟ้า แอร์พอตบัส ใกล้ร้านอาห...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客室は他のホテルよりもずっと広く、サービスも素晴らしく、何よりも地下鉄の駅に近く、近隣のショッピングにも便利です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เตียงขนาดกำลังดี มีแอร์แยก หน้าต่างเปิดได้ เดินทางสะดวกอย...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部屋は一人なら十分な広さですが、二人だと少し狭いかもしれません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窓からの音がうるさかった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103件（90.4%）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8件（7.0%）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JR池袋駅からも近く、便利な立地です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「客室は他のホテルよりもずっと広く、サービスも素晴らしく、何よりも地下鉄の駅に近く、近隣のショッピングにも便利です」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ทำเลดีมาก ใกล้ทุกอย่าง ใกล้รถไฟฟ้า แอร์พอตบัส ใกล้ร้านอาห...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「ホテルの周辺には多くのレストランがあり、ファミリーマートやセブンイレブンもすぐ近くにあります」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客室は他のホテルよりもずっと広く、サービスも素晴らしく、何よりも地下鉄の駅に近く、近隣のショッピングにも便利です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「ロビーのスタッフはとても丁寧で、荷物預かりサービスもあるので大変便利です」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清潔で部屋が広く使いやすかった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「ホテルは清潔で、枕も快適です」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เตียงขนาดกำลังดี มีแอร์แยก หน้าต่างเปิดได้ เดินทางสะดวกอย...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「ホテルは清潔で、枕も快適です」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料金も手頃で、公共交通機関へのアクセスも良好です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「この小さな町は駅にとても近く、コストパフォーマンスに優れています」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部屋は一人なら十分な広さですが、二人だと少し狭いかもしれません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窓からの音がうるさかった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ทำเลดีมาก ใกล้ทุกอย่าง ใกล้รถไฟฟ้า แอร์พอตบัส ใกล้ร้านอาห...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部屋は古いですが、とても清潔です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約15件/期間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2026-03-21T00:16:54Z</dcterms:created>
  <dcterms:modified xsi:type="dcterms:W3CDTF">2026-03-21T00:16:54Z</dcterms:modified>
</cp:coreProperties>
</file>