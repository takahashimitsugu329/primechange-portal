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9.59</c:v>
                </c:pt>
                <c:pt idx="1">
                  <c:v>9.35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4.67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89</c:v>
                </c:pt>
                <c:pt idx="1">
                  <c:v>19</c:v>
                </c:pt>
                <c:pt idx="2">
                  <c:v>15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123件（91.8%）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9.25点 → 目標 9.75点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91.8% → 目標 96.8%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第一イン池袋は全体平均9.25点（10pt換算）、高評価率91.8%を達成しています。本レポートで示した改善施策を段階的に実施することで、さらなる顧客満足度向上が期待できます。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