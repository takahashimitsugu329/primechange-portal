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9.21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</c:v>
                </c:pt>
                <c:pt idx="1">
                  <c:v>12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レビュー総数：79件（5サイト）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立地は非常に便利で、電車や地下鉄の駅にも近いです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セルフチェックインはスムーズで、スタッフはとても丁寧です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周辺は活気があり、コンビニエンスストアも1階にあるなど、生活に必要な施設も充実しています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部屋は小さいですが、清潔で快適です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74件（93.7%）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3件（3.8%）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立地は非常に便利で、電車や地下鉄の駅にも近いです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「立地は非常に便利で、サービスも良く、セルフサービスの荷物預かり所は融通が利く」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セルフチェックインはスムーズで、スタッフはとても丁寧です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「立地は非常に便利で、サービスも良く、セルフサービスの荷物預かり所は融通が利く」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周辺は活気があり、コンビニエンスストアも1階にあるなど、生活に必要な施設も充実しています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「立地が非常に良いホテルで、ショッピングやレストランにも近く、スタッフもとても親切です」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ease of check in, comfort, clean Nothing 何もない」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「設備は少し古いが、それでもまたここに泊まりたい」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部屋は小さいですが、清潔で快適です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設備は少し古いが、それでもまたここに泊まりたい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位置極其便利，服務態度好，自助存放行李彈性大，設施稍舊但仍會再入住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2026-04-05T00:17:45Z</dcterms:created>
  <dcterms:modified xsi:type="dcterms:W3CDTF">2026-04-05T00:17:45Z</dcterms:modified>
</cp:coreProperties>
</file>