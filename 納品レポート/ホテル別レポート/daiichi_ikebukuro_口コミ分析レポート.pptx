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9.47点 → 目標 9.97点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93.2% → 目標 98.2%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第一イン池袋は全体平均9.47点（10pt換算）、高評価率93.2%を達成しています。本レポートで示した改善施策を段階的に実施することで、さらなる顧客満足度向上が期待できます。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2026-04-07T23:27:22Z</dcterms:created>
  <dcterms:modified xsi:type="dcterms:W3CDTF">2026-04-07T23:27:22Z</dcterms:modified>
</cp:coreProperties>
</file>