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楽天トラベル</c:v>
                  </c:pt>
                  <c:pt idx="1">
                    <c:v>Trip.com</c:v>
                  </c:pt>
                  <c:pt idx="2">
                    <c:v>Google</c:v>
                  </c:pt>
                  <c:pt idx="3">
                    <c:v>Booking.com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9.72</c:v>
                </c:pt>
                <c:pt idx="2">
                  <c:v>9.38</c:v>
                </c:pt>
                <c:pt idx="3">
                  <c:v>9.15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69</c:v>
                </c:pt>
                <c:pt idx="1">
                  <c:v>3</c:v>
                </c:pt>
                <c:pt idx="2">
                  <c:v>2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11</c:v>
                </c:pt>
                <c:pt idx="2">
                  <c:v>3</c:v>
                </c:pt>
                <c:pt idx="3">
                  <c:v>2</c:v>
                </c:pt>
                <c:pt idx="4">
                  <c:v>1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レビュー総数：74件（5サイト）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作成日：2026年4月13日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距離池袋東口極近，梗3分鐘步程，房間大，單人房可完全開放行李箱還有空位，check out 也有存放行李服務，下次...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チェックアウト時には荷物預かりサービスも利用できます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立地が非常に良いホテルで、ショッピングやレストランにも近く、スタッフもとても親切です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部屋は狭いですが、許容範囲です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Is a very good location hotel, so close to shopping and d...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さらに、ホテルが用意してくれたセルフサービスのバスアメニティは非常に質が高く、使用後は肌が滑らかで乾燥せず、嬉しい...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Agoda(4.0)が相対的に低い。口コミ返信の強化が急務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69件（93.2%）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3件（4.1%）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距離池袋東口極近，梗3分鐘步程，房間大，單人房可完全開放行李箱還有空位，check out 也有存放行李服務，下次...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「立地も最高だし、ルームサービスも素晴らしい」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チェックアウト時には荷物預かりサービスも利用できます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「部屋は清潔で、サービスも素晴らしかったです」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立地が非常に良いホテルで、ショッピングやレストランにも近く、スタッフもとても親切です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「Is a very good location hotel, so close to shopping and d...」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部屋は清潔で、サービスも素晴らしかったです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「部屋はそれほど新しくはありませんが、清潔です」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客室は清潔で快適でした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「部屋は清潔で快適で、設備は少し古いですが、全体的な体験を損なうことはありません」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全体的に見て、このホテルはコストパフォーマンスに優れています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「料金も手頃で、公共交通機関へのアクセスも良好です」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部屋は狭いですが、許容範囲です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 a very good location hotel, so close to shopping and d...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さらに、ホテルが用意してくれたセルフサービスのバスアメニティは非常に質が高く、使用後は肌が滑らかで乾燥せず、嬉しい...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建物は古いですが、清潔です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地下鉄の駅は階下にありますが、防音対策がしっかりしているので、全く邪魔されることなく快適に過ごせました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เตียงขนาดกำลังดี มีแอร์แยก หน้าต่างเปิดได้ เดินทางสะดวกอย...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低層階は（近くにレストランがたくさんあるため）調理の匂いがするかもしれません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清掃員のゴミ箱の周りのゴミさえ片付けていなかった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9.47点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約10件/期間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2026-04-13T23:44:44Z</dcterms:created>
  <dcterms:modified xsi:type="dcterms:W3CDTF">2026-04-13T23:44:44Z</dcterms:modified>
</cp:coreProperties>
</file>