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分析対象期間：2026-02-01 〜 2026-03-26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29384"/>
            <a:ext cx="1188720" cy="21854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093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098548"/>
            <a:ext cx="1188720" cy="20162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7785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002536"/>
            <a:ext cx="1188720" cy="21122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6824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171700"/>
            <a:ext cx="1188720" cy="19431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8516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857500"/>
            <a:ext cx="1188720" cy="12573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25374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286000"/>
            <a:ext cx="1188720" cy="1828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全体平均評価：9.18点 / 高評価率：91.6% / 低評価率：2.3%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2026-03-28T22:02:38Z</dcterms:created>
  <dcterms:modified xsi:type="dcterms:W3CDTF">2026-03-28T22:02:38Z</dcterms:modified>
</cp:coreProperties>
</file>