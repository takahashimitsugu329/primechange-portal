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9.56</c:v>
                </c:pt>
                <c:pt idx="1">
                  <c:v>9.1</c:v>
                </c:pt>
                <c:pt idx="2">
                  <c:v>8.76</c:v>
                </c:pt>
                <c:pt idx="3">
                  <c:v>8.5</c:v>
                </c:pt>
                <c:pt idx="4">
                  <c:v>8</c:v>
                </c:pt>
                <c:pt idx="5">
                  <c:v>5.5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109</c:v>
                </c:pt>
                <c:pt idx="1">
                  <c:v>8</c:v>
                </c:pt>
                <c:pt idx="2">
                  <c:v>3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73</c:v>
                </c:pt>
                <c:pt idx="1">
                  <c:v>19</c:v>
                </c:pt>
                <c:pt idx="2">
                  <c:v>17</c:v>
                </c:pt>
                <c:pt idx="3">
                  <c:v>3</c:v>
                </c:pt>
                <c:pt idx="4">
                  <c:v>2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レビュー総数：120件（6サイト）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作成日：2026年3月23日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池袋駅に近いです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周辺にはレストランや軽食店も数多くあり、様々な選択肢があります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客室は他のホテルよりもずっと広く、サービスも素晴らしく、何よりも地下鉄の駅に近く、近隣のショッピングにも便利です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place to stay while in japan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部屋は一人なら十分な広さですが、二人だと少し狭いかもしれません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窓からの音がうるさかった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Trip.com(9.56)が最高スコア。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Agoda(5.5)が相対的に低い。口コミ返信の強化が急務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109件（90.8%）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8件（6.7%）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池袋駅に近いです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「立地も非常に便利で、駅から徒歩わずか数分なので、交通の便も抜群です」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周辺にはレストランや軽食店も数多くあり、様々な選択肢があります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「ใกล้รถไฟ ร้านอาหารเยอะ สะดวกมากๆ 駅に近く、レストランもたくさんあって、とても便利です」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客室は他のホテルよりもずっと広く、サービスも素晴らしく、何よりも地下鉄の駅に近く、近隣のショッピングにも便利です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「ロビーのスタッフはとても丁寧で、荷物預かりサービスもあるので大変便利です」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部屋はとても清潔で、広々として快適で、ベッドは柔らかくて心地よかったです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「清潔で部屋が広く使いやすかった」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部屋はとても清潔で、広々として快適で、ベッドは柔らかくて心地よかったです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「เตียงขนาดกำลังดี มีแอร์แยก หน้าต่างเปิดได้ เดินทางสะดวกอย...」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料金も手頃で、公共交通機関へのアクセスも良好です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「この小さな町は駅にとても近く、コストパフォーマンスに優れています」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place to stay while in japan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部屋は一人なら十分な広さですが、二人だと少し狭いかもしれません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窓からの音がうるさかった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ทำเลดีมาก ใกล้ทุกอย่าง ใกล้รถไฟฟ้า แอร์พอตบัส ใกล้ร้านอาห...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部屋は古いですが、とても清潔です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เตียงขนาดกำลังดี มีแอร์แยก หน้าต่างเปิดได้ เดินทางสะดวกอย...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夜はそんなに騒々しいとは思いませんでしたが、電車の音が小さく聞こえることは残念でした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朝食メニューが前回より少なく物足りませんでした。また、メニューの器一つ一つが小さく、すぐに無くなってしまう感じでし...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約17件/期間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2026-03-23T00:05:49Z</dcterms:created>
  <dcterms:modified xsi:type="dcterms:W3CDTF">2026-03-23T00:05:49Z</dcterms:modified>
</cp:coreProperties>
</file>