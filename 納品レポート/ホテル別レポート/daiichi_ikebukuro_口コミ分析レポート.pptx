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3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4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3.xlsx"/></Relationships>
</file>

<file path=ppt/charts/_rels/chart1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4.xlsx"/></Relationships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楽天トラベル</c:v>
                  </c:pt>
                  <c:pt idx="1">
                    <c:v>Trip.com</c:v>
                  </c:pt>
                  <c:pt idx="2">
                    <c:v>Google</c:v>
                  </c:pt>
                  <c:pt idx="3">
                    <c:v>Booking.com</c:v>
                  </c:pt>
                  <c:pt idx="4">
                    <c:v>Agoda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10</c:v>
                </c:pt>
                <c:pt idx="1">
                  <c:v>9.72</c:v>
                </c:pt>
                <c:pt idx="2">
                  <c:v>9.38</c:v>
                </c:pt>
                <c:pt idx="3">
                  <c:v>9.15</c:v>
                </c:pt>
                <c:pt idx="4">
                  <c:v>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  <c:min val="0"/>
        </c:scaling>
        <c:delete val="0"/>
        <c:axPos val="b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6点</c:v>
                  </c:pt>
                  <c:pt idx="5">
                    <c:v>4点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55</c:v>
                </c:pt>
                <c:pt idx="1">
                  <c:v>11</c:v>
                </c:pt>
                <c:pt idx="2">
                  <c:v>3</c:v>
                </c:pt>
                <c:pt idx="3">
                  <c:v>2</c:v>
                </c:pt>
                <c:pt idx="4">
                  <c:v>1</c:v>
                </c:pt>
                <c:pt idx="5">
                  <c:v>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371600"/>
            <a:ext cx="7315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口コミ分析改善レポート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731520" y="26060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27432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第一イン池袋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33832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分析対象期間：2024年1月〜2026年3月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レビュー総数：74件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作成日：2026年3月29日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第一イン池袋 | 2024年1月〜2026年3月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274320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9" name="Shape 7"/>
          <p:cNvSpPr/>
          <p:nvPr/>
        </p:nvSpPr>
        <p:spPr>
          <a:xfrm>
            <a:off x="274320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0" name="Text 8"/>
          <p:cNvSpPr/>
          <p:nvPr/>
        </p:nvSpPr>
        <p:spPr>
          <a:xfrm>
            <a:off x="274320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274320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9.47</a:t>
            </a:r>
            <a:endParaRPr lang="en-US" sz="2800" dirty="0"/>
          </a:p>
        </p:txBody>
      </p:sp>
      <p:sp>
        <p:nvSpPr>
          <p:cNvPr id="12" name="Shape 10"/>
          <p:cNvSpPr/>
          <p:nvPr/>
        </p:nvSpPr>
        <p:spPr>
          <a:xfrm>
            <a:off x="2450592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3" name="Shape 11"/>
          <p:cNvSpPr/>
          <p:nvPr/>
        </p:nvSpPr>
        <p:spPr>
          <a:xfrm>
            <a:off x="2450592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Text 12"/>
          <p:cNvSpPr/>
          <p:nvPr/>
        </p:nvSpPr>
        <p:spPr>
          <a:xfrm>
            <a:off x="2450592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2450592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93.2%</a:t>
            </a:r>
            <a:endParaRPr lang="en-US" sz="2800" dirty="0"/>
          </a:p>
        </p:txBody>
      </p:sp>
      <p:sp>
        <p:nvSpPr>
          <p:cNvPr id="16" name="Shape 14"/>
          <p:cNvSpPr/>
          <p:nvPr/>
        </p:nvSpPr>
        <p:spPr>
          <a:xfrm>
            <a:off x="4626864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7" name="Shape 15"/>
          <p:cNvSpPr/>
          <p:nvPr/>
        </p:nvSpPr>
        <p:spPr>
          <a:xfrm>
            <a:off x="4626864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8" name="Text 16"/>
          <p:cNvSpPr/>
          <p:nvPr/>
        </p:nvSpPr>
        <p:spPr>
          <a:xfrm>
            <a:off x="4626864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626864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2.7%</a:t>
            </a:r>
            <a:endParaRPr lang="en-US" sz="2800" dirty="0"/>
          </a:p>
        </p:txBody>
      </p:sp>
      <p:sp>
        <p:nvSpPr>
          <p:cNvPr id="20" name="Shape 18"/>
          <p:cNvSpPr/>
          <p:nvPr/>
        </p:nvSpPr>
        <p:spPr>
          <a:xfrm>
            <a:off x="6803136" y="914400"/>
            <a:ext cx="2011680" cy="1280160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21" name="Shape 19"/>
          <p:cNvSpPr/>
          <p:nvPr/>
        </p:nvSpPr>
        <p:spPr>
          <a:xfrm>
            <a:off x="6803136" y="914400"/>
            <a:ext cx="2011680" cy="54864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6803136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803136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74件</a:t>
            </a:r>
            <a:endParaRPr lang="en-US" sz="2800" dirty="0"/>
          </a:p>
        </p:txBody>
      </p:sp>
      <p:sp>
        <p:nvSpPr>
          <p:cNvPr id="24" name="Text 22"/>
          <p:cNvSpPr/>
          <p:nvPr/>
        </p:nvSpPr>
        <p:spPr>
          <a:xfrm>
            <a:off x="274320" y="2377440"/>
            <a:ext cx="8595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高評価・中評価レビューの継続管理により、さらなる評価向上を目指します。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10pt換算平均スコア比較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30352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760720" y="822960"/>
          <a:ext cx="310896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457200"/>
                <a:gridCol w="731520"/>
                <a:gridCol w="548640"/>
                <a:gridCol w="640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判定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5.00/5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優秀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9.72/10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9.72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優秀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4.69/5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9.38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優秀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9.15/10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9.15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優秀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Agoda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4.00/10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要改善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10pt換算スコア別件数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02920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5486400" y="914400"/>
            <a:ext cx="3291840" cy="8229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0" name="Text 7"/>
          <p:cNvSpPr/>
          <p:nvPr/>
        </p:nvSpPr>
        <p:spPr>
          <a:xfrm>
            <a:off x="5577840" y="96012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高評価（8-10点）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5577840" y="126187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69件（93.2%）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5486400" y="1920240"/>
            <a:ext cx="3291840" cy="82296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3" name="Text 10"/>
          <p:cNvSpPr/>
          <p:nvPr/>
        </p:nvSpPr>
        <p:spPr>
          <a:xfrm>
            <a:off x="5577840" y="196596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中評価（5-7点）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5577840" y="226771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3件（4.1%）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5486400" y="2926080"/>
            <a:ext cx="3291840" cy="82296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16" name="Text 13"/>
          <p:cNvSpPr/>
          <p:nvPr/>
        </p:nvSpPr>
        <p:spPr>
          <a:xfrm>
            <a:off x="5577840" y="297180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低評価（1-4点）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5577840" y="327355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2件（2.7%）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第一イン池袋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高評価レビュー（8-10点: 69件）の分析から、主要な強みテーマを抽出しています。立地・アクセス、客室清潔感、スタッフ対応が高評価の中心的テーマです。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第一イン池袋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低評価・中評価レビュー（5件）から改善課題を優先度別に整理しています。S/A/B/Cの4段階で優先度を設定し、計画的な改善を推進します。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第一イン池袋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即時対応が必要な課題への対応計画です。口コミで頻出する不満事項を30日以内に解消することを目標とします。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第一イン池袋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2（1-3ヶ月）では設備・サービス品質の継続改善を、Phase 3（3-6ヶ月）ではブランド戦略・OTA評価の底上げを実施します。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第一イン池袋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 9.47点 → 目標 9.97点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 93.2% → 目標 98.2%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 2.7% → 目標 0.7%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総括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第一イン池袋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第一イン池袋は全体平均9.47点（10pt換算）、高評価率93.2%を達成しています。本レポートで示した改善施策を段階的に実施することで、さらなる顧客満足度向上が期待できます。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第一イン池袋 口コミ分析レポート</dc:title>
  <dc:subject>PptxGenJS Presentation</dc:subject>
  <dc:creator>PptxGenJS</dc:creator>
  <cp:lastModifiedBy>PptxGenJS</cp:lastModifiedBy>
  <cp:revision>1</cp:revision>
  <dcterms:created xsi:type="dcterms:W3CDTF">2026-04-04T23:30:15Z</dcterms:created>
  <dcterms:modified xsi:type="dcterms:W3CDTF">2026-04-04T23:30:15Z</dcterms:modified>
</cp:coreProperties>
</file>