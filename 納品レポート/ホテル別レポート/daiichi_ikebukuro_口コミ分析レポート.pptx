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じゃらん</c:v>
                  </c:pt>
                  <c:pt idx="4">
                    <c:v>楽天トラベル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9.49</c:v>
                </c:pt>
                <c:pt idx="1">
                  <c:v>9.26</c:v>
                </c:pt>
                <c:pt idx="2">
                  <c:v>8.68</c:v>
                </c:pt>
                <c:pt idx="3">
                  <c:v>8</c:v>
                </c:pt>
                <c:pt idx="4">
                  <c:v>8</c:v>
                </c:pt>
                <c:pt idx="5">
                  <c:v>5.5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97</c:v>
                </c:pt>
                <c:pt idx="1">
                  <c:v>8</c:v>
                </c:pt>
                <c:pt idx="2">
                  <c:v>2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62</c:v>
                </c:pt>
                <c:pt idx="1">
                  <c:v>18</c:v>
                </c:pt>
                <c:pt idx="2">
                  <c:v>17</c:v>
                </c:pt>
                <c:pt idx="3">
                  <c:v>3</c:v>
                </c:pt>
                <c:pt idx="4">
                  <c:v>2</c:v>
                </c:pt>
                <c:pt idx="5">
                  <c:v>3</c:v>
                </c:pt>
                <c:pt idx="6">
                  <c:v>1</c:v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レビュー総数：107件（6サイト）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作成日：2026年3月19日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9.08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在池袋東出口非常的方便 隔壁就是一蘭拉麵 如果第一次來行李有點多不太建議 因為離出口站沒有電梯可以搭乘房間如果一個...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ทำเลดีมาก ใกล้ทุกอย่าง ใกล้รถไฟฟ้า แอร์พอตบัส ใกล้ร้านอาห...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ロビーのスタッフはとても丁寧で、荷物預かりサービスもあるので大変便利です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proximité du metro, konbini au pied de l'hotel, proximité...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部屋は一人なら十分な広さですが、二人だと少し狭いかもしれません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ทำเลดีมาก ใกล้ทุกอย่าง ใกล้รถไฟฟ้า แอร์พอตบัส ใกล้ร้านอาห...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9.08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Trip.com(9.49)が最高スコア。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Agoda(5.5)が相対的に低い。口コミ返信の強化が急務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97件（90.7%）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8件（7.5%）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2件（1.9%）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在池袋東出口非常的方便 隔壁就是一蘭拉麵 如果第一次來行李有點多不太建議 因為離出口站沒有電梯可以搭乘房間如果一個...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「proximité du metro, konbini au pied de l'hotel, proximité...」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ทำเลดีมาก ใกล้ทุกอย่าง ใกล้รถไฟฟ้า แอร์พอตบัส ใกล้ร้านอาห...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「ホテルの周辺には多くのレストランがあり、ファミリーマートやセブンイレブンもすぐ近くにあります」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ロビーのスタッフはとても丁寧で、荷物預かりサービスもあるので大変便利です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「スタッフは親切で協力的です」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周辺の観光スポットにとても近く、警備員の方々も非常に規律正しく、常に清掃や備品の補充を欠かしません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「居心地が良く清潔で、池袋という便利な場所にあり、地下鉄で東京ハリー・ポッターエリアへも簡単にアクセスできました」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シャワーキャップ以外のアメニティはすべて揃っています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「房間挺大的，有四張床，每張床還挺大，房間温馨且衞生，地處池袋去東京哈利波特園區可地鐵直達也很方便，樓下就是一蘭拉麪...」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この小さな町は駅にとても近く、コストパフォーマンスに優れています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「小地方離車站很近 算CP值高 有吸菸室 附近很多吃的下面就有全家 この小さな町は駅からとても近いので、料金も手頃です」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proximité du metro, konbini au pied de l'hotel, proximité...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部屋は一人なら十分な広さですが、二人だと少し狭いかもしれません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ทำเลดีมาก ใกล้ทุกอย่าง ใกล้รถไฟฟ้า แอร์พอตบัส ใกล้ร้านอาห...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部屋は古いですが、とても清潔です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夜はそんなに騒々しいとは思いませんでしたが、電車の音が小さく聞こえることは残念でした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低層階は（近くにレストランがたくさんあるため）調理の匂いがするかもしれません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部屋はそれほど狭くなく、窓があり、エアコンの温度調節も可能です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夜はそんなに騒々しいとは思いませんでしたが、電車の音が小さく聞こえることは残念でした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朝食メニューが前回より少なく物足りませんでした。また、メニューの器一つ一つが小さく、すぐに無くなってしまう感じでし...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9.08点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約13件/期間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第一イン池袋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2026-03-19T01:52:12Z</dcterms:created>
  <dcterms:modified xsi:type="dcterms:W3CDTF">2026-03-19T01:52:12Z</dcterms:modified>
</cp:coreProperties>
</file>