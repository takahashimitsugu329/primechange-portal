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楽天トラベル</c:v>
                  </c:pt>
                  <c:pt idx="1">
                    <c:v>Trip.com</c:v>
                  </c:pt>
                  <c:pt idx="2">
                    <c:v>Google</c:v>
                  </c:pt>
                  <c:pt idx="3">
                    <c:v>Booking.com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9.72</c:v>
                </c:pt>
                <c:pt idx="2">
                  <c:v>9.38</c:v>
                </c:pt>
                <c:pt idx="3">
                  <c:v>9.15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11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69件（93.2%）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9.47点 → 目標 9.97点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93.2% → 目標 98.2%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2.7% → 目標 0.7%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第一イン池袋は全体平均9.47点（10pt換算）、高評価率93.2%を達成しています。本レポートで示した改善施策を段階的に実施することで、さらなる顧客満足度向上が期待できます。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口コミ分析レポート</dc:title>
  <dc:subject>PptxGenJS Presentation</dc:subject>
  <dc:creator>PptxGenJS</dc:creator>
  <cp:lastModifiedBy>PptxGenJS</cp:lastModifiedBy>
  <cp:revision>1</cp:revision>
  <dcterms:created xsi:type="dcterms:W3CDTF">2026-04-08T23:43:32Z</dcterms:created>
  <dcterms:modified xsi:type="dcterms:W3CDTF">2026-04-08T23:43:32Z</dcterms:modified>
</cp:coreProperties>
</file>