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9.59</c:v>
                </c:pt>
                <c:pt idx="1">
                  <c:v>9.35</c:v>
                </c:pt>
                <c:pt idx="2">
                  <c:v>8.82</c:v>
                </c:pt>
                <c:pt idx="3">
                  <c:v>8.5</c:v>
                </c:pt>
                <c:pt idx="4">
                  <c:v>8</c:v>
                </c:pt>
                <c:pt idx="5">
                  <c:v>4.67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89</c:v>
                </c:pt>
                <c:pt idx="1">
                  <c:v>19</c:v>
                </c:pt>
                <c:pt idx="2">
                  <c:v>15</c:v>
                </c:pt>
                <c:pt idx="3">
                  <c:v>3</c:v>
                </c:pt>
                <c:pt idx="4">
                  <c:v>2</c:v>
                </c:pt>
                <c:pt idx="5">
                  <c:v>3</c:v>
                </c:pt>
                <c:pt idx="6">
                  <c:v>2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9.25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123件（91.8%）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8件（6.0%）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3件（2.2%）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123件）の分析から、主要な強みテーマを抽出しています。立地・アクセス、客室清潔感、スタッフ対応が高評価の中心的テーマです。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9.25点 → 目標 9.75点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91.8% → 目標 96.8%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2.2% → 目標 0.2%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第一イン池袋は全体平均9.25点（10pt換算）、高評価率91.8%を達成しています。本レポートで示した改善施策を段階的に実施することで、さらなる顧客満足度向上が期待できます。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口コミ分析レポート</dc:title>
  <dc:subject>PptxGenJS Presentation</dc:subject>
  <dc:creator>PptxGenJS</dc:creator>
  <cp:lastModifiedBy>PptxGenJS</cp:lastModifiedBy>
  <cp:revision>1</cp:revision>
  <dcterms:created xsi:type="dcterms:W3CDTF">2026-03-31T23:57:03Z</dcterms:created>
  <dcterms:modified xsi:type="dcterms:W3CDTF">2026-03-31T23:57:03Z</dcterms:modified>
</cp:coreProperties>
</file>