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9.46</c:v>
                </c:pt>
                <c:pt idx="1">
                  <c:v>9.2</c:v>
                </c:pt>
                <c:pt idx="2">
                  <c:v>8.62</c:v>
                </c:pt>
                <c:pt idx="3">
                  <c:v>8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87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55</c:v>
                </c:pt>
                <c:pt idx="1">
                  <c:v>16</c:v>
                </c:pt>
                <c:pt idx="2">
                  <c:v>16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レビュー総数：97件（6サイト）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地點好 服務好 有吸煙室 便利商店就在樓下 立地も良く、サービスも良く、喫煙室もあり、階下にはコンビニもあります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地點好 服務好 有吸煙室 便利商店就在樓下 立地も良く、サービスも良く、喫煙室もあり、階下にはコンビニもあります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地點好 服務好 有吸煙室 便利商店就在樓下 立地も良く、サービスも良く、喫煙室もあり、階下にはコンビニもあります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ที่พักโอเค ทำเลดี แอร์ไม่ใช่แบบรวม เริ่ดเลยล่ะ แต่เตียงแอ...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部屋は古いですが、とても清潔です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夜はそんなに騒々しいとは思いませんでしたが、電車の音が小さく聞こえることは残念でした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Trip.com(9.46)が最高スコア。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87件（89.7%）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8件（8.2%）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2件（2.1%）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地點好 服務好 有吸煙室 便利商店就在樓下 立地も良く、サービスも良く、喫煙室もあり、階下にはコンビニもあります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「樓上有便利店及食店 立地はJR駅近くでとても便利です」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地點好 服務好 有吸煙室 便利商店就在樓下 立地も良く、サービスも良く、喫煙室もあり、階下にはコンビニもあります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「上の階にはコンビニやレストランがあります」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地點好 服務好 有吸煙室 便利商店就在樓下 立地も良く、サービスも良く、喫煙室もあり、階下にはコンビニもあります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「同じタイプの部屋を1泊と3泊別々に予約したのですが、スタッフの方が部屋を変えることなく手配してくれました」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部屋は広々としていて、バスルームも広くて清潔、ベッドは柔らかくてとても快適に眠れました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「部屋は居心地が良く快適で、毎日清掃され、ミネラルウォーターも毎日2本提供されていたので、とてもありがたかったです」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房間三张床也宽阔 部屋は広々としており、ベッドが3台あります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「ห้องพักสะดวกสบายดีค่ะ หาของกินง่าย อยู่ใจกลางศูนย์การค้า 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この小さな町は駅にとても近く、コストパフォーマンスに優れています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「小地方離車站很近 算CP值高 有吸菸室 附近很多吃的下面就有全家 この小さな町は駅からとても近いので、料金も手頃です」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ที่พักโอเค ทำเลดี แอร์ไม่ใช่แบบรวม เริ่ดเลยล่ะ แต่เตียงแอ...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部屋は古いですが、とても清潔です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前台服務好 房間大 浴室大 衞生整潔 床柔軟 睡得相當舒服 景觀好 位置好 距地鐵站步行3分鐘 附近有大商場 超市...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部屋が少し狭いことを除けば、それ以外はすべて問題ありませんでした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部屋はそれほど狭くなく、窓があり、エアコンの温度調節も可能です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2026-03-16T22:42:40Z</dcterms:created>
  <dcterms:modified xsi:type="dcterms:W3CDTF">2026-03-16T22:42:40Z</dcterms:modified>
</cp:coreProperties>
</file>