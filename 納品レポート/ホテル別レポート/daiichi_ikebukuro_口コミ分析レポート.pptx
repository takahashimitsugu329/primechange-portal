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じゃらん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9.55</c:v>
                </c:pt>
                <c:pt idx="1">
                  <c:v>9.21</c:v>
                </c:pt>
                <c:pt idx="2">
                  <c:v>8.76</c:v>
                </c:pt>
                <c:pt idx="3">
                  <c:v>8.5</c:v>
                </c:pt>
                <c:pt idx="4">
                  <c:v>8</c:v>
                </c:pt>
                <c:pt idx="5">
                  <c:v>5.5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117</c:v>
                </c:pt>
                <c:pt idx="1">
                  <c:v>8</c:v>
                </c:pt>
                <c:pt idx="2">
                  <c:v>3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19</c:v>
                </c:pt>
                <c:pt idx="2">
                  <c:v>18</c:v>
                </c:pt>
                <c:pt idx="3">
                  <c:v>3</c:v>
                </c:pt>
                <c:pt idx="4">
                  <c:v>2</c:v>
                </c:pt>
                <c:pt idx="5">
                  <c:v>3</c:v>
                </c:pt>
                <c:pt idx="6">
                  <c:v>2</c:v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レビュー総数：128件（6サイト）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作成日：2026年3月26日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9.16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91.4%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立地は非常に便利です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周辺にはレストランや軽食店も数多くあり、様々な選択肢があります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スタッフは親切です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Small room but acceptable Old building but clean Staff ar...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部屋は狭いですが、許容範囲です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設備の老朽化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建物は古いですが、清潔です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9.16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91.4%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Trip.com(9.55)が最高スコア。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Agoda(5.5)が相対的に低い。口コミ返信の強化が急務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117件（91.4%）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8件（6.2%）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3件（2.3%）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立地は非常に便利です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「ホテルは幹線道路のすぐ裏手にあり、すぐ外に公園があるという非常に便利な場所に位置しています」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周辺にはレストランや軽食店も数多くあり、様々な選択肢があります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「ใกล้รถไฟ ร้านอาหารเยอะ สะดวกมากๆ 駅に近く、レストランもたくさんあって、とても便利です」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スタッフは親切です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「スタッフはフレンドリー」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建物は古いですが、清潔です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「清掃員のゴミ箱の周りのゴミさえ片付けていなかった」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客室は清潔で快適でした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「部屋は清潔で快適で、設備は少し古いですが、全体的な体験を損なうことはありません」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全体的に見て、このホテルはコストパフォーマンスに優れています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「料金も手頃で、公共交通機関へのアクセスも良好です」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Small room but acceptable Old building but clean Staff ar...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部屋は狭いですが、許容範囲です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建物は古いですが、清潔です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地下鉄の駅は階下にありますが、防音対策がしっかりしているので、全く邪魔されることなく快適に過ごせました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さらに、ホテルが用意してくれたセルフサービスのバスアメニティは非常に質が高く、使用後は肌が滑らかで乾燥せず、嬉しい...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低層階は（近くにレストランがたくさんあるため）調理の匂いがするかもしれません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เตียงขนาดกำลังดี มีแอร์แยก หน้าต่างเปิดได้ เดินทางสะดวกอย...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夜はそんなに騒々しいとは思いませんでしたが、電車の音が小さく聞こえることは残念でした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朝食メニューが前回より少なく物足りませんでした。また、メニューの器一つ一つが小さく、すぐに無くなってしまう感じでし...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9.16点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約19件/期間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第一イン池袋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2026-03-25T22:27:25Z</dcterms:created>
  <dcterms:modified xsi:type="dcterms:W3CDTF">2026-03-25T22:27:25Z</dcterms:modified>
</cp:coreProperties>
</file>