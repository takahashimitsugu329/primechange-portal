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第一イン池袋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9.18点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91.5%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2.3%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130件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第一イン池袋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9.56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4.61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9.21/10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8.82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4.25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5.50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5.50/10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82件 (63.1%)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19件 (14.6%)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18件 (13.8%)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3件 (2.3%)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2件 (1.5%)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3件 (2.3%)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2件 (1.5%)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1件 (0.8%)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