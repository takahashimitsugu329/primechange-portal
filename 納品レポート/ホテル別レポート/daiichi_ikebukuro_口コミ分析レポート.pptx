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9.56</c:v>
                </c:pt>
                <c:pt idx="1">
                  <c:v>9.21</c:v>
                </c:pt>
                <c:pt idx="2">
                  <c:v>8.82</c:v>
                </c:pt>
                <c:pt idx="3">
                  <c:v>8.5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119</c:v>
                </c:pt>
                <c:pt idx="1">
                  <c:v>8</c:v>
                </c:pt>
                <c:pt idx="2">
                  <c:v>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82</c:v>
                </c:pt>
                <c:pt idx="1">
                  <c:v>19</c:v>
                </c:pt>
                <c:pt idx="2">
                  <c:v>18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駅近で周りにお店も多く、とても過ごしやすかったです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周辺にはレストランや軽食店も数多くあり、様々な選択肢があります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スタッフは親切です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Small room but acceptable Old building but clean Staff ar...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部屋は狭いですが、許容範囲です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建物は古いですが、清潔です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Trip.com(9.56)が最高スコア。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Agoda(5.5)が相対的に低い。口コミ返信の強化が急務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119件（91.5%）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駅近で周りにお店も多く、とても過ごしやすかったです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「立地は非常に便利です」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周辺にはレストランや軽食店も数多くあり、様々な選択肢があります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「ใกล้รถไฟ ร้านอาหารเยอะ สะดวกมากๆ 駅に近く、レストランもたくさんあって、とても便利です」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「スタッフはフレンドリー」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建物は古いですが、清潔です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「清掃員のゴミ箱の周りのゴミさえ片付けていなかった」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客室は清潔で快適でした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「部屋は清潔で快適で、設備は少し古いですが、全体的な体験を損なうことはありません」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room but acceptable Old building but clean Staff ar...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部屋は狭いですが、許容範囲です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建物は古いですが、清潔です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夜はそんなに騒々しいとは思いませんでしたが、電車の音が小さく聞こえることは残念でした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朝食メニューが前回より少なく物足りませんでした。また、メニューの器一つ一つが小さく、すぐに無くなってしまう感じでし...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2026-03-27T00:18:59Z</dcterms:created>
  <dcterms:modified xsi:type="dcterms:W3CDTF">2026-03-27T00:18:59Z</dcterms:modified>
</cp:coreProperties>
</file>