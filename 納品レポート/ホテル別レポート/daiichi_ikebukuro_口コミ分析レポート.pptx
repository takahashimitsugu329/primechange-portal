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111件　全体平均: 9.07/10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全111件分析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9.07/10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9.07/10 — 高水準を維持しています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高評価(8点以上)が全体の90.1%を占めています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低評価(5点以下)は5.4%で管理可能な水準です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Trip.com / Booking.com / Google / 楽天トラベル / Agoda / じゃらん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9.51/10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9.51/10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8.82/10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4.48/5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8.95/10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4.25/5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5.5/10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要注意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2" name="Shape 70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4" name="Text 72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4/5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8/10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 (58.6%)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1603717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792437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 (17.1%)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1350498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2539218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 (14.4%)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253218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1441938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 (2.7%)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168812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1357532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 (1.8%)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253218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441938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 (2.7%)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168812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1357532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 (1.8%)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34381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2点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3465576"/>
            <a:ext cx="84406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1273126" y="343814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(0.9%)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駅近で周りにお店も多く、とても過ごしやすかったです！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部屋は狭いですが、許容範囲です。 建物は古いですが、清潔です。 スタッフは親切です。 追加料金でレイトチェックアウトが可能です。  立地は非常に便利です。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ウォーターサーバーがなかった！清掃員のゴミ箱の周りのゴミさえ片付けていなかった！エスカレーターは1基しかなく、午前中は下り、午後は上りだった。部屋も狭かった。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ホテルは幹線道路のすぐ裏手にあり、すぐ外に公園があるという非常に便利な場所に位置しています。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特になし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窓からの音がうるさかった。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部屋が狭すぎて、大きなスーツケースを2つ同時に開けることができない。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-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2026-03-28T22:44:16Z</dcterms:created>
  <dcterms:modified xsi:type="dcterms:W3CDTF">2026-03-28T22:44:16Z</dcterms:modified>
</cp:coreProperties>
</file>