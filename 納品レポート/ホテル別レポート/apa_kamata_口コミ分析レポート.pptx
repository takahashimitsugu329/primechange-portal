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じゃらん</c:v>
                  </c:pt>
                  <c:pt idx="2">
                    <c:v>Booking.com</c:v>
                  </c:pt>
                  <c:pt idx="3">
                    <c:v>楽天トラベル</c:v>
                  </c:pt>
                  <c:pt idx="4">
                    <c:v>Agoda</c:v>
                  </c:pt>
                </c:lvl>
              </c:multiLvlStrCache>
            </c:multiLvlStrRef>
          </c:cat>
          <c:val>
            <c:numRef>
              <c:f>Sheet1!$B$2:$B$6</c:f>
              <c:numCache>
                <c:formatCode>General</c:formatCode>
                <c:ptCount val="5"/>
                <c:pt idx="0">
                  <c:v>7.88</c:v>
                </c:pt>
                <c:pt idx="1">
                  <c:v>7.5</c:v>
                </c:pt>
                <c:pt idx="2">
                  <c:v>7.47</c:v>
                </c:pt>
                <c:pt idx="3">
                  <c:v>7</c:v>
                </c:pt>
                <c:pt idx="4">
                  <c:v>6.69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36</c:v>
                </c:pt>
                <c:pt idx="1">
                  <c:v>16</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3</c:v>
                </c:pt>
                <c:pt idx="2">
                  <c:v>25</c:v>
                </c:pt>
                <c:pt idx="3">
                  <c:v>5</c:v>
                </c:pt>
                <c:pt idx="4">
                  <c:v>8</c:v>
                </c:pt>
                <c:pt idx="5">
                  <c:v>3</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レビュー総数：58件（5サイト）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62.1%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And even if they do not clean your room on a certain day,...</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Coming from Keikyu-Kamata there was a shoutengai giving p...</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62.1%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36件（62.1%）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16件（27.6%）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And even if they do not clean your room on a certain day,...</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「清潔感もありお勧めできます」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「食事の値段も当日に朝食券を買うと1800円になって結構割高なのですが、クオリティとしては個人的にはお値段に見合った...」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2026-03-29T07:52:11Z</dcterms:created>
  <dcterms:modified xsi:type="dcterms:W3CDTF">2026-03-29T07:52:11Z</dcterms:modified>
</cp:coreProperties>
</file>