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じゃらん</c:v>
                  </c:pt>
                  <c:pt idx="2">
                    <c:v>Booking.com</c:v>
                  </c:pt>
                  <c:pt idx="3">
                    <c:v>Agoda</c:v>
                  </c:pt>
                  <c:pt idx="4">
                    <c:v>楽天トラベル</c:v>
                  </c:pt>
                </c:lvl>
              </c:multiLvlStrCache>
            </c:multiLvlStrRef>
          </c:cat>
          <c:val>
            <c:numRef>
              <c:f>Sheet1!$B$2:$B$6</c:f>
              <c:numCache>
                <c:formatCode>General</c:formatCode>
                <c:ptCount val="5"/>
                <c:pt idx="0">
                  <c:v>7.87</c:v>
                </c:pt>
                <c:pt idx="1">
                  <c:v>7.5</c:v>
                </c:pt>
                <c:pt idx="2">
                  <c:v>7.23</c:v>
                </c:pt>
                <c:pt idx="3">
                  <c:v>7.08</c:v>
                </c:pt>
                <c:pt idx="4">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31</c:v>
                </c:pt>
                <c:pt idx="1">
                  <c:v>13</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6</c:v>
                </c:pt>
                <c:pt idx="1">
                  <c:v>3</c:v>
                </c:pt>
                <c:pt idx="2">
                  <c:v>22</c:v>
                </c:pt>
                <c:pt idx="3">
                  <c:v>4</c:v>
                </c:pt>
                <c:pt idx="4">
                  <c:v>8</c:v>
                </c:pt>
                <c:pt idx="5">
                  <c:v>1</c:v>
                </c:pt>
                <c:pt idx="6">
                  <c:v>4</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レビュー総数：49件（5サイト）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49件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駅からすぐの場所にあり、電車移動も便利 ホテルには駐車場が3台分有りますが予約はできません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フロントの愛想がない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歯ブラシでこすれば、パッと見はもっときれいになりそうなので、ちょっと残念なところ</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部屋は狭いけれど、ほぼ寝るだけだから問題なし</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水回りはもう少し掃除がされているといいなと感じました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道路沿いだったけど防音がしっかりされていて外の音は聞こえない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49件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Google(7.87)が最高スコア。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31件（63.3%）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13件（26.5%）</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5件（10.2%）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駅からすぐの場所にあり、電車移動も便利 ホテルには駐車場が3台分有りますが予約はできません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「立地はJRと京急のどちらからでも同じくらいの距離で遠くもないし、食事をするところも多いので困ることはないです」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フロントの愛想がない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「ただ、少しガッカリしたのは、フロントへのTEL、外線からのTELで、相手に対する親身な寄り添い方が無かったところで...」</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「ホテル自体は綺麗であった」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寝るだけなので、狭くても問題なく、ベッドは快適に睡眠をとることができました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「アメニティも揃ってるし、きれい」</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部屋は狭いけれど、ほぼ寝るだけだから問題なし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水回りはもう少し掃除がされているといいなと感じました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エアコンが壊れてる エアコンが壊れてる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部屋は狭いが、掃除も特に不満もなく小綺麗。不満はないです。 一般的なビジネスホテル、必要最低限は揃っているので不便...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2026-03-19T23:27:41Z</dcterms:created>
  <dcterms:modified xsi:type="dcterms:W3CDTF">2026-03-19T23:27:41Z</dcterms:modified>
</cp:coreProperties>
</file>