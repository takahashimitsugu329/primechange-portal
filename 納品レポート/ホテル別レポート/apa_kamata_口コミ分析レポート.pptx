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Google</c:v>
                  </c:pt>
                  <c:pt idx="1">
                    <c:v>じゃらん</c:v>
                  </c:pt>
                  <c:pt idx="2">
                    <c:v>Booking.com</c:v>
                  </c:pt>
                  <c:pt idx="3">
                    <c:v>楽天トラベル</c:v>
                  </c:pt>
                  <c:pt idx="4">
                    <c:v>Agoda</c:v>
                  </c:pt>
                </c:lvl>
              </c:multiLvlStrCache>
            </c:multiLvlStrRef>
          </c:cat>
          <c:val>
            <c:numRef>
              <c:f>Sheet1!$B$2:$B$6</c:f>
              <c:numCache>
                <c:formatCode>General</c:formatCode>
                <c:ptCount val="5"/>
                <c:pt idx="0">
                  <c:v>7.88</c:v>
                </c:pt>
                <c:pt idx="1">
                  <c:v>7.5</c:v>
                </c:pt>
                <c:pt idx="2">
                  <c:v>7.47</c:v>
                </c:pt>
                <c:pt idx="3">
                  <c:v>7</c:v>
                </c:pt>
                <c:pt idx="4">
                  <c:v>6.8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36</c:v>
                </c:pt>
                <c:pt idx="1">
                  <c:v>15</c:v>
                </c:pt>
                <c:pt idx="2">
                  <c:v>6</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8</c:v>
                </c:pt>
                <c:pt idx="1">
                  <c:v>3</c:v>
                </c:pt>
                <c:pt idx="2">
                  <c:v>25</c:v>
                </c:pt>
                <c:pt idx="3">
                  <c:v>5</c:v>
                </c:pt>
                <c:pt idx="4">
                  <c:v>8</c:v>
                </c:pt>
                <c:pt idx="5">
                  <c:v>2</c:v>
                </c:pt>
                <c:pt idx="6">
                  <c:v>4</c:v>
                </c:pt>
                <c:pt idx="7">
                  <c:v>1</c:v>
                </c:pt>
                <c:pt idx="8">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アパホテル蒲田駅東</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レビュー総数：57件（5サイト）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location was great, located right halfway between JR ...</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フロントロビーは非常に狭かったですが、これはどうしようもない点です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And even if they do not clean your room on a certain day,...</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room itself was decent -- small, but standard for APA...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Coming from Keikyu-Kamata there was a shoutengai giving p...</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7.39</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63.2%</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10.5%</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57件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Google(7.88)が最高スコア。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Agoda(6.8)が相対的に低い。口コミ返信の強化が急務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7.88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36件（63.2%）</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15件（26.3%）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6件（10.5%）</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The location was great, located right halfway between JR ...</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「都心から少し離れていますが、羽田空港からの交通の便が良く、かつ京急とJRの両方からアクセスできる点がお勧めです」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フロントロビーは非常に狭かったですが、これはどうしようもない点です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「フロントの愛想がない」</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And even if they do not clean your room on a certain day,...</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「清潔感もありお勧めできます」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ベッドはまあまあでしたが、枕は薄くてひどかったです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「設備は必要なものはすべてそろっていて、必要十分です」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「食事の値段も当日に朝食券を買うと1800円になって結構割高なのですが、クオリティとしては個人的にはお値段に見合った...」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ビュッフェ式の朝食は1日あたり12～16カナダドルも追加料金がかかるので、近くにスーパーやコンビニがあることを考え...</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「駅近で周りにスーパー、コンビニがあるところ」</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room itself was decent -- small, but standard for APA...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Coming from Keikyu-Kamata there was a shoutengai giving p...</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そこは汚くて埃っぽく、以前の訪問時の残骸も散乱していた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道路沿いだったけど防音がしっかりされていて外の音は聞こえない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禁煙の部屋を予約しましたが、かなり強いタバコの匂いがしました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歯ブラシでこすれば、パッと見はもっときれいになりそうなので、ちょっと残念なところ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7.39点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7.9点以上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63.2%</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73%以上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10.5%</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部屋の狭さクレーム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アパホテル蒲田駅東 口コミ分析改善レポート</dc:title>
  <dc:subject>PptxGenJS Presentation</dc:subject>
  <dc:creator>Hotel Consulting</dc:creator>
  <cp:lastModifiedBy>Hotel Consulting</cp:lastModifiedBy>
  <cp:revision>1</cp:revision>
  <dcterms:created xsi:type="dcterms:W3CDTF">2026-03-25T11:12:27Z</dcterms:created>
  <dcterms:modified xsi:type="dcterms:W3CDTF">2026-03-25T11:12:27Z</dcterms:modified>
</cp:coreProperties>
</file>