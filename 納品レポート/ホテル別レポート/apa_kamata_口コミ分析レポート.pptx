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Sheet1!$A$2:$A$5</c:f>
              <c:multiLvlStrCache>
                <c:ptCount val="4"/>
                <c:lvl>
                  <c:pt idx="0">
                    <c:v>Booking.com</c:v>
                  </c:pt>
                  <c:pt idx="1">
                    <c:v>Google</c:v>
                  </c:pt>
                  <c:pt idx="2">
                    <c:v>じゃらん</c:v>
                  </c:pt>
                  <c:pt idx="3">
                    <c:v>Agoda</c:v>
                  </c:pt>
                </c:lvl>
              </c:multiLvlStrCache>
            </c:multiLvlStrRef>
          </c:cat>
          <c:val>
            <c:numRef>
              <c:f>Sheet1!$B$2:$B$5</c:f>
              <c:numCache>
                <c:formatCode>General</c:formatCode>
                <c:ptCount val="4"/>
                <c:pt idx="0">
                  <c:v>8</c:v>
                </c:pt>
                <c:pt idx="1">
                  <c:v>8</c:v>
                </c:pt>
                <c:pt idx="2">
                  <c:v>7.33</c:v>
                </c:pt>
                <c:pt idx="3">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18</c:v>
                </c:pt>
                <c:pt idx="1">
                  <c:v>8</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c:v>
                </c:pt>
                <c:pt idx="1">
                  <c:v>2</c:v>
                </c:pt>
                <c:pt idx="2">
                  <c:v>11</c:v>
                </c:pt>
                <c:pt idx="3">
                  <c:v>1</c:v>
                </c:pt>
                <c:pt idx="4">
                  <c:v>5</c:v>
                </c:pt>
                <c:pt idx="5">
                  <c:v>2</c:v>
                </c:pt>
                <c:pt idx="6">
                  <c:v>1</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レビュー総数：28件（4サイト）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Google(8.00)が最高スコア。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18件（64.3%）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8件（28.6%）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2件（7.1%）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2026-04-20T23:44:01Z</dcterms:created>
  <dcterms:modified xsi:type="dcterms:W3CDTF">2026-04-20T23:44:01Z</dcterms:modified>
</cp:coreProperties>
</file>