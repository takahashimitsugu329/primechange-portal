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7.6</c:v>
                </c:pt>
                <c:pt idx="2">
                  <c:v>7.5</c:v>
                </c:pt>
                <c:pt idx="3">
                  <c:v>7</c:v>
                </c:pt>
                <c:pt idx="4">
                  <c:v>6.79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35</c:v>
                </c:pt>
                <c:pt idx="1">
                  <c:v>13</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24</c:v>
                </c:pt>
                <c:pt idx="3">
                  <c:v>4</c:v>
                </c:pt>
                <c:pt idx="4">
                  <c:v>8</c:v>
                </c:pt>
                <c:pt idx="5">
                  <c:v>1</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駅からすぐの場所にあり、電車移動も便利 ホテルには駐車場が3台分有りますが予約はできません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フロントの愛想がない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 なし なし</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部屋は狭いけれど、ほぼ寝るだけだから問題なし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水回りはもう少し掃除がされているといいなと感じました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35件（64.8%）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13件（24.1%）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6件（11.1%）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駅からすぐの場所にあり、電車移動も便利 ホテルには駐車場が3台分有りますが予約はできません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「立地はJRと京急のどちらからでも同じくらいの距離で遠くもないし、食事をするところも多いので困ることはないです」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フロントの愛想がない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「ただ、少しガッカリしたのは、フロントへのTEL、外線からのTELで、相手に対する親身な寄り添い方が無かったところで...」</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 なし なし</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寝るだけなので、狭くても問題なく、ベッドは快適に睡眠をとることができました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「アメニティも揃ってるし、きれい」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部屋は狭いけれど、ほぼ寝るだけだから問題なし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水回りはもう少し掃除がされているといいなと感じました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エアコンが壊れてる エアコンが壊れてる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部屋は狭いが、掃除も特に不満もなく小綺麗。不満はないです。 一般的なビジネスホテル、必要最低限は揃っているので不便...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2026-03-23T00:05:50Z</dcterms:created>
  <dcterms:modified xsi:type="dcterms:W3CDTF">2026-03-23T00:05:50Z</dcterms:modified>
</cp:coreProperties>
</file>