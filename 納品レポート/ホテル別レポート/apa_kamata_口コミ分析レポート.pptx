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アパホテル蒲田駅東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7.34点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62.1%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10.3%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58件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アパホテル蒲田駅東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3.94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7.88/10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3.75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7.50/10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7.47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7.47/10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3.50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6.69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6.69/10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8件 (13.8%)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3件 (5.2%)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25件 (43.1%)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5件 (8.6%)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8件 (13.8%)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5点: 3件 (5.2%)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4点: 4件 (6.9%)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3点: 1件 (1.7%)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2点: 1件 (1.7%)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