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Google</c:v>
                  </c:pt>
                  <c:pt idx="1">
                    <c:v>じゃらん</c:v>
                  </c:pt>
                  <c:pt idx="2">
                    <c:v>Booking.com</c:v>
                  </c:pt>
                  <c:pt idx="3">
                    <c:v>楽天トラベル</c:v>
                  </c:pt>
                  <c:pt idx="4">
                    <c:v>Agoda</c:v>
                  </c:pt>
                </c:lvl>
              </c:multiLvlStrCache>
            </c:multiLvlStrRef>
          </c:cat>
          <c:val>
            <c:numRef>
              <c:f>Sheet1!$B$2:$B$6</c:f>
              <c:numCache>
                <c:formatCode>General</c:formatCode>
                <c:ptCount val="5"/>
                <c:pt idx="0">
                  <c:v>7.88</c:v>
                </c:pt>
                <c:pt idx="1">
                  <c:v>7.5</c:v>
                </c:pt>
                <c:pt idx="2">
                  <c:v>7.47</c:v>
                </c:pt>
                <c:pt idx="3">
                  <c:v>7</c:v>
                </c:pt>
                <c:pt idx="4">
                  <c:v>6.69</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36</c:v>
                </c:pt>
                <c:pt idx="1">
                  <c:v>16</c:v>
                </c:pt>
                <c:pt idx="2">
                  <c:v>6</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8</c:v>
                </c:pt>
                <c:pt idx="1">
                  <c:v>3</c:v>
                </c:pt>
                <c:pt idx="2">
                  <c:v>25</c:v>
                </c:pt>
                <c:pt idx="3">
                  <c:v>5</c:v>
                </c:pt>
                <c:pt idx="4">
                  <c:v>8</c:v>
                </c:pt>
                <c:pt idx="5">
                  <c:v>3</c:v>
                </c:pt>
                <c:pt idx="6">
                  <c:v>4</c:v>
                </c:pt>
                <c:pt idx="7">
                  <c:v>1</c:v>
                </c:pt>
                <c:pt idx="8">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アパホテル蒲田駅東</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レビュー総数：58件（5サイト）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作成日：2026年3月28日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7.34</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62.1%</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10.3%</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58件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他のアバよりも狭い 駅からは遠いが、その分比較的安い 羽田空港の乗り継ぎに利用するなら十分か 他のアバよりも狭い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フロントロビーは非常に狭かったですが、これはどうしようもない点です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And even if they do not clean your room on a certain day,...</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他のアバよりも狭い 駅からは遠いが、その分比較的安い 羽田空港の乗り継ぎに利用するなら十分か 他のアバよりも狭い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room itself was decent -- small, but standard for APA...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Coming from Keikyu-Kamata there was a shoutengai giving p...</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7.34</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62.1%</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10.3%</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58件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Google(7.88)が最高スコア。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Agoda(6.7)が相対的に低い。口コミ返信の強化が急務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36件（62.1%）</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16件（27.6%）</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6件（10.3%）</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「The location was great, located right halfway between JR ...」</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フロントロビーは非常に狭かったですが、これはどうしようもない点です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「フロントの愛想がない」</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And even if they do not clean your room on a certain day,...</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「清潔感もありお勧めできます」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ベッドはまあまあでしたが、枕は薄くてひどかったです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「設備は必要なものはすべてそろっていて、必要十分です」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「何と言ってもお値段がお手頃なのでねるだけなら充分です チェックアウトスムーズに出来るのも良い」</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ビュッフェ式の朝食は1日あたり12～16カナダドルも追加料金がかかるので、近くにスーパーやコンビニがあることを考え...</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「食事の値段も当日に朝食券を買うと1800円になって結構割高なのですが、クオリティとしては個人的にはお値段に見合った...」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The room itself was decent -- small, but standard for APA...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Coming from Keikyu-Kamata there was a shoutengai giving p...</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そこは汚くて埃っぽく、以前の訪問時の残骸も散乱していた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道路沿いだったけど防音がしっかりされていて外の音は聞こえない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禁煙の部屋を予約しましたが、かなり強いタバコの匂いがしました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歯ブラシでこすれば、パッと見はもっときれいになりそうなので、ちょっと残念なところ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7.34点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62.1%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72%以上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10.3%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5%以下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部屋の狭さクレーム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アパホテル蒲田駅東 口コミ分析改善レポート</dc:title>
  <dc:subject>PptxGenJS Presentation</dc:subject>
  <dc:creator>Hotel Consulting</dc:creator>
  <cp:lastModifiedBy>Hotel Consulting</cp:lastModifiedBy>
  <cp:revision>1</cp:revision>
  <dcterms:created xsi:type="dcterms:W3CDTF">2026-03-27T23:58:19Z</dcterms:created>
  <dcterms:modified xsi:type="dcterms:W3CDTF">2026-03-27T23:58:19Z</dcterms:modified>
</cp:coreProperties>
</file>