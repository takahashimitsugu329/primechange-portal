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7.87</c:v>
                </c:pt>
                <c:pt idx="1">
                  <c:v>7.5</c:v>
                </c:pt>
                <c:pt idx="2">
                  <c:v>7.23</c:v>
                </c:pt>
                <c:pt idx="3">
                  <c:v>7</c:v>
                </c:pt>
                <c:pt idx="4">
                  <c:v>6.82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13</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6</c:v>
                </c:pt>
                <c:pt idx="1">
                  <c:v>2</c:v>
                </c:pt>
                <c:pt idx="2">
                  <c:v>21</c:v>
                </c:pt>
                <c:pt idx="3">
                  <c:v>4</c:v>
                </c:pt>
                <c:pt idx="4">
                  <c:v>8</c:v>
                </c:pt>
                <c:pt idx="5">
                  <c:v>1</c:v>
                </c:pt>
                <c:pt idx="6">
                  <c:v>4</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レビュー総数：47件（5サイト）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立地はJRと京急のどちらからでも同じくらいの距離で遠くもないし、食事をするところも多いので困ることはないです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フロントの愛想がない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歯ブラシでこすれば、パッと見はもっときれいになりそうなので、ちょっと残念なところ</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部屋は狭いけれど、ほぼ寝るだけだから問題なし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水回りはもう少し掃除がされているといいなと感じました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47件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29件（61.7%）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13件（27.7%）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5件（10.6%）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立地はJRと京急のどちらからでも同じくらいの距離で遠くもないし、食事をするところも多いので困ることはないです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フロントの愛想がない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「ただ、少しガッカリしたのは、フロントへのTEL、外線からのTELで、相手に対する親身な寄り添い方が無かったところで...」</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「ホテル自体は綺麗であった」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寝るだけなので、狭くても問題なく、ベッドは快適に睡眠をとることができました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「アメニティも揃ってるし、きれい」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「なお、ベッドの下に大型荷物を収納できるスペースがないので、大きい荷物をご持参の方は注意する必要がありそうです」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部屋は狭いけれど、ほぼ寝るだけだから問題なし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水回りはもう少し掃除がされているといいなと感じました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エアコンが壊れてる エアコンが壊れてる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部屋は狭いが、掃除も特に不満もなく小綺麗。不満はないです。 一般的なビジネスホテル、必要最低限は揃っているので不便...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2026-03-18T01:37:44Z</dcterms:created>
  <dcterms:modified xsi:type="dcterms:W3CDTF">2026-03-18T01:37:44Z</dcterms:modified>
</cp:coreProperties>
</file>