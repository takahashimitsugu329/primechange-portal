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7.87</c:v>
                </c:pt>
                <c:pt idx="1">
                  <c:v>7.5</c:v>
                </c:pt>
                <c:pt idx="2">
                  <c:v>7.5</c:v>
                </c:pt>
                <c:pt idx="3">
                  <c:v>7</c:v>
                </c:pt>
                <c:pt idx="4">
                  <c:v>6.9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29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</c:v>
                </c:pt>
                <c:pt idx="2">
                  <c:v>21</c:v>
                </c:pt>
                <c:pt idx="3">
                  <c:v>4</c:v>
                </c:pt>
                <c:pt idx="4">
                  <c:v>7</c:v>
                </c:pt>
                <c:pt idx="5">
                  <c:v>1</c:v>
                </c:pt>
                <c:pt idx="6">
                  <c:v>3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レビュー総数：45件（5サイト）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羽田空港早朝便利用の為、京急蒲田駅へのアクセスが良い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ただ、少しガッカリしたのは、フロントへのTEL、外線からのTELで、相手に対する親身な寄り添い方が無かったところで...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アメニティも揃ってるし、きれい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部屋は狭いけれど、ほぼ寝るだけだから問題なし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シャワーも水がたっぷり出るし、水はけがよくて湯船につかれるので癒される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禁煙の部屋を予約しましたが、かなり強いタバコの匂いがしました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Agoda(6.9)が相対的に低い。口コミ返信の強化が急務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29件（64.4%）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12件（26.7%）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4件（8.9%）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羽田空港早朝便利用の為、京急蒲田駅へのアクセスが良い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「京急蒲田　JR蒲田の中間にあって非常に便利 京急蒲田　JR蒲田の中間にあって非常に便利」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ただ、少しガッカリしたのは、フロントへのTEL、外線からのTELで、相手に対する親身な寄り添い方が無かったところで...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「Well maintained and very supportive stafff There is nothi...」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アメニティも揃ってるし、きれい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「部屋は狭いが、掃除も特に不満もなく小綺麗」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アメニティも揃ってるし、きれい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「皆さんも快適空間なので気を付けてください」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なお、ベッドの下に大型荷物を収納できるスペースがないので、大きい荷物をご持参の方は注意する必要がありそうです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「なお、ベッドの下に大型荷物を収納できるスペースがないので、大きい荷物をご持参の方は注意する必要がありそうです」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何と言ってもお値段がお手頃なのでねるだけなら充分です チェックアウトスムーズに出来るのも良い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「何と言ってもお値段がお手頃なのでねるだけなら充分です チェックアウトスムーズに出来るのも良い」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部屋は狭いけれど、ほぼ寝るだけだから問題なし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シャワーも水がたっぷり出るし、水はけがよくて湯船につかれるので癒される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禁煙の部屋を予約しましたが、かなり強いタバコの匂いがしました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エアコンが壊れてる エアコンが壊れてる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部屋は狭いが、掃除も特に不満もなく小綺麗。不満はないです。 一般的なビジネスホテル、必要最低限は揃っているので不便...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2026-03-16T22:42:41Z</dcterms:created>
  <dcterms:modified xsi:type="dcterms:W3CDTF">2026-03-16T22:42:41Z</dcterms:modified>
</cp:coreProperties>
</file>