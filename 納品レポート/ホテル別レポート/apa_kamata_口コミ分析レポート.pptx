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分析対象期間：2026-02-02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レビュー総数：59件（5サイト）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清潔感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85466"/>
            <a:ext cx="1463040" cy="152933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6542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9456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2194560" y="2407158"/>
            <a:ext cx="1463040" cy="1707642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208711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7.47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0312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4048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2336292"/>
            <a:ext cx="1463040" cy="1778508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201625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4904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74904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0" y="2400300"/>
            <a:ext cx="1463040" cy="17145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0802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9496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9496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13232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132320" y="2514600"/>
            <a:ext cx="1463040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4088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04088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7.78/10点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全体平均評価：7.32点 / 高評価率：61% / 低評価率：10.2%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主要な強み：清潔感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2026-03-28T22:02:40Z</dcterms:created>
  <dcterms:modified xsi:type="dcterms:W3CDTF">2026-03-28T22:02:40Z</dcterms:modified>
</cp:coreProperties>
</file>