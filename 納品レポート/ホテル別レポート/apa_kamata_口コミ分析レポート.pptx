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7.58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26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38件（63.3%）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16件（26.7%）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7.38点 → 目標 7.88点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63.3% → 目標 68.3%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10.0% → 目標 8.0%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アパホテル蒲田駅東は全体平均7.38点（10pt換算）、高評価率63.3%を達成しています。本レポートで示した改善施策を段階的に実施することで、さらなる顧客満足度向上が期待できます。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