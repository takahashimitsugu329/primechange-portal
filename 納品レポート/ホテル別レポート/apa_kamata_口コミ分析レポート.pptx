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7.56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25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37件（62.7%）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16件（27.1%）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7.37点 → 目標 7.87点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62.7% → 目標 67.7%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10.2% → 目標 8.2%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アパホテル蒲田駅東は全体平均7.37点（10pt換算）、高評価率62.7%を達成しています。本レポートで示した改善施策を段階的に実施することで、さらなる顧客満足度向上が期待できます。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