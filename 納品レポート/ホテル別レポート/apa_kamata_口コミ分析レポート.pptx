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Google</c:v>
                  </c:pt>
                  <c:pt idx="1">
                    <c:v>じゃらん</c:v>
                  </c:pt>
                  <c:pt idx="2">
                    <c:v>Booking.com</c:v>
                  </c:pt>
                  <c:pt idx="3">
                    <c:v>Agoda</c:v>
                  </c:pt>
                  <c:pt idx="4">
                    <c:v>楽天トラベル</c:v>
                  </c:pt>
                </c:lvl>
              </c:multiLvlStrCache>
            </c:multiLvlStrRef>
          </c:cat>
          <c:val>
            <c:numRef>
              <c:f>Sheet1!$B$2:$B$6</c:f>
              <c:numCache>
                <c:formatCode>General</c:formatCode>
                <c:ptCount val="5"/>
                <c:pt idx="0">
                  <c:v>7.88</c:v>
                </c:pt>
                <c:pt idx="1">
                  <c:v>7.5</c:v>
                </c:pt>
                <c:pt idx="2">
                  <c:v>7.43</c:v>
                </c:pt>
                <c:pt idx="3">
                  <c:v>7.08</c:v>
                </c:pt>
                <c:pt idx="4">
                  <c:v>7</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33</c:v>
                </c:pt>
                <c:pt idx="1">
                  <c:v>13</c:v>
                </c:pt>
                <c:pt idx="2">
                  <c:v>5</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2点</c:v>
                  </c:pt>
                </c:lvl>
              </c:multiLvlStrCache>
            </c:multiLvlStrRef>
          </c:cat>
          <c:val>
            <c:numRef>
              <c:f>Sheet1!$B$2:$B$9</c:f>
              <c:numCache>
                <c:formatCode>General</c:formatCode>
                <c:ptCount val="8"/>
                <c:pt idx="0">
                  <c:v>7</c:v>
                </c:pt>
                <c:pt idx="1">
                  <c:v>3</c:v>
                </c:pt>
                <c:pt idx="2">
                  <c:v>23</c:v>
                </c:pt>
                <c:pt idx="3">
                  <c:v>4</c:v>
                </c:pt>
                <c:pt idx="4">
                  <c:v>8</c:v>
                </c:pt>
                <c:pt idx="5">
                  <c:v>1</c:v>
                </c:pt>
                <c:pt idx="6">
                  <c:v>4</c:v>
                </c:pt>
                <c:pt idx="7">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アパホテル蒲田駅東</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レビュー総数：51件（5サイト）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作成日：2026年3月21日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7.45</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64.7%</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9.8%</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51件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駅からすぐの場所にあり、電車移動も便利 ホテルには駐車場が3台分有りますが予約はできません</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フロントの愛想がない</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清潔 なし なし</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部屋は狭いけれど、ほぼ寝るだけだから問題なし</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水回りはもう少し掃除がされているといいなと感じました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道路沿いだったけど防音がしっかりされていて外の音は聞こえない</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7.45</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64.7%</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9.8%</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51件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Google(7.88)が最高スコア。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3.94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7.08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7.08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33件（64.7%）</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13件（25.5%）</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5件（9.8%）</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駅からすぐの場所にあり、電車移動も便利 ホテルには駐車場が3台分有りますが予約はできません</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「立地はJRと京急のどちらからでも同じくらいの距離で遠くもないし、食事をするところも多いので困ることはないです」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フロントの愛想がない</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「ただ、少しガッカリしたのは、フロントへのTEL、外線からのTELで、相手に対する親身な寄り添い方が無かったところで...」</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清潔 なし なし</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「歯ブラシでこすれば、パッと見はもっときれいになりそうなので、ちょっと残念なところ」</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6件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寝るだけなので、狭くても問題なく、ベッドは快適に睡眠をとることができました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「アメニティも揃ってるし、きれい」</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部屋の広さ</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なお、ベッドの下に大型荷物を収納できるスペースがないので、大きい荷物をご持参の方は注意する必要がありそうです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「なお、ベッドの下に大型荷物を収納できるスペースがないので、大きい荷物をご持参の方は注意する必要がありそうです」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何と言ってもお値段がお手頃なのでねるだけなら充分です チェックアウトスムーズに出来るのも良い</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「何と言ってもお値段がお手頃なのでねるだけなら充分です チェックアウトスムーズに出来るのも良い」</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部屋は狭いけれど、ほぼ寝るだけだから問題なし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水回りはもう少し掃除がされているといいなと感じました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道路沿いだったけど防音がしっかりされていて外の音は聞こえない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禁煙の部屋を予約しましたが、かなり強いタバコの匂いがしました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エアコンが壊れてる エアコンが壊れてる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歯ブラシでこすれば、パッと見はもっときれいになりそうなので、ちょっと残念なところ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部屋は狭いが、掃除も特に不満もなく小綺麗。不満はないです。 一般的なビジネスホテル、必要最低限は揃っているので不便...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13" name="Text 11"/>
          <p:cNvSpPr/>
          <p:nvPr/>
        </p:nvSpPr>
        <p:spPr>
          <a:xfrm>
            <a:off x="640080" y="3803904"/>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7.45点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64.7%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75%以上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部屋の狭さクレーム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約4件/期間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2件以下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アパホテル蒲田駅東 口コミ分析改善レポート</dc:title>
  <dc:subject>PptxGenJS Presentation</dc:subject>
  <dc:creator>Hotel Consulting</dc:creator>
  <cp:lastModifiedBy>Hotel Consulting</cp:lastModifiedBy>
  <cp:revision>1</cp:revision>
  <dcterms:created xsi:type="dcterms:W3CDTF">2026-03-21T00:16:55Z</dcterms:created>
  <dcterms:modified xsi:type="dcterms:W3CDTF">2026-03-21T00:16:55Z</dcterms:modified>
</cp:coreProperties>
</file>