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EA58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Google</c:v>
                  </c:pt>
                  <c:pt idx="1">
                    <c:v>じゃらん</c:v>
                  </c:pt>
                  <c:pt idx="2">
                    <c:v>Booking.com</c:v>
                  </c:pt>
                  <c:pt idx="3">
                    <c:v>楽天トラベル</c:v>
                  </c:pt>
                  <c:pt idx="4">
                    <c:v>Agoda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7.88</c:v>
                </c:pt>
                <c:pt idx="1">
                  <c:v>7.5</c:v>
                </c:pt>
                <c:pt idx="2">
                  <c:v>7.47</c:v>
                </c:pt>
                <c:pt idx="3">
                  <c:v>7</c:v>
                </c:pt>
                <c:pt idx="4">
                  <c:v>6.69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3</c:v>
                </c:pt>
                <c:pt idx="2">
                  <c:v>25</c:v>
                </c:pt>
                <c:pt idx="3">
                  <c:v>5</c:v>
                </c:pt>
                <c:pt idx="4">
                  <c:v>8</c:v>
                </c:pt>
                <c:pt idx="5">
                  <c:v>3</c:v>
                </c:pt>
                <c:pt idx="6">
                  <c:v>4</c:v>
                </c:pt>
                <c:pt idx="7">
                  <c:v>1</c:v>
                </c:pt>
                <c:pt idx="8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レビュー総数：58件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7.34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62.1%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10.3%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6.69/10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36件（62.1%）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16件（27.6%）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6件（10.3%）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36件）の分析から、主要な強みテーマを抽出しています。立地・アクセス、客室清潔感、スタッフ対応が高評価の中心的テーマです。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低評価・中評価レビュー（22件）から改善課題を優先度別に整理しています。S/A/B/Cの4段階で優先度を設定し、計画的な改善を推進します。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7.34点 → 目標 7.84点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62.1% → 目標 67.1%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10.3% → 目標 8.3%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アパホテル蒲田駅東は全体平均7.34点（10pt換算）、高評価率62.1%を達成しています。本レポートで示した改善施策を段階的に実施することで、さらなる顧客満足度向上が期待できます。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アパホテル蒲田駅東 口コミ分析レポート</dc:title>
  <dc:subject>PptxGenJS Presentation</dc:subject>
  <dc:creator>PptxGenJS</dc:creator>
  <cp:lastModifiedBy>PptxGenJS</cp:lastModifiedBy>
  <cp:revision>1</cp:revision>
  <dcterms:created xsi:type="dcterms:W3CDTF">2026-03-29T23:17:20Z</dcterms:created>
  <dcterms:modified xsi:type="dcterms:W3CDTF">2026-03-29T23:17:20Z</dcterms:modified>
</cp:coreProperties>
</file>