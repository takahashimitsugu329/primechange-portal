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7.44</c:v>
                </c:pt>
                <c:pt idx="3">
                  <c:v>7</c:v>
                </c:pt>
                <c:pt idx="4">
                  <c:v>6.8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35</c:v>
                </c:pt>
                <c:pt idx="1">
                  <c:v>15</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24</c:v>
                </c:pt>
                <c:pt idx="3">
                  <c:v>5</c:v>
                </c:pt>
                <c:pt idx="4">
                  <c:v>8</c:v>
                </c:pt>
                <c:pt idx="5">
                  <c:v>2</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都心から少し離れていますが、羽田空港からの交通の便が良く、かつ京急とJRの両方からアクセスできる点がお勧めです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清潔感もありお勧めできます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清掃不備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そこは汚くて埃っぽく、以前の訪問時の残骸も散乱していた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35件（62.5%）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15件（26.8%）</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都心から少し離れていますが、羽田空港からの交通の便が良く、かつ京急とJRの両方からアクセスできる点がお勧めです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「駅からすぐの場所にあり、電車移動も便利 ホテルには駐車場が3台分有りますが予約はできません」</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清潔感もありお勧めできます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 なし なし」</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2026-03-24T01:12:44Z</dcterms:created>
  <dcterms:modified xsi:type="dcterms:W3CDTF">2026-03-24T01:12:44Z</dcterms:modified>
</cp:coreProperties>
</file>