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62</c:v>
                </c:pt>
                <c:pt idx="1">
                  <c:v>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駅近・交通利便性に関する好評価（42件）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客室の快適性・設備の充実度への好評（28件）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客室・共用部の清潔さへの高評価（15件）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朝食品質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口コミ返信率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サービス改善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Trip.com: 9.53点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「立地も駅近で良いですね。朝食は普通。ただ海外スタッ」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「設備上都還不錯，有翻新，服務人員的服務態度真的一百」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「屋はとても清潔で広々としており、水圧も十分でした。荷物預かり」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「。ただ海外スタッフの方の日本語、マナーは素晴らしいものがあり」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「いですね。朝食は普通。ただ海外スタッフの方の日本語、マナーは」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「的にとても満足しています。駅からも近く、徒歩わずか5分ほどで」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朝食品質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朝食はまあまあだったが、種類が少なく、毎日同じものだったので、数日もすれば飽きて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口コミへの返信対応を強化する余地あり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サービス改善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継続的なサービス品質向上が必要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設備メンテナンス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定期的なメンテナンス体制の整備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朝食品質の即時改善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朝食メニューへのフィードバック収集と改善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食材品質の見直しと産地表示の充実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混雑緩和のための時間帯分散対策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朝食スタッフへのホスピタリティ研修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口コミ返信率100%の実現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朝食体験の抜本的改善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メニュー拡充と季節限定品の導入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朝食会場レイアウト改善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地産地消食材の導入による差別化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OTA評価スコア向上施策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高評価レビュー投稿の依頼タイミング最適化（チェックアウト時）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満足度の高い宿泊者へのフォローアップメール送信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じゃらん・楽天の評価向上に向けた特典プログラム検討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「立地・アクセス」の競争優位性強化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月次でOTA評価スコアを確認し、朝食品質改善の進捗をトラッキングします。四半期ごとに目標値を見直し、継続的な改善サイクルを確立してください。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京成リッチモンドホテル東京錦糸町の2025年12月〜2026年3月口コミ分析（67件）では、総合評価9.24点（10pt換算）、高評価率92.5%という結果が得られました。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6ヶ月以内に全体平均9.5点以上、高評価率95%以上を目指し、継続的な改善サイクルを確立することを推奨します。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2026-04-04T01:16:13Z</dcterms:created>
  <dcterms:modified xsi:type="dcterms:W3CDTF">2026-04-04T01:16:13Z</dcterms:modified>
</cp:coreProperties>
</file>