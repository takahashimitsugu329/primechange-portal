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Trip.com</c:v>
                  </c:pt>
                  <c:pt idx="1">
                    <c:v>Google</c:v>
                  </c:pt>
                  <c:pt idx="2">
                    <c:v>Booking.com</c:v>
                  </c:pt>
                  <c:pt idx="3">
                    <c:v>楽天トラベル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9.53</c:v>
                </c:pt>
                <c:pt idx="1">
                  <c:v>9</c:v>
                </c:pt>
                <c:pt idx="2">
                  <c:v>8.96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4点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11</c:v>
                </c:pt>
                <c:pt idx="2">
                  <c:v>11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レビュー総数：67件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駅近・交通利便性に関する好評価（42件）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客室の快適性・設備の充実度への好評（28件）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客室・共用部の清潔さへの高評価（15件）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口コミ返信率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サービス改善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9.53点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62件（92.5%）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4件（6.0%）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「立地も駅近で良いですね。朝食は普通。ただ海外スタッ」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「設備上都還不錯，有翻新，服務人員的服務態度真的一百」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「屋はとても清潔で広々としており、水圧も十分でした。荷物預かり」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「。ただ海外スタッフの方の日本語、マナーは素晴らしいものがあり」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「いですね。朝食は普通。ただ海外スタッフの方の日本語、マナーは」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「的にとても満足しています。駅からも近く、徒歩わずか5分ほどで」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朝食はまあまあだったが、種類が少なく、毎日同じものばかりだったので、数日もすれば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口コミへの返信対応を強化する余地あり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サービス改善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継続的なサービス品質向上が必要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設備メンテナンス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定期的なメンテナンス体制の整備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朝食品質の即時改善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口コミ返信率100%の実現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月次でOTA評価スコアを確認し、朝食品質改善の進捗をトラッキングします。四半期ごとに目標値を見直し、継続的な改善サイクルを確立してください。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京成リッチモンドホテル東京錦糸町の2025年12月〜2026年4月口コミ分析（67件）では、総合評価9.24点（10pt換算）、高評価率92.5%という結果が得られました。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6ヶ月以内に全体平均9.5点以上、高評価率95%以上を目指し、継続的な改善サイクルを確立することを推奨します。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京成リッチモンドホテル東京錦糸町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2026-04-12T23:43:32Z</dcterms:created>
  <dcterms:modified xsi:type="dcterms:W3CDTF">2026-04-12T23:43:32Z</dcterms:modified>
</cp:coreProperties>
</file>