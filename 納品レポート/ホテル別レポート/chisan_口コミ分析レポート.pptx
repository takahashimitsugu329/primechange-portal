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Agoda</c:v>
                  </c:pt>
                  <c:pt idx="1">
                    <c:v>Booking.com</c:v>
                  </c:pt>
                  <c:pt idx="2">
                    <c:v>楽天トラベル</c:v>
                  </c:pt>
                  <c:pt idx="3">
                    <c:v>じゃらん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8.67</c:v>
                </c:pt>
                <c:pt idx="1">
                  <c:v>8</c:v>
                </c:pt>
                <c:pt idx="2">
                  <c:v>7.06</c:v>
                </c:pt>
                <c:pt idx="3">
                  <c:v>6.86</c:v>
                </c:pt>
                <c:pt idx="4">
                  <c:v>6.17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6点</c:v>
                  </c:pt>
                  <c:pt idx="4">
                    <c:v>4点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2</c:v>
                </c:pt>
                <c:pt idx="2">
                  <c:v>15</c:v>
                </c:pt>
                <c:pt idx="3">
                  <c:v>9</c:v>
                </c:pt>
                <c:pt idx="4">
                  <c:v>7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28件（59.6%）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9件（19.1%）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10件（21.3%）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7.15点 → 目標 7.65点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59.6% → 目標 64.6%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21.3% → 目標 19.3%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チサンホテル浜松町は全体平均7.15点（10pt換算）、高評価率59.6%を達成しています。本レポートで示した改善施策を段階的に実施することで、さらなる顧客満足度向上が期待できます。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