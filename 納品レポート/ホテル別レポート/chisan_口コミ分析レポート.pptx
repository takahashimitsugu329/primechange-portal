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分析対象期間：2026-02-01 〜 2026-03-06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レビュー総数：50件（5サイト）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7.04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146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612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29400" y="13990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安定した高品質サービス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継続的な品質改善が必要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00884"/>
            <a:ext cx="1463040" cy="1613916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18084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19456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1" name="Shape 9"/>
          <p:cNvSpPr/>
          <p:nvPr/>
        </p:nvSpPr>
        <p:spPr>
          <a:xfrm>
            <a:off x="2194560" y="2571750"/>
            <a:ext cx="1463040" cy="154305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2103120" y="225171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0312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10312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84048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6" name="Shape 14"/>
          <p:cNvSpPr/>
          <p:nvPr/>
        </p:nvSpPr>
        <p:spPr>
          <a:xfrm>
            <a:off x="3840480" y="2777490"/>
            <a:ext cx="1463040" cy="133731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7" name="Text 15"/>
          <p:cNvSpPr/>
          <p:nvPr/>
        </p:nvSpPr>
        <p:spPr>
          <a:xfrm>
            <a:off x="3749040" y="245745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4904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74904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48640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0" y="2148840"/>
            <a:ext cx="1463040" cy="196596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0" y="1828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9496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39496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13232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132320" y="2286000"/>
            <a:ext cx="1463040" cy="18288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7" name="Text 25"/>
          <p:cNvSpPr/>
          <p:nvPr/>
        </p:nvSpPr>
        <p:spPr>
          <a:xfrm>
            <a:off x="7040880" y="19659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4088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04088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7432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(10点満点)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Priority Matrix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43891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言及件数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改善施策提案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 Roadmap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口コミ返信対応の強化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全OTAの口コミに48時間以内返信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返信テンプレートの整備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多言語対応（英語・中国語）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周辺案内・アクセス情報の充実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チェックイン時の周辺MAP配布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多言語版案内パンフレット整備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QRコードによるデジタル案内導入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Targets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228600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目標値（6ヶ月後）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7.06/10点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6.75/10点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5.85/10点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0"/>
            <a:ext cx="73152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総括・今後のアクション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全体平均評価：7.04点 / 高評価率：58% / 低評価率：22%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1施策を優先実行し、月次口コミモニタリングを継続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全OTAの口コミ返信率100%を早期達成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チサンホテル浜松町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2026-03-28T22:04:03Z</dcterms:created>
  <dcterms:modified xsi:type="dcterms:W3CDTF">2026-03-28T22:04:03Z</dcterms:modified>
</cp:coreProperties>
</file>