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8.29</c:v>
                </c:pt>
                <c:pt idx="1">
                  <c:v>7.6</c:v>
                </c:pt>
                <c:pt idx="2">
                  <c:v>7</c:v>
                </c:pt>
                <c:pt idx="3">
                  <c:v>6.95</c:v>
                </c:pt>
                <c:pt idx="4">
                  <c:v>6.65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17</c:v>
                </c:pt>
                <c:pt idx="1">
                  <c:v>2</c:v>
                </c:pt>
                <c:pt idx="2">
                  <c:v>30</c:v>
                </c:pt>
                <c:pt idx="3">
                  <c:v>3</c:v>
                </c:pt>
                <c:pt idx="4">
                  <c:v>19</c:v>
                </c:pt>
                <c:pt idx="5">
                  <c:v>1</c:v>
                </c:pt>
                <c:pt idx="6">
                  <c:v>10</c:v>
                </c:pt>
                <c:pt idx="7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49件（55.7%）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23件（26.1%）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16件（18.2%）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低評価・中評価レビュー（39件）から改善課題を優先度別に整理しています。S/A/B/Cの4段階で優先度を設定し、計画的な改善を推進します。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7.05点 → 目標 7.55点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55.7% → 目標 60.7%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18.2% → 目標 16.2%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チサンホテル浜松町は全体平均7.05点（10pt換算）、高評価率55.7%を達成しています。本レポートで示した改善施策を段階的に実施することで、さらなる顧客満足度向上が期待できます。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2026-03-30T05:25:32Z</dcterms:created>
  <dcterms:modified xsi:type="dcterms:W3CDTF">2026-03-30T05:25:32Z</dcterms:modified>
</cp:coreProperties>
</file>