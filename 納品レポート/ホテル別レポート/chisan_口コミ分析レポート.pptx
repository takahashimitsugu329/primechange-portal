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Agoda</c:v>
                  </c:pt>
                  <c:pt idx="1">
                    <c:v>Booking.com</c:v>
                  </c:pt>
                  <c:pt idx="2">
                    <c:v>じゃらん</c:v>
                  </c:pt>
                  <c:pt idx="3">
                    <c:v>Google</c:v>
                  </c:pt>
                  <c:pt idx="4">
                    <c:v>楽天トラベル</c:v>
                  </c:pt>
                  <c:pt idx="5">
                    <c:v>Trip.com</c:v>
                  </c:pt>
                </c:lvl>
              </c:multiLvlStrCache>
            </c:multiLvlStrRef>
          </c:cat>
          <c:val>
            <c:numRef>
              <c:f>Sheet1!$B$2:$B$7</c:f>
              <c:numCache>
                <c:formatCode>General</c:formatCode>
                <c:ptCount val="6"/>
                <c:pt idx="0">
                  <c:v>8.46</c:v>
                </c:pt>
                <c:pt idx="1">
                  <c:v>7.6</c:v>
                </c:pt>
                <c:pt idx="2">
                  <c:v>7</c:v>
                </c:pt>
                <c:pt idx="3">
                  <c:v>6.74</c:v>
                </c:pt>
                <c:pt idx="4">
                  <c:v>6.67</c:v>
                </c:pt>
                <c:pt idx="5">
                  <c:v>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47</c:v>
                </c:pt>
                <c:pt idx="1">
                  <c:v>20</c:v>
                </c:pt>
                <c:pt idx="2">
                  <c:v>16</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2点</c:v>
                  </c:pt>
                </c:lvl>
              </c:multiLvlStrCache>
            </c:multiLvlStrRef>
          </c:cat>
          <c:val>
            <c:numRef>
              <c:f>Sheet1!$B$2:$B$9</c:f>
              <c:numCache>
                <c:formatCode>General</c:formatCode>
                <c:ptCount val="8"/>
                <c:pt idx="0">
                  <c:v>16</c:v>
                </c:pt>
                <c:pt idx="1">
                  <c:v>2</c:v>
                </c:pt>
                <c:pt idx="2">
                  <c:v>29</c:v>
                </c:pt>
                <c:pt idx="3">
                  <c:v>3</c:v>
                </c:pt>
                <c:pt idx="4">
                  <c:v>16</c:v>
                </c:pt>
                <c:pt idx="5">
                  <c:v>1</c:v>
                </c:pt>
                <c:pt idx="6">
                  <c:v>10</c:v>
                </c:pt>
                <c:pt idx="7">
                  <c:v>6</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チサンホテル浜松町</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レビュー総数：83件（6サイト）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作成日：2026年3月27日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7.04</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56.6%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19.3%</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83件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古さは感じますが、綺麗に清掃がなされ、立地的に静かで良かったです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口コミを見ていて覚悟はしていたが、設備としては古めのホテルでした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近くの中華もリーズナブルで美味しかった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壁は凄く薄くて隣の人の物音などがハッキリと聞こえる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古さは感じますが、綺麗に清掃がなされ、立地的に静かで良かったです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お風呂やトイレの老朽化も凄く… もう泊まらないと思います…</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7.04</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56.6%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19.3%</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83件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Agoda(8.46)が最高スコア。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Trip.com(6.0)が相対的に低い。口コミ返信の強化が急務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47件（56.6%）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20件（24.1%）</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16件（19.3%）</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古さは感じますが、綺麗に清掃がなされ、立地的に静かで良かったです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「近くにイオンのスーパーがあり便利 近くにイオンのスーパーがあり便利」</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口コミを見ていて覚悟はしていたが、設備としては古めのホテルでした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「設備は若干古いですが特に過不足なく不便は感じませんでした」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近くの中華もリーズナブルで美味しかった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「朝ごはんは美味しかったですが、メインのタンパク質が少ない気がした」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古さは感じますが、綺麗に清掃がなされ、立地的に静かで良かったです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「ホテルや客室内は綺麗に保たれています」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父（78）私（48）息子（21）の3世代でおそらく最初で最後の家族旅行をしました｡ 駅からも近く立地よく、サービス...</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「スタッフの対応が良かったです」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9件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近くにイオンのスーパーがあり便利 近くにイオンのスーパーがあり便利</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「近くの三田駅まで徒歩8分程度、近くのコンビニも深夜帯は閉まっているので徒歩7分程度かかるので、ホテルにチェックイン...」</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壁は凄く薄くて隣の人の物音などがハッキリと聞こえる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古さは感じますが、綺麗に清掃がなされ、立地的に静かで良かったです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お風呂やトイレの老朽化も凄く… もう泊まらないと思います…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駐車場はとにかく狭い間に停めるのはいいけど端とかはほんと狭くて危うくぶつけそうになるから大きい車で来る際は注意が必要</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宿は禁煙ルームにも関わらずタバコのような匂いがしたのは残念だった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共同エアコン、、、 暑かったです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線路沿線なので、騒音が苦手な方は耳栓が必要かもしれませんが、窓にふすまが付いており、ふすまを閉めれば、私は気になら...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宿は禁煙ルームにも関わらずタバコのような匂いがしたのは残念だった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ごはんは品数はほどほどであるが、どれも美味しい お風呂は大浴場はなく、汚くはないが綺麗でもない ごはんは品数はほど...</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7.04点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7.5点以上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56.6%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67%以上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19.3%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14%以下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Trip.com平均評価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防音性能クレーム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チサンホテル浜松町 口コミ分析改善レポート</dc:title>
  <dc:subject>PptxGenJS Presentation</dc:subject>
  <dc:creator>Hotel Consulting</dc:creator>
  <cp:lastModifiedBy>Hotel Consulting</cp:lastModifiedBy>
  <cp:revision>1</cp:revision>
  <dcterms:created xsi:type="dcterms:W3CDTF">2026-03-27T00:18:58Z</dcterms:created>
  <dcterms:modified xsi:type="dcterms:W3CDTF">2026-03-27T00:18:58Z</dcterms:modified>
</cp:coreProperties>
</file>