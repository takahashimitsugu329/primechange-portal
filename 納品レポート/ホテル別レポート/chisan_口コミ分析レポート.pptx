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Booking.com</c:v>
                  </c:pt>
                  <c:pt idx="3">
                    <c:v>楽天トラベル</c:v>
                  </c:pt>
                  <c:pt idx="4">
                    <c:v>Google</c:v>
                  </c:pt>
                  <c:pt idx="5">
                    <c:v>Trip.com</c:v>
                  </c:pt>
                </c:lvl>
              </c:multiLvlStrCache>
            </c:multiLvlStrRef>
          </c:cat>
          <c:val>
            <c:numRef>
              <c:f>Sheet1!$B$2:$B$7</c:f>
              <c:numCache>
                <c:formatCode>General</c:formatCode>
                <c:ptCount val="6"/>
                <c:pt idx="0">
                  <c:v>7.43</c:v>
                </c:pt>
                <c:pt idx="1">
                  <c:v>6.67</c:v>
                </c:pt>
                <c:pt idx="2">
                  <c:v>6.6</c:v>
                </c:pt>
                <c:pt idx="3">
                  <c:v>6.4</c:v>
                </c:pt>
                <c:pt idx="4">
                  <c:v>6.38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29</c:v>
                </c:pt>
                <c:pt idx="1">
                  <c:v>19</c:v>
                </c:pt>
                <c:pt idx="2">
                  <c:v>15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9</c:v>
                </c:pt>
                <c:pt idx="1">
                  <c:v>20</c:v>
                </c:pt>
                <c:pt idx="2">
                  <c:v>3</c:v>
                </c:pt>
                <c:pt idx="3">
                  <c:v>14</c:v>
                </c:pt>
                <c:pt idx="4">
                  <c:v>2</c:v>
                </c:pt>
                <c:pt idx="5">
                  <c:v>7</c:v>
                </c:pt>
                <c:pt idx="6">
                  <c:v>2</c:v>
                </c:pt>
                <c:pt idx="7">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การเดินทางสะดวกมากๆและที่พักอยู่มนทำเลที่ดี พนักงานบริการ...</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それなりの古さも感じましたが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トイレを流した時の音が異常にうるさい・・隣の部屋の音も聞こえるし、自分の部屋の音も聞こえていたと思う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23.8%</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じゃらん(7.43)が最高スコア。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29件（46.0%）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19件（30.2%）</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15件（23.8%）</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「駅が近いのと、コンビニがすぐ近くにあるのが嬉しい」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การเดินทางสะดวกมากๆและที่พักอยู่มนทำเลที่ดี พนักงานบริการ...</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スタッフのサービスも素晴らしかったです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「設備が古く、サービスも良くないです」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部屋は清潔で気持ちよく過ごせました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「清潔なお部屋でした 浜松町駅から結構歩きました」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それなりの古さも感じましたが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トイレを流した時の音が異常にうるさい・・隣の部屋の音も聞こえるし、自分の部屋の音も聞こえていたと思う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19%以下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2026-04-08T00:30:50Z</dcterms:created>
  <dcterms:modified xsi:type="dcterms:W3CDTF">2026-04-08T00:30:50Z</dcterms:modified>
</cp:coreProperties>
</file>