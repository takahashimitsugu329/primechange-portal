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Google</c:v>
                  </c:pt>
                  <c:pt idx="3">
                    <c:v>楽天トラベル</c:v>
                  </c:pt>
                  <c:pt idx="4">
                    <c:v>Booking.com</c:v>
                  </c:pt>
                  <c:pt idx="5">
                    <c:v>Trip.com</c:v>
                  </c:pt>
                </c:lvl>
              </c:multiLvlStrCache>
            </c:multiLvlStrRef>
          </c:cat>
          <c:val>
            <c:numRef>
              <c:f>Sheet1!$B$2:$B$7</c:f>
              <c:numCache>
                <c:formatCode>General</c:formatCode>
                <c:ptCount val="6"/>
                <c:pt idx="0">
                  <c:v>7</c:v>
                </c:pt>
                <c:pt idx="1">
                  <c:v>6.88</c:v>
                </c:pt>
                <c:pt idx="2">
                  <c:v>6.46</c:v>
                </c:pt>
                <c:pt idx="3">
                  <c:v>6.42</c:v>
                </c:pt>
                <c:pt idx="4">
                  <c:v>6.25</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c:v>
                </c:pt>
                <c:pt idx="1">
                  <c:v>17</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6</c:v>
                </c:pt>
                <c:pt idx="1">
                  <c:v>19</c:v>
                </c:pt>
                <c:pt idx="2">
                  <c:v>3</c:v>
                </c:pt>
                <c:pt idx="3">
                  <c:v>13</c:v>
                </c:pt>
                <c:pt idx="4">
                  <c:v>1</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駅から少し歩くが、不便ないロケーション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築年数を感じる室内でしたが、綺麗にされていました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部屋は狭く風呂とトイレも旧式のユニットバスで非常に狭かった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25件（46.3%）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17件（31.5%）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駅から少し歩くが、不便ないロケーション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「品川駅や田町駅から少し距離があり、雨の日だったので傘をさしても少しズボンが濡れてしまった」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チェックアウト時間ギリギリで退室だったのてすが、メイキングスタッフの方が笑顔で声かけてくれ、快く送り出してくれました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「建物は古い感じで、部屋のトイレのウォシュレットの使い方が不便で、フロントフロアのトイレを使用しました」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部屋は狭く風呂とトイレも旧式のユニットバスで非常に狭かった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2026-04-15T23:40:58Z</dcterms:created>
  <dcterms:modified xsi:type="dcterms:W3CDTF">2026-04-15T23:40:58Z</dcterms:modified>
</cp:coreProperties>
</file>