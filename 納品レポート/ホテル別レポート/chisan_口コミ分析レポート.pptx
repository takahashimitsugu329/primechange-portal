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7.93</c:v>
                </c:pt>
                <c:pt idx="1">
                  <c:v>6.91</c:v>
                </c:pt>
                <c:pt idx="2">
                  <c:v>6.83</c:v>
                </c:pt>
                <c:pt idx="3">
                  <c:v>6.73</c:v>
                </c:pt>
                <c:pt idx="4">
                  <c:v>6.65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</c:v>
                </c:pt>
                <c:pt idx="1">
                  <c:v>2</c:v>
                </c:pt>
                <c:pt idx="2">
                  <c:v>30</c:v>
                </c:pt>
                <c:pt idx="3">
                  <c:v>3</c:v>
                </c:pt>
                <c:pt idx="4">
                  <c:v>20</c:v>
                </c:pt>
                <c:pt idx="5">
                  <c:v>1</c:v>
                </c:pt>
                <c:pt idx="6">
                  <c:v>10</c:v>
                </c:pt>
                <c:pt idx="7">
                  <c:v>2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レビュー総数：92件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49件（53.3%）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24件（26.1%）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19件（20.7%）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6.89点 → 目標 7.39点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53.3% → 目標 58.3%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20.7% → 目標 18.7%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チサンホテル浜松町は全体平均6.89点（10pt換算）、高評価率53.3%を達成しています。本レポートで示した改善施策を段階的に実施することで、さらなる顧客満足度向上が期待できます。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2026-04-01T23:09:59Z</dcterms:created>
  <dcterms:modified xsi:type="dcterms:W3CDTF">2026-04-01T23:09:59Z</dcterms:modified>
</cp:coreProperties>
</file>