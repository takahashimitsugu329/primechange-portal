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Booking.com</c:v>
                  </c:pt>
                  <c:pt idx="2">
                    <c:v>じゃらん</c:v>
                  </c:pt>
                  <c:pt idx="3">
                    <c:v>Google</c:v>
                  </c:pt>
                  <c:pt idx="4">
                    <c:v>楽天トラベル</c:v>
                  </c:pt>
                  <c:pt idx="5">
                    <c:v>Trip.com</c:v>
                  </c:pt>
                </c:lvl>
              </c:multiLvlStrCache>
            </c:multiLvlStrRef>
          </c:cat>
          <c:val>
            <c:numRef>
              <c:f>Sheet1!$B$2:$B$7</c:f>
              <c:numCache>
                <c:formatCode>General</c:formatCode>
                <c:ptCount val="6"/>
                <c:pt idx="0">
                  <c:v>8.29</c:v>
                </c:pt>
                <c:pt idx="1">
                  <c:v>7.6</c:v>
                </c:pt>
                <c:pt idx="2">
                  <c:v>7</c:v>
                </c:pt>
                <c:pt idx="3">
                  <c:v>6.74</c:v>
                </c:pt>
                <c:pt idx="4">
                  <c:v>6.67</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47</c:v>
                </c:pt>
                <c:pt idx="1">
                  <c:v>21</c:v>
                </c:pt>
                <c:pt idx="2">
                  <c:v>16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16</c:v>
                </c:pt>
                <c:pt idx="1">
                  <c:v>2</c:v>
                </c:pt>
                <c:pt idx="2">
                  <c:v>29</c:v>
                </c:pt>
                <c:pt idx="3">
                  <c:v>3</c:v>
                </c:pt>
                <c:pt idx="4">
                  <c:v>17</c:v>
                </c:pt>
                <c:pt idx="5">
                  <c:v>1</c:v>
                </c:pt>
                <c:pt idx="6">
                  <c:v>10</c:v>
                </c:pt>
                <c:pt idx="7">
                  <c:v>6</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7.02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56.0%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19.0%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浜松町駅から徒歩11分程度かかるところと、 年季がはいっている建物なので客室の壁に小さな穴が空いていたり浴室に落ち...</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口コミを見ていて覚悟はしていたが、設備としては古めのホテルでした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フロントの接客も概ね良好、 朝食会場のバイキングが他のビジネスホテルに比べて豪華な気がしました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浜松町駅から徒歩11分程度かかるところと、 年季がはいっている建物なので客室の壁に小さな穴が空いていたり浴室に落ち...</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壁は凄く薄くて隣の人の物音などがハッキリと聞こえる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浜松町駅から徒歩11分程度かかるところと、 年季がはいっている建物なので客室の壁に小さな穴が空いていたり浴室に落ち...</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7.02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56.0%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19.0%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Agoda(8.29)が最高スコア。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47件（56.0%）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21件（25.0%）</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16件（19.0%）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「古さは感じますが、綺麗に清掃がなされ、立地的に静かで良かったです」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口コミを見ていて覚悟はしていたが、設備としては古めのホテルでした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「設備は若干古いですが特に過不足なく不便は感じませんでした」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「近くの中華もリーズナブルで美味しかった」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古さは感じますが、綺麗に清掃がなされ、立地的に静かで良かったです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「ホテルや客室内は綺麗に保たれています」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「父（78）私（48）息子（21）の3世代でおそらく最初で最後の家族旅行をしました｡ 駅からも近く立地よく、サービス...」</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「近くの中華もリーズナブルで美味しかった」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壁は凄く薄くて隣の人の物音などがハッキリと聞こえる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共同エアコン、、、 暑かったです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56.0%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19.0%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14%以下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2026-03-27T23:58:18Z</dcterms:created>
  <dcterms:modified xsi:type="dcterms:W3CDTF">2026-03-27T23:58:18Z</dcterms:modified>
</cp:coreProperties>
</file>