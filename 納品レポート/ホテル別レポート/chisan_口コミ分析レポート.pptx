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Booking.com</c:v>
                  </c:pt>
                  <c:pt idx="2">
                    <c:v>Trip.com</c:v>
                  </c:pt>
                  <c:pt idx="3">
                    <c:v>じゃらん</c:v>
                  </c:pt>
                  <c:pt idx="4">
                    <c:v>Google</c:v>
                  </c:pt>
                  <c:pt idx="5">
                    <c:v>楽天トラベル</c:v>
                  </c:pt>
                </c:lvl>
              </c:multiLvlStrCache>
            </c:multiLvlStrRef>
          </c:cat>
          <c:val>
            <c:numRef>
              <c:f>Sheet1!$B$2:$B$7</c:f>
              <c:numCache>
                <c:formatCode>General</c:formatCode>
                <c:ptCount val="6"/>
                <c:pt idx="0">
                  <c:v>8.67</c:v>
                </c:pt>
                <c:pt idx="1">
                  <c:v>7</c:v>
                </c:pt>
                <c:pt idx="2">
                  <c:v>7</c:v>
                </c:pt>
                <c:pt idx="3">
                  <c:v>6.89</c:v>
                </c:pt>
                <c:pt idx="4">
                  <c:v>6.74</c:v>
                </c:pt>
                <c:pt idx="5">
                  <c:v>6.73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43</c:v>
                </c:pt>
                <c:pt idx="1">
                  <c:v>18</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15</c:v>
                </c:pt>
                <c:pt idx="1">
                  <c:v>2</c:v>
                </c:pt>
                <c:pt idx="2">
                  <c:v>26</c:v>
                </c:pt>
                <c:pt idx="3">
                  <c:v>2</c:v>
                </c:pt>
                <c:pt idx="4">
                  <c:v>15</c:v>
                </c:pt>
                <c:pt idx="5">
                  <c:v>1</c:v>
                </c:pt>
                <c:pt idx="6">
                  <c:v>9</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57.3%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近くにイオンのスーパーがあり便利 近くにイオンのスーパーがあり便利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近くの中華もリーズナブルで美味しかった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電車の音が気になり、眠れませんでした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設備は若干古いですが特に過不足なく不便は感じませんでした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トイレの換気扇が効いてない感じでした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7.08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57.3%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18.7%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Agoda(8.67)が最高スコア。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43件（57.3%）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18件（24.0%）</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14件（18.7%）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「立地がとてもよくあらゆる方面に移動がものすごい楽」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「設備は最近のものに比べれば、やや古い感はありますが、必要にして多すぎず、かつキレイ整えられてるので、良い印象が増します」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近くの中華もリーズナブルで美味しかった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「朝ごはんは美味しかったですが、メインのタンパク質が少ない気がした」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ホテルや客室内は綺麗に保たれています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父（78）私（48）息子（21）の3世代でおそらく最初で最後の家族旅行をしました｡ 駅からも近く立地よく、サービス...</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「スタッフの対応が良かったです」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近くにイオンのスーパーがあり便利 近くにイオンのスーパーがあり便利</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「近くの三田駅まで徒歩8分程度、近くのコンビニも深夜帯は閉まっているので徒歩7分程度かかるので、ホテルにチェックイン...」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電車の音が気になり、眠れませんでした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設備は若干古いですが特に過不足なく不便は感じませんでした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トイレの換気扇が効いてない感じでした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共同エアコン、、、 暑かったです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57.3%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18.7%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14%以下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防音性能クレーム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2026-03-23T00:05:49Z</dcterms:created>
  <dcterms:modified xsi:type="dcterms:W3CDTF">2026-03-23T00:05:49Z</dcterms:modified>
</cp:coreProperties>
</file>