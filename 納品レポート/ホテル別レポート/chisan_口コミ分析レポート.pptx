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Agoda</c:v>
                  </c:pt>
                  <c:pt idx="1">
                    <c:v>Booking.com</c:v>
                  </c:pt>
                  <c:pt idx="2">
                    <c:v>Trip.com</c:v>
                  </c:pt>
                  <c:pt idx="3">
                    <c:v>じゃらん</c:v>
                  </c:pt>
                  <c:pt idx="4">
                    <c:v>Google</c:v>
                  </c:pt>
                  <c:pt idx="5">
                    <c:v>楽天トラベル</c:v>
                  </c:pt>
                </c:lvl>
              </c:multiLvlStrCache>
            </c:multiLvlStrRef>
          </c:cat>
          <c:val>
            <c:numRef>
              <c:f>Sheet1!$B$2:$B$7</c:f>
              <c:numCache>
                <c:formatCode>General</c:formatCode>
                <c:ptCount val="6"/>
                <c:pt idx="0">
                  <c:v>8.73</c:v>
                </c:pt>
                <c:pt idx="1">
                  <c:v>7</c:v>
                </c:pt>
                <c:pt idx="2">
                  <c:v>7</c:v>
                </c:pt>
                <c:pt idx="3">
                  <c:v>7</c:v>
                </c:pt>
                <c:pt idx="4">
                  <c:v>6.62</c:v>
                </c:pt>
                <c:pt idx="5">
                  <c:v>6.59</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38</c:v>
                </c:pt>
                <c:pt idx="1">
                  <c:v>15</c:v>
                </c:pt>
                <c:pt idx="2">
                  <c:v>13</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2点</c:v>
                  </c:pt>
                </c:lvl>
              </c:multiLvlStrCache>
            </c:multiLvlStrRef>
          </c:cat>
          <c:val>
            <c:numRef>
              <c:f>Sheet1!$B$2:$B$9</c:f>
              <c:numCache>
                <c:formatCode>General</c:formatCode>
                <c:ptCount val="8"/>
                <c:pt idx="0">
                  <c:v>13</c:v>
                </c:pt>
                <c:pt idx="1">
                  <c:v>2</c:v>
                </c:pt>
                <c:pt idx="2">
                  <c:v>23</c:v>
                </c:pt>
                <c:pt idx="3">
                  <c:v>1</c:v>
                </c:pt>
                <c:pt idx="4">
                  <c:v>13</c:v>
                </c:pt>
                <c:pt idx="5">
                  <c:v>1</c:v>
                </c:pt>
                <c:pt idx="6">
                  <c:v>8</c:v>
                </c:pt>
                <c:pt idx="7">
                  <c:v>5</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チサンホテル浜松町</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レビュー総数：66件（6サイト）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作成日：2026年3月18日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7.03</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57.6%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19.7%</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66件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立地が良く便利 立地が良く便利</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部屋のWi-Fiが弱く且つ安定してなかった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朝食のバイキングも、種類も沢山あるので、連泊でも飽きないです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古くてずっと音が鳴ってて怖かったです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施設が古いのは仕方ないですね</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ユニットバスに関しては、とても古く便座も冷たいので座るのに要注意</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7.03</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57.6%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19.7%</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66件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Agoda(8.73)が最高スコア。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3.31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6.59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38件（57.6%）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15件（22.7%）</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13件（19.7%）</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立地が良く便利 立地が良く便利</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「国際展示場や都心のアクセスがよかったです」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部屋のWi-Fiが弱く且つ安定してなかった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「駅から近くコスパ良き 設備が古い 設備が古い」</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朝食のバイキングも、種類も沢山あるので、連泊でも飽きないです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「朝食はバリエーション豊富で楽しめました 部屋のWi-Fiが弱く且つ安定してなかった」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ごはんは品数はほどほどであるが、どれも美味しい お風呂は大浴場はなく、汚くはないが綺麗でもない ごはんは品数はほど...</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「換気をしようと窓を開けると、清掃されてないようなサッシ部分」</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9件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接客はとても良くて大浴場は広くてサウナもあるから嬉しかった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「喫煙で予約してたが禁煙シングルを希望したら柔軟に対応頂けた」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7件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コスパ最高</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「コスパ良しです」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古くてずっと音が鳴ってて怖かったです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施設が古いのは仕方ないですね</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ユニットバスに関しては、とても古く便座も冷たいので座るのに要注意</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駐車場はとにかく狭い間に停めるのはいいけど端とかはほんと狭くて危うくぶつけそうになるから大きい車で来る際は注意が必要</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宿は禁煙ルームにも関わらずタバコのような匂いがしたのは残念だった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共同エアコン、、、 暑かったです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宿は禁煙ルームにも関わらずタバコのような匂いがしたのは残念だった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ごはんは品数はほどほどであるが、どれも美味しい お風呂は大浴場はなく、汚くはないが綺麗でもない ごはんは品数はほど...</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換気をしようと窓を開けると、清掃されてないようなサッシ部分</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7.03点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7.5点以上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57.6%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68%以上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19.7%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15%以下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防音性能クレーム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約11件/期間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5件以下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チサンホテル浜松町 口コミ分析改善レポート</dc:title>
  <dc:subject>PptxGenJS Presentation</dc:subject>
  <dc:creator>Hotel Consulting</dc:creator>
  <cp:lastModifiedBy>Hotel Consulting</cp:lastModifiedBy>
  <cp:revision>1</cp:revision>
  <dcterms:created xsi:type="dcterms:W3CDTF">2026-03-18T01:37:43Z</dcterms:created>
  <dcterms:modified xsi:type="dcterms:W3CDTF">2026-03-18T01:37:43Z</dcterms:modified>
</cp:coreProperties>
</file>