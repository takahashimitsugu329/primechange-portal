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6.52点 → 目標 7.02点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46.3% → 目標 51.3%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22.2% → 目標 20.2%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チサンホテル浜松町は全体平均6.52点（10pt換算）、高評価率46.3%を達成しています。本レポートで示した改善施策を段階的に実施することで、さらなる顧客満足度向上が期待できます。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