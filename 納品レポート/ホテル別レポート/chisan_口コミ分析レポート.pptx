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Booking.com</c:v>
                  </c:pt>
                  <c:pt idx="2">
                    <c:v>Trip.com</c:v>
                  </c:pt>
                  <c:pt idx="3">
                    <c:v>じゃらん</c:v>
                  </c:pt>
                  <c:pt idx="4">
                    <c:v>Google</c:v>
                  </c:pt>
                  <c:pt idx="5">
                    <c:v>楽天トラベル</c:v>
                  </c:pt>
                </c:lvl>
              </c:multiLvlStrCache>
            </c:multiLvlStrRef>
          </c:cat>
          <c:val>
            <c:numRef>
              <c:f>Sheet1!$B$2:$B$7</c:f>
              <c:numCache>
                <c:formatCode>General</c:formatCode>
                <c:ptCount val="6"/>
                <c:pt idx="0">
                  <c:v>8.73</c:v>
                </c:pt>
                <c:pt idx="1">
                  <c:v>7</c:v>
                </c:pt>
                <c:pt idx="2">
                  <c:v>7</c:v>
                </c:pt>
                <c:pt idx="3">
                  <c:v>7</c:v>
                </c:pt>
                <c:pt idx="4">
                  <c:v>6.82</c:v>
                </c:pt>
                <c:pt idx="5">
                  <c:v>6.59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39</c:v>
                </c:pt>
                <c:pt idx="1">
                  <c:v>15</c:v>
                </c:pt>
                <c:pt idx="2">
                  <c:v>13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14</c:v>
                </c:pt>
                <c:pt idx="1">
                  <c:v>2</c:v>
                </c:pt>
                <c:pt idx="2">
                  <c:v>23</c:v>
                </c:pt>
                <c:pt idx="3">
                  <c:v>1</c:v>
                </c:pt>
                <c:pt idx="4">
                  <c:v>13</c:v>
                </c:pt>
                <c:pt idx="5">
                  <c:v>1</c:v>
                </c:pt>
                <c:pt idx="6">
                  <c:v>8</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58.2%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19.4%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立地が良く便利 立地が良く便利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部屋のWi-Fiが弱く且つ安定してなかった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朝食のバイキングも、種類も沢山あるので、連泊でも飽きないです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古くてずっと音が鳴ってて怖かったです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施設が古いのは仕方ないですね</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ユニットバスに関しては、とても古く便座も冷たいので座るのに要注意</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58.2%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19.4%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Agoda(8.73)が最高スコア。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39件（58.2%）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15件（22.4%）</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13件（19.4%）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立地が良く便利 立地が良く便利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「国際展示場や都心のアクセスがよかったです」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部屋のWi-Fiが弱く且つ安定してなかった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「駅から近くコスパ良き 設備が古い 設備が古い」</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朝食のバイキングも、種類も沢山あるので、連泊でも飽きないです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「朝食はバリエーション豊富で楽しめました 部屋のWi-Fiが弱く且つ安定してなかった」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「換気をしようと窓を開けると、清掃されてないようなサッシ部分」</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接客はとても良くて大浴場は広くてサウナもあるから嬉しかった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「喫煙で予約してたが禁煙シングルを希望したら柔軟に対応頂けた」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コスパ最高</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「コスパ良しです」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古くてずっと音が鳴ってて怖かったです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施設が古いのは仕方ないですね</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ユニットバスに関しては、とても古く便座も冷たいので座るのに要注意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共同エアコン、、、 暑かったです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換気をしようと窓を開けると、清掃されてないようなサッシ部分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58.2%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19.4%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防音性能クレーム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2026-03-19T23:27:39Z</dcterms:created>
  <dcterms:modified xsi:type="dcterms:W3CDTF">2026-03-19T23:27:39Z</dcterms:modified>
</cp:coreProperties>
</file>