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Agoda</c:v>
                  </c:pt>
                  <c:pt idx="2">
                    <c:v>Booking.com</c:v>
                  </c:pt>
                  <c:pt idx="3">
                    <c:v>楽天トラベル</c:v>
                  </c:pt>
                  <c:pt idx="4">
                    <c:v>Google</c:v>
                  </c:pt>
                  <c:pt idx="5">
                    <c:v>Trip.com</c:v>
                  </c:pt>
                </c:lvl>
              </c:multiLvlStrCache>
            </c:multiLvlStrRef>
          </c:cat>
          <c:val>
            <c:numRef>
              <c:f>Sheet1!$B$2:$B$7</c:f>
              <c:numCache>
                <c:formatCode>General</c:formatCode>
                <c:ptCount val="6"/>
                <c:pt idx="0">
                  <c:v>7.43</c:v>
                </c:pt>
                <c:pt idx="1">
                  <c:v>6.67</c:v>
                </c:pt>
                <c:pt idx="2">
                  <c:v>6.6</c:v>
                </c:pt>
                <c:pt idx="3">
                  <c:v>6.4</c:v>
                </c:pt>
                <c:pt idx="4">
                  <c:v>6.38</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29</c:v>
                </c:pt>
                <c:pt idx="1">
                  <c:v>19</c:v>
                </c:pt>
                <c:pt idx="2">
                  <c:v>15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D4A843"/>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8点</c:v>
                  </c:pt>
                  <c:pt idx="2">
                    <c:v>7点</c:v>
                  </c:pt>
                  <c:pt idx="3">
                    <c:v>6点</c:v>
                  </c:pt>
                  <c:pt idx="4">
                    <c:v>5点</c:v>
                  </c:pt>
                  <c:pt idx="5">
                    <c:v>4点</c:v>
                  </c:pt>
                  <c:pt idx="6">
                    <c:v>3点</c:v>
                  </c:pt>
                  <c:pt idx="7">
                    <c:v>2点</c:v>
                  </c:pt>
                </c:lvl>
              </c:multiLvlStrCache>
            </c:multiLvlStrRef>
          </c:cat>
          <c:val>
            <c:numRef>
              <c:f>Sheet1!$B$2:$B$9</c:f>
              <c:numCache>
                <c:formatCode>General</c:formatCode>
                <c:ptCount val="8"/>
                <c:pt idx="0">
                  <c:v>9</c:v>
                </c:pt>
                <c:pt idx="1">
                  <c:v>20</c:v>
                </c:pt>
                <c:pt idx="2">
                  <c:v>3</c:v>
                </c:pt>
                <c:pt idx="3">
                  <c:v>14</c:v>
                </c:pt>
                <c:pt idx="4">
                  <c:v>2</c:v>
                </c:pt>
                <c:pt idx="5">
                  <c:v>7</c:v>
                </c:pt>
                <c:pt idx="6">
                  <c:v>2</c:v>
                </c:pt>
                <c:pt idx="7">
                  <c:v>6</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46.0%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23.8%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การเดินทางสะดวกมากๆและที่พักอยู่มนทำเลที่ดี พนักงานบริการ...</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食事は果物が美味しかったです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การเดินทางสะดวกมากๆและที่พักอยู่มนทำเลที่ดี พนักงานบริการ...</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それなりの古さも感じましたが</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トイレを流した時の音が異常にうるさい・・隣の部屋の音も聞こえるし、自分の部屋の音も聞こえていたと思う</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トイレを流した時の音が異常にうるさい・・隣の部屋の音も聞こえるし、自分の部屋の音も聞こえていたと思う</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E74C3C"/>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E74C3C"/>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46.0%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23.8%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じゃらん(7.43)が最高スコア。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29件（46.0%）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19件（30.2%）</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15件（23.8%）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การเดินทางสะดวกมากๆและที่พักอยู่มนทำเลที่ดี พนักงานบริการ...</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「駅が近いのと、コンビニがすぐ近くにあるのが嬉しい」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食事は果物が美味しかったです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「フロントの接客も概ね良好、 朝食会場のバイキングが他のビジネスホテルに比べて豪華な気がしました」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การเดินทางสะดวกมากๆและที่พักอยู่มนทำเลที่ดี พนักงานบริการ...</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「設備が古く、サービスも良くないです」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スタッフのサービスも素晴らしかったです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「設備が古く、サービスも良くないです」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「安いです」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部屋は清潔で気持ちよく過ごせました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「清潔なお部屋でした 浜松町駅から結構歩きました」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それなりの古さも感じましたが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トイレを流した時の音が異常にうるさい・・隣の部屋の音も聞こえるし、自分の部屋の音も聞こえていたと思う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トイレを流した時の音が異常にうるさい・・隣の部屋の音も聞こえるし、自分の部屋の音も聞こえていたと思う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とても残念でした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浜松町駅から徒歩11分程度かかるところと、 年季がはいっている建物なので客室の壁に小さな穴が空いていたり浴室に落ち...</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線路沿線なので、騒音が苦手な方は耳栓が必要かもしれませんが、窓にふすまが付いており、ふすまを閉めれば、私は気になら...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6.52点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46.0%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19%以下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Trip.com平均評価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2026-04-07T00:35:02Z</dcterms:created>
  <dcterms:modified xsi:type="dcterms:W3CDTF">2026-04-07T00:35:02Z</dcterms:modified>
</cp:coreProperties>
</file>