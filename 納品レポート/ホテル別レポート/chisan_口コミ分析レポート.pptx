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6.88</c:v>
                </c:pt>
                <c:pt idx="2">
                  <c:v>6.46</c:v>
                </c:pt>
                <c:pt idx="3">
                  <c:v>6.42</c:v>
                </c:pt>
                <c:pt idx="4">
                  <c:v>6.25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8点</c:v>
                  </c:pt>
                  <c:pt idx="2">
                    <c:v>7点</c:v>
                  </c:pt>
                  <c:pt idx="3">
                    <c:v>6点</c:v>
                  </c:pt>
                  <c:pt idx="4">
                    <c:v>5点</c:v>
                  </c:pt>
                  <c:pt idx="5">
                    <c:v>4点</c:v>
                  </c:pt>
                  <c:pt idx="6">
                    <c:v>3点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19</c:v>
                </c:pt>
                <c:pt idx="2">
                  <c:v>3</c:v>
                </c:pt>
                <c:pt idx="3">
                  <c:v>13</c:v>
                </c:pt>
                <c:pt idx="4">
                  <c:v>1</c:v>
                </c:pt>
                <c:pt idx="5">
                  <c:v>5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25件（46.3%）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17件（31.5%）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12件（22.2%）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6.52点 → 目標 7.02点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46.3% → 目標 51.3%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22.2% → 目標 20.2%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チサンホテル浜松町は全体平均6.52点（10pt換算）、高評価率46.3%を達成しています。本レポートで示した改善施策を段階的に実施することで、さらなる顧客満足度向上が期待できます。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