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3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4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EA580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じゃらん</c:v>
                  </c:pt>
                  <c:pt idx="1">
                    <c:v>Agoda</c:v>
                  </c:pt>
                  <c:pt idx="2">
                    <c:v>Google</c:v>
                  </c:pt>
                  <c:pt idx="3">
                    <c:v>楽天トラベル</c:v>
                  </c:pt>
                  <c:pt idx="4">
                    <c:v>Booking.com</c:v>
                  </c:pt>
                  <c:pt idx="5">
                    <c:v>Trip.com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</c:v>
                </c:pt>
                <c:pt idx="1">
                  <c:v>6.88</c:v>
                </c:pt>
                <c:pt idx="2">
                  <c:v>6.46</c:v>
                </c:pt>
                <c:pt idx="3">
                  <c:v>6.42</c:v>
                </c:pt>
                <c:pt idx="4">
                  <c:v>6.25</c:v>
                </c:pt>
                <c:pt idx="5">
                  <c:v>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Sheet1!$A$2:$A$9</c:f>
              <c:multiLvlStrCache>
                <c:ptCount val="8"/>
                <c:lvl>
                  <c:pt idx="0">
                    <c:v>10点</c:v>
                  </c:pt>
                  <c:pt idx="1">
                    <c:v>8点</c:v>
                  </c:pt>
                  <c:pt idx="2">
                    <c:v>7点</c:v>
                  </c:pt>
                  <c:pt idx="3">
                    <c:v>6点</c:v>
                  </c:pt>
                  <c:pt idx="4">
                    <c:v>5点</c:v>
                  </c:pt>
                  <c:pt idx="5">
                    <c:v>4点</c:v>
                  </c:pt>
                  <c:pt idx="6">
                    <c:v>3点</c:v>
                  </c:pt>
                  <c:pt idx="7">
                    <c:v>2点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</c:v>
                </c:pt>
                <c:pt idx="1">
                  <c:v>19</c:v>
                </c:pt>
                <c:pt idx="2">
                  <c:v>3</c:v>
                </c:pt>
                <c:pt idx="3">
                  <c:v>13</c:v>
                </c:pt>
                <c:pt idx="4">
                  <c:v>1</c:v>
                </c:pt>
                <c:pt idx="5">
                  <c:v>5</c:v>
                </c:pt>
                <c:pt idx="6">
                  <c:v>2</c:v>
                </c:pt>
                <c:pt idx="7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レビュー総数：54件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6.52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46.3%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22.2%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6.88/10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6.88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3.23/5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6.46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3.21/5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6.42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6.25/10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25件（46.3%）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17件（31.5%）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12件（22.2%）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25件）の分析から、主要な強みテーマを抽出しています。立地・アクセス、客室清潔感、スタッフ対応が高評価の中心的テーマです。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低評価・中評価レビュー（29件）から改善課題を優先度別に整理しています。S/A/B/Cの4段階で優先度を設定し、計画的な改善を推進します。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6.52点 → 目標 7.02点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46.3% → 目標 51.3%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22.2% → 目標 20.2%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チサンホテル浜松町は全体平均6.52点（10pt換算）、高評価率46.3%を達成しています。本レポートで示した改善施策を段階的に実施することで、さらなる顧客満足度向上が期待できます。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チサンホテル浜松町 口コミ分析レポート</dc:title>
  <dc:subject>PptxGenJS Presentation</dc:subject>
  <dc:creator>PptxGenJS</dc:creator>
  <cp:lastModifiedBy>PptxGenJS</cp:lastModifiedBy>
  <cp:revision>1</cp:revision>
  <dcterms:created xsi:type="dcterms:W3CDTF">2026-04-06T23:33:23Z</dcterms:created>
  <dcterms:modified xsi:type="dcterms:W3CDTF">2026-04-06T23:33:23Z</dcterms:modified>
</cp:coreProperties>
</file>