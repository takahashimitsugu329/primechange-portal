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8.29</c:v>
                </c:pt>
                <c:pt idx="1">
                  <c:v>7</c:v>
                </c:pt>
                <c:pt idx="2">
                  <c:v>6.83</c:v>
                </c:pt>
                <c:pt idx="3">
                  <c:v>6.73</c:v>
                </c:pt>
                <c:pt idx="4">
                  <c:v>6.65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</c:v>
                </c:pt>
                <c:pt idx="1">
                  <c:v>2</c:v>
                </c:pt>
                <c:pt idx="2">
                  <c:v>30</c:v>
                </c:pt>
                <c:pt idx="3">
                  <c:v>3</c:v>
                </c:pt>
                <c:pt idx="4">
                  <c:v>19</c:v>
                </c:pt>
                <c:pt idx="5">
                  <c:v>1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49件（54.4%）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23件（25.6%）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6.94点 → 目標 7.44点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54.4% → 目標 59.4%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20.0% → 目標 18.0%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チサンホテル浜松町は全体平均6.94点（10pt換算）、高評価率54.4%を達成しています。本レポートで示した改善施策を段階的に実施することで、さらなる顧客満足度向上が期待できます。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