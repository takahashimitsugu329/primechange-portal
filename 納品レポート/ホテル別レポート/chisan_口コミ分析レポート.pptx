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じゃらん</c:v>
                  </c:pt>
                  <c:pt idx="1">
                    <c:v>Agoda</c:v>
                  </c:pt>
                  <c:pt idx="2">
                    <c:v>Google</c:v>
                  </c:pt>
                  <c:pt idx="3">
                    <c:v>楽天トラベル</c:v>
                  </c:pt>
                  <c:pt idx="4">
                    <c:v>Booking.com</c:v>
                  </c:pt>
                  <c:pt idx="5">
                    <c:v>Trip.com</c:v>
                  </c:pt>
                </c:lvl>
              </c:multiLvlStrCache>
            </c:multiLvlStrRef>
          </c:cat>
          <c:val>
            <c:numRef>
              <c:f>Sheet1!$B$2:$B$7</c:f>
              <c:numCache>
                <c:formatCode>General</c:formatCode>
                <c:ptCount val="6"/>
                <c:pt idx="0">
                  <c:v>7</c:v>
                </c:pt>
                <c:pt idx="1">
                  <c:v>6.88</c:v>
                </c:pt>
                <c:pt idx="2">
                  <c:v>6.46</c:v>
                </c:pt>
                <c:pt idx="3">
                  <c:v>6.42</c:v>
                </c:pt>
                <c:pt idx="4">
                  <c:v>6.25</c:v>
                </c:pt>
                <c:pt idx="5">
                  <c:v>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25</c:v>
                </c:pt>
                <c:pt idx="1">
                  <c:v>17</c:v>
                </c:pt>
                <c:pt idx="2">
                  <c:v>12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D4A843"/>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8点</c:v>
                  </c:pt>
                  <c:pt idx="2">
                    <c:v>7点</c:v>
                  </c:pt>
                  <c:pt idx="3">
                    <c:v>6点</c:v>
                  </c:pt>
                  <c:pt idx="4">
                    <c:v>5点</c:v>
                  </c:pt>
                  <c:pt idx="5">
                    <c:v>4点</c:v>
                  </c:pt>
                  <c:pt idx="6">
                    <c:v>3点</c:v>
                  </c:pt>
                  <c:pt idx="7">
                    <c:v>2点</c:v>
                  </c:pt>
                </c:lvl>
              </c:multiLvlStrCache>
            </c:multiLvlStrRef>
          </c:cat>
          <c:val>
            <c:numRef>
              <c:f>Sheet1!$B$2:$B$9</c:f>
              <c:numCache>
                <c:formatCode>General</c:formatCode>
                <c:ptCount val="8"/>
                <c:pt idx="0">
                  <c:v>6</c:v>
                </c:pt>
                <c:pt idx="1">
                  <c:v>19</c:v>
                </c:pt>
                <c:pt idx="2">
                  <c:v>3</c:v>
                </c:pt>
                <c:pt idx="3">
                  <c:v>13</c:v>
                </c:pt>
                <c:pt idx="4">
                  <c:v>1</c:v>
                </c:pt>
                <c:pt idx="5">
                  <c:v>5</c:v>
                </c:pt>
                <c:pt idx="6">
                  <c:v>2</c:v>
                </c:pt>
                <c:pt idx="7">
                  <c:v>5</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チサンホテル浜松町</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レビュー総数：54件（6サイト）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作成日：2026年4月10日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6.52</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46.3%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22.2%</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54件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駅から少し歩くが、不便ないロケーション</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食事は果物が美味しかったです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最低限のアメニティで手頃な価格で宿泊できるので良い</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築年数を感じる室内でしたが、綺麗にされていました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部屋は狭く風呂とトイレも旧式のユニットバスで非常に狭かった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壁は凄く薄くて隣の人の物音などがハッキリと聞こえる</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E74C3C"/>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E74C3C"/>
                </a:solidFill>
                <a:latin typeface="Arial" pitchFamily="34" charset="0"/>
                <a:ea typeface="Arial" pitchFamily="34" charset="-122"/>
                <a:cs typeface="Arial" pitchFamily="34" charset="-120"/>
              </a:rPr>
              <a:t>6.52</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46.3%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22.2%</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54件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じゃらん(7.00)が最高スコア。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Trip.com(6.0)が相対的に低い。口コミ返信の強化が急務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25件（46.3%）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17件（31.5%）</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12件（22.2%）</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駅から少し歩くが、不便ないロケーション</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「品川駅や田町駅から少し距離があり、雨の日だったので傘をさしても少しズボンが濡れてしまった」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食事は果物が美味しかったです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「フロントの接客も概ね良好、 朝食会場のバイキングが他のビジネスホテルに比べて豪華な気がしました」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最低限のアメニティで手頃な価格で宿泊できるので良い</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「ベッドの下に子どもが入ってしまって出てきたら服も髪の毛もホコリまるけでした」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最低限のアメニティで手頃な価格で宿泊できるので良い</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「安いです」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築年数を感じる室内でしたが、綺麗にされていました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「古さは感じますが、綺麗に清掃がなされ、立地的に静かで良かったです」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チェックアウト時間ギリギリで退室だったのてすが、メイキングスタッフの方が笑顔で声かけてくれ、快く送り出してくれました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「建物は古い感じで、部屋のトイレのウォシュレットの使い方が不便で、フロントフロアのトイレを使用しました」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築年数を感じる室内でしたが、綺麗にされていました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部屋は狭く風呂とトイレも旧式のユニットバスで非常に狭かった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壁は凄く薄くて隣の人の物音などがハッキリと聞こえる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とても残念でした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浜松町駅から徒歩11分程度かかるところと、 年季がはいっている建物なので客室の壁に小さな穴が空いていたり浴室に落ち...</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宿は禁煙ルームにも関わらずタバコのような匂いがしたのは残念だった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ごはんは品数はほどほどであるが、どれも美味しい お風呂は大浴場はなく、汚くはないが綺麗でもない ごはんは品数はほど...</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線路沿線なので、騒音が苦手な方は耳栓が必要かもしれませんが、窓にふすまが付いており、ふすまを閉めれば、私は気になら...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駐車場はとにかく狭い間に停めるのはいいけど端とかはほんと狭くて危うくぶつけそうになるから大きい車で来る際は注意が必要</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6.52点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46.3%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56%以上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22.2%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17%以下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Trip.com平均評価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設備の老朽化クレーム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約12件/期間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チサンホテル浜松町 口コミ分析改善レポート</dc:title>
  <dc:subject>PptxGenJS Presentation</dc:subject>
  <dc:creator>Hotel Consulting</dc:creator>
  <cp:lastModifiedBy>Hotel Consulting</cp:lastModifiedBy>
  <cp:revision>1</cp:revision>
  <dcterms:created xsi:type="dcterms:W3CDTF">2026-04-10T23:34:12Z</dcterms:created>
  <dcterms:modified xsi:type="dcterms:W3CDTF">2026-04-10T23:34:12Z</dcterms:modified>
</cp:coreProperties>
</file>