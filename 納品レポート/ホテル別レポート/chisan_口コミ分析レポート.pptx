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Agoda</c:v>
                  </c:pt>
                  <c:pt idx="1">
                    <c:v>Booking.com</c:v>
                  </c:pt>
                  <c:pt idx="2">
                    <c:v>Trip.com</c:v>
                  </c:pt>
                  <c:pt idx="3">
                    <c:v>じゃらん</c:v>
                  </c:pt>
                  <c:pt idx="4">
                    <c:v>楽天トラベル</c:v>
                  </c:pt>
                  <c:pt idx="5">
                    <c:v>Google</c:v>
                  </c:pt>
                </c:lvl>
              </c:multiLvlStrCache>
            </c:multiLvlStrRef>
          </c:cat>
          <c:val>
            <c:numRef>
              <c:f>Sheet1!$B$2:$B$7</c:f>
              <c:numCache>
                <c:formatCode>General</c:formatCode>
                <c:ptCount val="6"/>
                <c:pt idx="0">
                  <c:v>8.67</c:v>
                </c:pt>
                <c:pt idx="1">
                  <c:v>7</c:v>
                </c:pt>
                <c:pt idx="2">
                  <c:v>7</c:v>
                </c:pt>
                <c:pt idx="3">
                  <c:v>6.89</c:v>
                </c:pt>
                <c:pt idx="4">
                  <c:v>6.81</c:v>
                </c:pt>
                <c:pt idx="5">
                  <c:v>6.74</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45</c:v>
                </c:pt>
                <c:pt idx="1">
                  <c:v>18</c:v>
                </c:pt>
                <c:pt idx="2">
                  <c:v>14</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15</c:v>
                </c:pt>
                <c:pt idx="1">
                  <c:v>2</c:v>
                </c:pt>
                <c:pt idx="2">
                  <c:v>28</c:v>
                </c:pt>
                <c:pt idx="3">
                  <c:v>2</c:v>
                </c:pt>
                <c:pt idx="4">
                  <c:v>15</c:v>
                </c:pt>
                <c:pt idx="5">
                  <c:v>1</c:v>
                </c:pt>
                <c:pt idx="6">
                  <c:v>9</c:v>
                </c:pt>
                <c:pt idx="7">
                  <c:v>5</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チサンホテル浜松町</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レビュー総数：77件（6サイト）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作成日：2026年3月24日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7.10</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58.4%</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18.2%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77件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近くにイオンのスーパーがあり便利 近くにイオンのスーパーがあり便利</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設備は若干古いですが特に過不足なく不便は感じませんでした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近くの中華もリーズナブルで美味しかった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電車の音が気になり、眠れませんでした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設備は若干古いですが特に過不足なく不便は感じませんでした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トイレの換気扇が効いてない感じでした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7.10</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58.4%</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18.2%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77件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Agoda(8.67)が最高スコア。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45件（58.4%）</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18件（23.4%）</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14件（18.2%）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近くにイオンのスーパーがあり便利 近くにイオンのスーパーがあり便利</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「立地がとてもよくあらゆる方面に移動がものすごい楽」</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設備は若干古いですが特に過不足なく不便は感じませんでした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「設備は最近のものに比べれば、やや古い感はありますが、必要にして多すぎず、かつキレイ整えられてるので、良い印象が増します」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近くの中華もリーズナブルで美味しかった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「朝ごはんは美味しかったですが、メインのタンパク質が少ない気がした」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ホテルや客室内は綺麗に保たれています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「部屋はとてもきれいでした」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父（78）私（48）息子（21）の3世代でおそらく最初で最後の家族旅行をしました｡ 駅からも近く立地よく、サービス...</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「スタッフの対応が良かったです」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近くにイオンのスーパーがあり便利 近くにイオンのスーパーがあり便利</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「近くの三田駅まで徒歩8分程度、近くのコンビニも深夜帯は閉まっているので徒歩7分程度かかるので、ホテルにチェックイン...」</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電車の音が気になり、眠れませんでした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設備は若干古いですが特に過不足なく不便は感じませんでした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トイレの換気扇が効いてない感じでした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駐車場はとにかく狭い間に停めるのはいいけど端とかはほんと狭くて危うくぶつけそうになるから大きい車で来る際は注意が必要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共同エアコン、、、 暑かったです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線路沿線なので、騒音が苦手な方は耳栓が必要かもしれませんが、窓にふすまが付いており、ふすまを閉めれば、私は気になら...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ごはんは品数はほどほどであるが、どれも美味しい お風呂は大浴場はなく、汚くはないが綺麗でもない ごはんは品数はほど...</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58.4%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18.2%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13%以下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防音性能クレーム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約14件/期間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チサンホテル浜松町 口コミ分析改善レポート</dc:title>
  <dc:subject>PptxGenJS Presentation</dc:subject>
  <dc:creator>Hotel Consulting</dc:creator>
  <cp:lastModifiedBy>Hotel Consulting</cp:lastModifiedBy>
  <cp:revision>1</cp:revision>
  <dcterms:created xsi:type="dcterms:W3CDTF">2026-03-24T01:12:42Z</dcterms:created>
  <dcterms:modified xsi:type="dcterms:W3CDTF">2026-03-24T01:12:42Z</dcterms:modified>
</cp:coreProperties>
</file>