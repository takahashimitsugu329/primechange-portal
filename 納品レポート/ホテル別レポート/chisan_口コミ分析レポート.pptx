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Agoda</c:v>
                  </c:pt>
                  <c:pt idx="1">
                    <c:v>Booking.com</c:v>
                  </c:pt>
                  <c:pt idx="2">
                    <c:v>Trip.com</c:v>
                  </c:pt>
                  <c:pt idx="3">
                    <c:v>じゃらん</c:v>
                  </c:pt>
                  <c:pt idx="4">
                    <c:v>Google</c:v>
                  </c:pt>
                  <c:pt idx="5">
                    <c:v>楽天トラベル</c:v>
                  </c:pt>
                </c:lvl>
              </c:multiLvlStrCache>
            </c:multiLvlStrRef>
          </c:cat>
          <c:val>
            <c:numRef>
              <c:f>Sheet1!$B$2:$B$7</c:f>
              <c:numCache>
                <c:formatCode>General</c:formatCode>
                <c:ptCount val="6"/>
                <c:pt idx="0">
                  <c:v>8.73</c:v>
                </c:pt>
                <c:pt idx="1">
                  <c:v>7</c:v>
                </c:pt>
                <c:pt idx="2">
                  <c:v>7</c:v>
                </c:pt>
                <c:pt idx="3">
                  <c:v>7</c:v>
                </c:pt>
                <c:pt idx="4">
                  <c:v>6.82</c:v>
                </c:pt>
                <c:pt idx="5">
                  <c:v>6.73</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41</c:v>
                </c:pt>
                <c:pt idx="1">
                  <c:v>16</c:v>
                </c:pt>
                <c:pt idx="2">
                  <c:v>13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15</c:v>
                </c:pt>
                <c:pt idx="1">
                  <c:v>2</c:v>
                </c:pt>
                <c:pt idx="2">
                  <c:v>24</c:v>
                </c:pt>
                <c:pt idx="3">
                  <c:v>1</c:v>
                </c:pt>
                <c:pt idx="4">
                  <c:v>14</c:v>
                </c:pt>
                <c:pt idx="5">
                  <c:v>1</c:v>
                </c:pt>
                <c:pt idx="6">
                  <c:v>8</c:v>
                </c:pt>
                <c:pt idx="7">
                  <c:v>5</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チサンホテル浜松町</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レビュー総数：70件（6サイト）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7.11</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58.6%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18.6%</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駅に近く、隣のビル一階にコンビニやドラッグストア、マクドも入って利便性は非常に良いです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設備は若干古いですが特に過不足なく不便は感じませんでした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そして、何より朝食が美味しいのが、最大の魅力です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設備は若干古いですが特に過不足なく不便は感じませんでした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一方で、駅に近い分部屋によっては常に電車が行き来する音がするのと、水回りの音がやや響きやすい点が気になりました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一方で、駅に近い分部屋によっては常に電車が行き来する音がするのと、水回りの音がやや響きやすい点が気になりました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7.11</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58.6%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18.6%</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Agoda(8.73)が最高スコア。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6.73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41件（58.6%）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16件（22.9%）</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13件（18.6%）</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駅に近く、隣のビル一階にコンビニやドラッグストア、マクドも入って利便性は非常に良いです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「また、近くにコンビニがあるので、足りないと思うものは買いに行けるのも良いです」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設備は若干古いですが特に過不足なく不便は感じませんでした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「設備は最近のものに比べれば、やや古い感はありますが、必要にして多すぎず、かつキレイ整えられてるので、良い印象が増します」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そして、何より朝食が美味しいのが、最大の魅力です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「朝食のバイキングも、種類も沢山あるので、連泊でも飽きないです」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部屋はとてもきれいでした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「設備は最近のものに比べれば、やや古い感はありますが、必要にして多すぎず、かつキレイ整えられてるので、良い印象が増します」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接客はとても良くて大浴場は広くてサウナもあるから嬉しかった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「喫煙で予約してたが禁煙シングルを希望したら柔軟に対応頂けた」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コスパ最高</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「コスパ良しです」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設備は若干古いですが特に過不足なく不便は感じませんでした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一方で、駅に近い分部屋によっては常に電車が行き来する音がするのと、水回りの音がやや響きやすい点が気になりました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一方で、駅に近い分部屋によっては常に電車が行き来する音がするのと、水回りの音がやや響きやすい点が気になりました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駐車場はとにかく狭い間に停めるのはいいけど端とかはほんと狭くて危うくぶつけそうになるから大きい車で来る際は注意が必要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宿は禁煙ルームにも関わらずタバコのような匂いがしたのは残念だった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共同エアコン、、、 暑かったです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宿は禁煙ルームにも関わらずタバコのような匂いがしたのは残念だった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ごはんは品数はほどほどであるが、どれも美味しい お風呂は大浴場はなく、汚くはないが綺麗でもない ごはんは品数はほど...</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換気をしようと窓を開けると、清掃されてないようなサッシ部分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7.11点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58.6%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69%以上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18.6%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14%以下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設備の老朽化クレーム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約12件/期間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チサンホテル浜松町 口コミ分析改善レポート</dc:title>
  <dc:subject>PptxGenJS Presentation</dc:subject>
  <dc:creator>Hotel Consulting</dc:creator>
  <cp:lastModifiedBy>Hotel Consulting</cp:lastModifiedBy>
  <cp:revision>1</cp:revision>
  <dcterms:created xsi:type="dcterms:W3CDTF">2026-03-21T00:16:53Z</dcterms:created>
  <dcterms:modified xsi:type="dcterms:W3CDTF">2026-03-21T00:16:53Z</dcterms:modified>
</cp:coreProperties>
</file>