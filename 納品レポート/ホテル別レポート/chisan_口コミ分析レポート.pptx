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チサンホテル浜松町</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50件  |  総合評価: 7.04点 (要改善)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50件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EA580C"/>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7.04点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58%</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DC2626"/>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チサンホテル浜松町は分析対象50件の口コミで、10点換算平均7.04点（要改善）を記録。高評価（8〜10点）が29件（58%）、低評価（1〜4点）が11件（22%）。5サイトにわたる評価傾向を分析しました。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5サイト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7.06点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2.92/5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DC2626"/>
                          </a:solidFill>
                          <a:latin typeface="Arial" pitchFamily="34" charset="0"/>
                          <a:ea typeface="Arial" pitchFamily="34" charset="-122"/>
                          <a:cs typeface="Arial" pitchFamily="34" charset="-120"/>
                        </a:rPr>
                        <a:t>5.85点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DC2626"/>
                          </a:solidFill>
                          <a:latin typeface="Arial" pitchFamily="34" charset="0"/>
                          <a:ea typeface="Arial" pitchFamily="34" charset="-122"/>
                          <a:cs typeface="Arial" pitchFamily="34" charset="-120"/>
                        </a:rPr>
                        <a:t>要緊急対応</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3.38/5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6.75点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2628900"/>
            <a:ext cx="685800" cy="17602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24003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22.0%</a:t>
            </a:r>
            <a:endParaRPr lang="en-US" sz="800" dirty="0"/>
          </a:p>
        </p:txBody>
      </p:sp>
      <p:sp>
        <p:nvSpPr>
          <p:cNvPr id="11" name="Text 9"/>
          <p:cNvSpPr/>
          <p:nvPr/>
        </p:nvSpPr>
        <p:spPr>
          <a:xfrm>
            <a:off x="365760" y="21717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11件</a:t>
            </a:r>
            <a:endParaRPr lang="en-US" sz="800" dirty="0"/>
          </a:p>
        </p:txBody>
      </p:sp>
      <p:sp>
        <p:nvSpPr>
          <p:cNvPr id="12" name="Shape 10"/>
          <p:cNvSpPr/>
          <p:nvPr/>
        </p:nvSpPr>
        <p:spPr>
          <a:xfrm>
            <a:off x="1325880" y="4069080"/>
            <a:ext cx="685800" cy="320040"/>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84048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4.0%</a:t>
            </a:r>
            <a:endParaRPr lang="en-US" sz="800" dirty="0"/>
          </a:p>
        </p:txBody>
      </p:sp>
      <p:sp>
        <p:nvSpPr>
          <p:cNvPr id="15" name="Text 13"/>
          <p:cNvSpPr/>
          <p:nvPr/>
        </p:nvSpPr>
        <p:spPr>
          <a:xfrm>
            <a:off x="1234440" y="361188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16" name="Shape 14"/>
          <p:cNvSpPr/>
          <p:nvPr/>
        </p:nvSpPr>
        <p:spPr>
          <a:xfrm>
            <a:off x="2194560" y="1828800"/>
            <a:ext cx="685800" cy="256032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32.0%</a:t>
            </a:r>
            <a:endParaRPr lang="en-US" sz="800" dirty="0"/>
          </a:p>
        </p:txBody>
      </p:sp>
      <p:sp>
        <p:nvSpPr>
          <p:cNvPr id="19" name="Text 17"/>
          <p:cNvSpPr/>
          <p:nvPr/>
        </p:nvSpPr>
        <p:spPr>
          <a:xfrm>
            <a:off x="210312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16件</a:t>
            </a:r>
            <a:endParaRPr lang="en-US" sz="800" dirty="0"/>
          </a:p>
        </p:txBody>
      </p:sp>
      <p:sp>
        <p:nvSpPr>
          <p:cNvPr id="20" name="Shape 18"/>
          <p:cNvSpPr/>
          <p:nvPr/>
        </p:nvSpPr>
        <p:spPr>
          <a:xfrm>
            <a:off x="3063240" y="2788920"/>
            <a:ext cx="685800" cy="1600200"/>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2" name="Text 20"/>
          <p:cNvSpPr/>
          <p:nvPr/>
        </p:nvSpPr>
        <p:spPr>
          <a:xfrm>
            <a:off x="2971800" y="256032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20.0%</a:t>
            </a:r>
            <a:endParaRPr lang="en-US" sz="800" dirty="0"/>
          </a:p>
        </p:txBody>
      </p:sp>
      <p:sp>
        <p:nvSpPr>
          <p:cNvPr id="23" name="Text 21"/>
          <p:cNvSpPr/>
          <p:nvPr/>
        </p:nvSpPr>
        <p:spPr>
          <a:xfrm>
            <a:off x="2971800" y="233172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24" name="Shape 22"/>
          <p:cNvSpPr/>
          <p:nvPr/>
        </p:nvSpPr>
        <p:spPr>
          <a:xfrm>
            <a:off x="3931920" y="3268980"/>
            <a:ext cx="685800" cy="1120140"/>
          </a:xfrm>
          <a:prstGeom prst="rect">
            <a:avLst/>
          </a:prstGeom>
          <a:solidFill>
            <a:srgbClr val="DC2626"/>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26" name="Text 24"/>
          <p:cNvSpPr/>
          <p:nvPr/>
        </p:nvSpPr>
        <p:spPr>
          <a:xfrm>
            <a:off x="3840480" y="304038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14.0%</a:t>
            </a:r>
            <a:endParaRPr lang="en-US" sz="800" dirty="0"/>
          </a:p>
        </p:txBody>
      </p:sp>
      <p:sp>
        <p:nvSpPr>
          <p:cNvPr id="27" name="Text 25"/>
          <p:cNvSpPr/>
          <p:nvPr/>
        </p:nvSpPr>
        <p:spPr>
          <a:xfrm>
            <a:off x="3840480" y="281178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8" name="Shape 26"/>
          <p:cNvSpPr/>
          <p:nvPr/>
        </p:nvSpPr>
        <p:spPr>
          <a:xfrm>
            <a:off x="4800600" y="3749040"/>
            <a:ext cx="685800" cy="640080"/>
          </a:xfrm>
          <a:prstGeom prst="rect">
            <a:avLst/>
          </a:prstGeom>
          <a:solidFill>
            <a:srgbClr val="DC2626"/>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0" name="Text 28"/>
          <p:cNvSpPr/>
          <p:nvPr/>
        </p:nvSpPr>
        <p:spPr>
          <a:xfrm>
            <a:off x="4709160" y="352044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8.0%</a:t>
            </a:r>
            <a:endParaRPr lang="en-US" sz="800" dirty="0"/>
          </a:p>
        </p:txBody>
      </p:sp>
      <p:sp>
        <p:nvSpPr>
          <p:cNvPr id="31" name="Text 29"/>
          <p:cNvSpPr/>
          <p:nvPr/>
        </p:nvSpPr>
        <p:spPr>
          <a:xfrm>
            <a:off x="4709160" y="329184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4件</a:t>
            </a:r>
            <a:endParaRPr lang="en-US" sz="800" dirty="0"/>
          </a:p>
        </p:txBody>
      </p:sp>
      <p:sp>
        <p:nvSpPr>
          <p:cNvPr id="32" name="Shape 30"/>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8点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仕事の研修がお台場周辺なのでゆりかもめ線沿線で探して4泊5日の滞在をしました。JR浜松町駅からも、ゆりかもめ線の日の出駅からも近くて遠方からの滞在者の私には東京駅にも乗り換えなしで行けたのが良かったです。ホテルを出てすぐコンビニもありま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じゃらん / 8点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当初の予定を急に変更して、東京に行くのを一日前倒しして、浜松町エリアでホテルを取ることになりました。できるだけ安く探して、こちらのホテルを発見。新しくはないかもしれないけど、何も困らなかったし、追加料金で当日食べた朝食は彩りも栄養バランスも…</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Agoda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駅から遠いと思いきや、近くまで濡れずに歩ける道があり、結構近い。 部屋も設備に逆さを感じるものの、綺麗にされており、価格面含めて良かったです。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東京研修で利用させていただきました。 まず、駅から遠い立地である。地図を見ないとスムーズにはたどり着けなかった。 また、周辺にはリーズナブルな飲食店がなくコンビニか駅の方まで行かないと無い。 客室に関しては、昭和感というかなんというか… ハ…</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東京研修で利用させていただきました。 まず、駅から遠い立地である。地図を見ないとスムーズにはたどり着けなかった。 また、周辺にはリーズナブルな飲食店がなくコンビニか駅の方まで行かないと無い。 客室に関しては、昭和感というかなんというか… ハ…</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4点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浜松町駅から距離が離れてる ホテル自体は年期を感じる 朝食はおかずが少ないけど貧素の感じは無く、美味しかった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7.04点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7.5点以上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58%</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63.0%以上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22%</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19.0%以下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チサンホテル浜松町の口コミ分析の結果、10点換算で平均7.04点（要改善）を記録しました。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分析対象50件のうち、高評価（8〜10点）が58%を占めており、継続的なサービス改善により更なる満足度向上が期待できます。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2026-03-28T22:02:48Z</dcterms:created>
  <dcterms:modified xsi:type="dcterms:W3CDTF">2026-03-28T22:02:48Z</dcterms:modified>
</cp:coreProperties>
</file>