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Sheet1!$A$2:$A$6</c:f>
              <c:multiLvlStrCache>
                <c:ptCount val="5"/>
                <c:lvl>
                  <c:pt idx="0">
                    <c:v>Agoda</c:v>
                  </c:pt>
                  <c:pt idx="1">
                    <c:v>Booking.com</c:v>
                  </c:pt>
                  <c:pt idx="2">
                    <c:v>楽天トラベル</c:v>
                  </c:pt>
                  <c:pt idx="3">
                    <c:v>じゃらん</c:v>
                  </c:pt>
                  <c:pt idx="4">
                    <c:v>Google</c:v>
                  </c:pt>
                </c:lvl>
              </c:multiLvlStrCache>
            </c:multiLvlStrRef>
          </c:cat>
          <c:val>
            <c:numRef>
              <c:f>Sheet1!$B$2:$B$6</c:f>
              <c:numCache>
                <c:formatCode>General</c:formatCode>
                <c:ptCount val="5"/>
                <c:pt idx="0">
                  <c:v>8.67</c:v>
                </c:pt>
                <c:pt idx="1">
                  <c:v>8</c:v>
                </c:pt>
                <c:pt idx="2">
                  <c:v>7.06</c:v>
                </c:pt>
                <c:pt idx="3">
                  <c:v>6.86</c:v>
                </c:pt>
                <c:pt idx="4">
                  <c:v>6.17</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28</c:v>
                </c:pt>
                <c:pt idx="1">
                  <c:v>9</c:v>
                </c:pt>
                <c:pt idx="2">
                  <c:v>10</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C2626"/>
              </a:solidFill>
              <a:effectLst/>
            </c:spPr>
          </c:dPt>
          <c:dPt>
            <c:idx val="5"/>
            <c:invertIfNegative val="0"/>
            <c:bubble3D val="0"/>
            <c:spPr>
              <a:solidFill>
                <a:srgbClr val="DC2626"/>
              </a:solidFill>
              <a:effectLst/>
            </c:spPr>
          </c:dPt>
          <c:cat>
            <c:multiLvlStrRef>
              <c:f>Sheet1!$A$2:$A$7</c:f>
              <c:multiLvlStrCache>
                <c:ptCount val="6"/>
                <c:lvl>
                  <c:pt idx="0">
                    <c:v>10点</c:v>
                  </c:pt>
                  <c:pt idx="1">
                    <c:v>9点</c:v>
                  </c:pt>
                  <c:pt idx="2">
                    <c:v>8点</c:v>
                  </c:pt>
                  <c:pt idx="3">
                    <c:v>6点</c:v>
                  </c:pt>
                  <c:pt idx="4">
                    <c:v>4点</c:v>
                  </c:pt>
                  <c:pt idx="5">
                    <c:v>2点</c:v>
                  </c:pt>
                </c:lvl>
              </c:multiLvlStrCache>
            </c:multiLvlStrRef>
          </c:cat>
          <c:val>
            <c:numRef>
              <c:f>Sheet1!$B$2:$B$7</c:f>
              <c:numCache>
                <c:formatCode>General</c:formatCode>
                <c:ptCount val="6"/>
                <c:pt idx="0">
                  <c:v>11</c:v>
                </c:pt>
                <c:pt idx="1">
                  <c:v>2</c:v>
                </c:pt>
                <c:pt idx="2">
                  <c:v>15</c:v>
                </c:pt>
                <c:pt idx="3">
                  <c:v>9</c:v>
                </c:pt>
                <c:pt idx="4">
                  <c:v>7</c:v>
                </c:pt>
                <c:pt idx="5">
                  <c:v>3</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チサンホテル浜松町</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レビュー総数：47件（5サイト）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作成日：2026年3月29日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7.15</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59.6%</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21.3%</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47件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JR浜松町駅からも、ゆりかもめ線の日の出駅からも近くて遠方からの滞在者の私には東京駅にも乗り換えなしで行けたのが良...</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アメニティはメイク落としが個包装で一回分づつあったので助かりました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換気をしようと窓を開けると、清掃されてないようなサッシ部分</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コスパ最高だし、トレインビューで、列車の音を聴きながら読書するのがめちゃくちゃ気持ちよかったです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ユニットバスに関しては、とても古く便座も冷たいので座るのに要注意</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施設の古さは否めませんが、快適に過ごせました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7.15</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59.6%</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21.3%</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47件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Agoda(8.67)が最高スコア。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Google(6.2)が相対的に低い。口コミ返信の強化が急務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7.06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3.08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28件（59.6%）</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9件（19.1%）</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10件（21.3%）</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JR浜松町駅からも、ゆりかもめ線の日の出駅からも近くて遠方からの滞在者の私には東京駅にも乗り換えなしで行けたのが良...</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「まず、駅から遠い立地である」</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アメニティはメイク落としが個包装で一回分づつあったので助かりました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「ベッドも硬めであり、照明設備も暗め」</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換気をしようと窓を開けると、清掃されてないようなサッシ部分</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「部屋も設備に逆さを感じるものの、綺麗にされており、価格面含めて良かったです」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7件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設備刷新できないなら、例えばエアドッグを貸しますーとか、フロントでプレステ5貸してくれるーとか、そんなに有名じゃあ...</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「(汗) 他はそんなに気にならなかったですし、スタッフさんも丁寧に応対してくださいました」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7件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朝食はバイキング形式で4日間、毎日同じメニューでしたが、一泊なら美味しい朝食でした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「新しくはないかもしれないけど、何も困らなかったし、追加料金で当日食べた朝食は彩りも栄養バランスも抜群で満腹に」</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4件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コスパも良かったし便利も良かったので、次回も研修があれば同じホテルに泊まろうと思います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「コスパ最高だし、トレインビューで、列車の音を聴きながら読書するのがめちゃくちゃ気持ちよかったです」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コスパ最高だし、トレインビューで、列車の音を聴きながら読書するのがめちゃくちゃ気持ちよかったです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ユニットバスに関しては、とても古く便座も冷たいので座るのに要注意</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施設の古さは否めませんが、快適に過ごせました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たぶん直線距離は大した事ないのかもしれませんけど、狭い路地をぐにゃぐにゃ歩いて、屋形船の前をとおり、謎の高架の下を...</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少し残念だったのは禁煙ルームを取りましたが、同じ階に喫煙ルームもある様でエレベーターを降りて廊下中に染みついている...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お風呂や洗顔、手洗いなど自分の好みの温度にレバーを調整しますが、その調整したレバーを清掃される方は一切触らずそのま...</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換気をしようと窓を開けると、清掃されてないようなサッシ部分</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少し残念だったのは禁煙ルームを取りましたが、同じ階に喫煙ルームもある様でエレベーターを降りて廊下中に染みついている...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朝食はバイキング形式で4日間、毎日同じメニューでしたが、一泊なら美味しい朝食でした。少し残念だったのは禁煙ルームを...</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7.15点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7.7点以上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59.6%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70%以上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21.3%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16%以下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6.2点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7.2点以上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防音性能クレーム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約9件/期間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4件以下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チサンホテル浜松町 口コミ分析改善レポート</dc:title>
  <dc:subject>PptxGenJS Presentation</dc:subject>
  <dc:creator>Hotel Consulting</dc:creator>
  <cp:lastModifiedBy>Hotel Consulting</cp:lastModifiedBy>
  <cp:revision>1</cp:revision>
  <dcterms:created xsi:type="dcterms:W3CDTF">2026-03-29T07:52:12Z</dcterms:created>
  <dcterms:modified xsi:type="dcterms:W3CDTF">2026-03-29T07:52:12Z</dcterms:modified>
</cp:coreProperties>
</file>