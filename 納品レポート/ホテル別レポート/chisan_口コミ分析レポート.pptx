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Trip.com</c:v>
                  </c:pt>
                  <c:pt idx="3">
                    <c:v>じゃらん</c:v>
                  </c:pt>
                  <c:pt idx="4">
                    <c:v>楽天トラベル</c:v>
                  </c:pt>
                  <c:pt idx="5">
                    <c:v>Google</c:v>
                  </c:pt>
                </c:lvl>
              </c:multiLvlStrCache>
            </c:multiLvlStrRef>
          </c:cat>
          <c:val>
            <c:numRef>
              <c:f>Sheet1!$B$2:$B$7</c:f>
              <c:numCache>
                <c:formatCode>General</c:formatCode>
                <c:ptCount val="6"/>
                <c:pt idx="0">
                  <c:v>8.46</c:v>
                </c:pt>
                <c:pt idx="1">
                  <c:v>7</c:v>
                </c:pt>
                <c:pt idx="2">
                  <c:v>7</c:v>
                </c:pt>
                <c:pt idx="3">
                  <c:v>6.89</c:v>
                </c:pt>
                <c:pt idx="4">
                  <c:v>6.81</c:v>
                </c:pt>
                <c:pt idx="5">
                  <c:v>6.74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45</c:v>
                </c:pt>
                <c:pt idx="1">
                  <c:v>20</c:v>
                </c:pt>
                <c:pt idx="2">
                  <c:v>14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15</c:v>
                </c:pt>
                <c:pt idx="1">
                  <c:v>2</c:v>
                </c:pt>
                <c:pt idx="2">
                  <c:v>28</c:v>
                </c:pt>
                <c:pt idx="3">
                  <c:v>3</c:v>
                </c:pt>
                <c:pt idx="4">
                  <c:v>16</c:v>
                </c:pt>
                <c:pt idx="5">
                  <c:v>1</c:v>
                </c:pt>
                <c:pt idx="6">
                  <c:v>9</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57.0%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17.7%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近くにイオンのスーパーがあり便利 近くにイオンのスーパーがあり便利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口コミを見ていて覚悟はしていたが、設備としては古めのホテルでした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近くの中華もリーズナブルで美味しかった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今回留まった部屋だけかもしれないが、ベットのスプリングが壊れているのかわからないが、寝返りする度にキーキーと音を立...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口コミを見ていて覚悟はしていたが、設備としては古めのホテルでした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トイレの換気扇が効いてない感じでした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57.0%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17.7%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Agoda(8.46)が最高スコア。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45件（57.0%）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20件（25.3%）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14件（17.7%）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「立地がとてもよくあらゆる方面に移動がものすごい楽」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口コミを見ていて覚悟はしていたが、設備としては古めのホテルでした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「設備は若干古いですが特に過不足なく不便は感じませんでした」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近くの中華もリーズナブルで美味しかった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「朝ごはんは美味しかったですが、メインのタンパク質が少ない気がした」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ホテルや客室内は綺麗に保たれています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「部屋はとてもきれいでした」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父（78）私（48）息子（21）の3世代でおそらく最初で最後の家族旅行をしました｡ 駅からも近く立地よく、サービス...</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「スタッフの対応が良かったです」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「近くの三田駅まで徒歩8分程度、近くのコンビニも深夜帯は閉まっているので徒歩7分程度かかるので、ホテルにチェックイン...」</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今回留まった部屋だけかもしれないが、ベットのスプリングが壊れているのかわからないが、寝返りする度にキーキーと音を立...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口コミを見ていて覚悟はしていたが、設備としては古めのホテルでした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トイレの換気扇が効いてない感じでした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57.0%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17.7%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2026-03-25T11:12:25Z</dcterms:created>
  <dcterms:modified xsi:type="dcterms:W3CDTF">2026-03-25T11:12:25Z</dcterms:modified>
</cp:coreProperties>
</file>