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Agoda</c:v>
                  </c:pt>
                  <c:pt idx="1">
                    <c:v>Booking.com</c:v>
                  </c:pt>
                  <c:pt idx="2">
                    <c:v>楽天トラベル</c:v>
                  </c:pt>
                  <c:pt idx="3">
                    <c:v>じゃらん</c:v>
                  </c:pt>
                  <c:pt idx="4">
                    <c:v>Google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8.67</c:v>
                </c:pt>
                <c:pt idx="1">
                  <c:v>8</c:v>
                </c:pt>
                <c:pt idx="2">
                  <c:v>7.06</c:v>
                </c:pt>
                <c:pt idx="3">
                  <c:v>6.86</c:v>
                </c:pt>
                <c:pt idx="4">
                  <c:v>6.17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6点</c:v>
                  </c:pt>
                  <c:pt idx="4">
                    <c:v>4点</c:v>
                  </c:pt>
                  <c:pt idx="5">
                    <c:v>2点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2</c:v>
                </c:pt>
                <c:pt idx="2">
                  <c:v>15</c:v>
                </c:pt>
                <c:pt idx="3">
                  <c:v>9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口コミ分析改善レポート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分析対象期間：2024年1月〜2026年3月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レビュー総数：47件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 | 2024年1月〜2026年3月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12801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7.15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59.6%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2801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6864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2011680" cy="128016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高評価・中評価レビューの継続管理により、さらなる評価向上を目指します。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10pt換算平均スコア比較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22960"/>
          <a:ext cx="3108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"/>
                <a:gridCol w="73152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3.53/5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概ね良好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要改善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要改善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10pt換算スコア別件数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914400"/>
            <a:ext cx="329184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高評価（8-10点）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28件（59.6%）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中評価（5-7点）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9件（19.1%）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低評価（1-4点）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10件（21.3%）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高評価レビュー（8-10点: 28件）の分析から、主要な強みテーマを抽出しています。立地・アクセス、客室清潔感、スタッフ対応が高評価の中心的テーマです。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低評価・中評価レビュー（19件）から改善課題を優先度別に整理しています。S/A/B/Cの4段階で優先度を設定し、計画的な改善を推進します。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即時対応が必要な課題への対応計画です。口コミで頻出する不満事項を30日以内に解消することを目標とします。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2（1-3ヶ月）では設備・サービス品質の継続改善を、Phase 3（3-6ヶ月）ではブランド戦略・OTA評価の底上げを実施します。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 7.15点 → 目標 7.65点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 59.6% → 目標 64.6%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 21.3% → 目標 19.3%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チサンホテル浜松町は全体平均7.15点（10pt換算）、高評価率59.6%を達成しています。本レポートで示した改善施策を段階的に実施することで、さらなる顧客満足度向上が期待できます。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チサンホテル浜松町 口コミ分析レポート</dc:title>
  <dc:subject>PptxGenJS Presentation</dc:subject>
  <dc:creator>PptxGenJS</dc:creator>
  <cp:lastModifiedBy>PptxGenJS</cp:lastModifiedBy>
  <cp:revision>1</cp:revision>
  <dcterms:created xsi:type="dcterms:W3CDTF">2026-03-29T23:17:19Z</dcterms:created>
  <dcterms:modified xsi:type="dcterms:W3CDTF">2026-03-29T23:17:19Z</dcterms:modified>
</cp:coreProperties>
</file>