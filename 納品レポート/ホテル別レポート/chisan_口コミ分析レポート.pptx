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Booking.com</c:v>
                  </c:pt>
                  <c:pt idx="2">
                    <c:v>Trip.com</c:v>
                  </c:pt>
                  <c:pt idx="3">
                    <c:v>じゃらん</c:v>
                  </c:pt>
                  <c:pt idx="4">
                    <c:v>楽天トラベル</c:v>
                  </c:pt>
                  <c:pt idx="5">
                    <c:v>Google</c:v>
                  </c:pt>
                </c:lvl>
              </c:multiLvlStrCache>
            </c:multiLvlStrRef>
          </c:cat>
          <c:val>
            <c:numRef>
              <c:f>Sheet1!$B$2:$B$7</c:f>
              <c:numCache>
                <c:formatCode>General</c:formatCode>
                <c:ptCount val="6"/>
                <c:pt idx="0">
                  <c:v>8.46</c:v>
                </c:pt>
                <c:pt idx="1">
                  <c:v>7.6</c:v>
                </c:pt>
                <c:pt idx="2">
                  <c:v>7</c:v>
                </c:pt>
                <c:pt idx="3">
                  <c:v>6.89</c:v>
                </c:pt>
                <c:pt idx="4">
                  <c:v>6.81</c:v>
                </c:pt>
                <c:pt idx="5">
                  <c:v>6.74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46</c:v>
                </c:pt>
                <c:pt idx="1">
                  <c:v>20</c:v>
                </c:pt>
                <c:pt idx="2">
                  <c:v>14</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16</c:v>
                </c:pt>
                <c:pt idx="1">
                  <c:v>2</c:v>
                </c:pt>
                <c:pt idx="2">
                  <c:v>28</c:v>
                </c:pt>
                <c:pt idx="3">
                  <c:v>3</c:v>
                </c:pt>
                <c:pt idx="4">
                  <c:v>16</c:v>
                </c:pt>
                <c:pt idx="5">
                  <c:v>1</c:v>
                </c:pt>
                <c:pt idx="6">
                  <c:v>9</c:v>
                </c:pt>
                <c:pt idx="7">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レビュー総数：80件（6サイト）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7.12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57.5%</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17.5%</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近くにイオンのスーパーがあり便利 近くにイオンのスーパーがあり便利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口コミを見ていて覚悟はしていたが、設備としては古めのホテルでした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近くの中華もリーズナブルで美味しかった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今回留まった部屋だけかもしれないが、ベットのスプリングが壊れているのかわからないが、寝返りする度にキーキーと音を立...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口コミを見ていて覚悟はしていたが、設備としては古めのホテルでした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トイレの換気扇が効いてない感じでした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7.12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57.5%</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17.5%</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Agoda(8.46)が最高スコア。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46件（57.5%）</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20件（25.0%）</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14件（17.5%）</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近くにイオンのスーパーがあり便利 近くにイオンのスーパーがあり便利</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「立地がとてもよくあらゆる方面に移動がものすごい楽」</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口コミを見ていて覚悟はしていたが、設備としては古めのホテルでした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「設備は若干古いですが特に過不足なく不便は感じませんでした」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近くの中華もリーズナブルで美味しかった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「朝ごはんは美味しかったですが、メインのタンパク質が少ない気がした」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ホテルや客室内は綺麗に保たれています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「部屋はとてもきれいでした」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父（78）私（48）息子（21）の3世代でおそらく最初で最後の家族旅行をしました｡ 駅からも近く立地よく、サービス...</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「スタッフの対応が良かったです」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近くにイオンのスーパーがあり便利 近くにイオンのスーパーがあり便利</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「近くの三田駅まで徒歩8分程度、近くのコンビニも深夜帯は閉まっているので徒歩7分程度かかるので、ホテルにチェックイン...」</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今回留まった部屋だけかもしれないが、ベットのスプリングが壊れているのかわからないが、寝返りする度にキーキーと音を立...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口コミを見ていて覚悟はしていたが、設備としては古めのホテルでした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トイレの換気扇が効いてない感じでした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駐車場はとにかく狭い間に停めるのはいいけど端とかはほんと狭くて危うくぶつけそうになるから大きい車で来る際は注意が必要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共同エアコン、、、 暑かったです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線路沿線なので、騒音が苦手な方は耳栓が必要かもしれませんが、窓にふすまが付いており、ふすまを閉めれば、私は気になら...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7.12点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57.5%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17.5%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13%以下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防音性能クレーム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約15件/期間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2026-03-25T22:27:24Z</dcterms:created>
  <dcterms:modified xsi:type="dcterms:W3CDTF">2026-03-25T22:27:24Z</dcterms:modified>
</cp:coreProperties>
</file>