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8.7</c:v>
                </c:pt>
                <c:pt idx="2">
                  <c:v>8.75</c:v>
                </c:pt>
                <c:pt idx="3">
                  <c:v>8.83</c:v>
                </c:pt>
                <c:pt idx="4">
                  <c:v>8.86</c:v>
                </c:pt>
                <c:pt idx="5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56</c:v>
                </c:pt>
                <c:pt idx="1">
                  <c:v>7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6点</c:v>
                  </c:pt>
                  <c:pt idx="4">
                    <c:v>4点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</c:v>
                </c:pt>
                <c:pt idx="2">
                  <c:v>15</c:v>
                </c:pt>
                <c:pt idx="3">
                  <c:v>7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レビュー総数：66件（6サイト）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駅直結の立地（42件）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雨にも濡れず、周辺施設も充実した圧倒的なアクセス利便性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朝食の高品質（28件）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高級ホテルを凌ぐと評される一品一品の質の高さ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清潔で新しい施設（22件）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スタイリッシュで綺麗な内装と充実したアメニティ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清掃品質のばらつき（4件）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シーツの毛残り、浴室の髪の毛など基本的な清掃不備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スタッフ対応の一貫性（3件）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一部スタッフの無愛想な対応、連泊時の情報伝達不足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Google評価の低迷（6.0点）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他サイト比で大きく低い評価、改善プログラムが必要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海外OTA（8.5点以上）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Trip.com満点、Agoda・Booking.comも高水準で安定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国内サイト（8.3〜8.9点）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楽天・じゃらんは良好、Google(6.0点)が課題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国内5点満点サイトは×2で10点換算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56件（84.8%）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7件（10.6%）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駅直結で雨にも濡れず、周辺に飲食店・コンビニ・スーパーが充実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「駅直結で雨にも濡れず便利」「コンビニ・飲食店が近くて快適」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朝食・食事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品数は控えめだが一品の質が高く、カレーやお茶漬けが特に好評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「朝食の質が高級ホテル並み」「カレーが美味しい」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清潔感・新しさ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新しい施設でスタイリッシュな内装、清掃も行き届いているとの評価多数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「新しくて清潔」「施設がスタイリッシュで綺麗」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フロントの丁寧な対応やきめ細やかなサービスが高評価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「フロントの対応が丁寧」「きめ細やかなサービス」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広めの部屋、快適なベッド、充実したアメニティが好評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「部屋が広めでゆっくりできる」「アメニティが充実」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価格に対する満足度が高く、リピート意向が非常に強い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「また利用したい」「値段の割に質が高い」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清掃品質のばらつき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シーツの毛残り、冷蔵庫の髪の毛、浴室の毛髪など基本清掃不備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スタッフ対応の一貫性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一部スタッフの無愛想な対応、連泊情報の伝達不足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眺望なし客室の告知不足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すりガラス窓の客室の事前説明なく入室時の失望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朝食の混雑・時間帯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7時オープンでは遅い、混雑時のストレス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空調・室温管理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冬季にエアコンが効きにくく室内が暖まらない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空気清浄機の匂い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経年劣化による空気清浄機からの異臭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駐車場の不在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ホテル専用駐車場なし、提携駐車場の確約もなし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大浴場の不在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大浴場への要望（系列ホテルとの比較）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入口の分かりにくさ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1階からの入り口が分かりにくいとの指摘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清掃品質チェック体制の強化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チェックリスト式の客室清掃完了検査シートを導入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清掃担当者と検査担当者のダブルチェック体制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月次で清掃関連クレームを集計・傾向分析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重点箇所：シーツ・浴室・冷蔵庫・備品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スタッフ間の情報共有改善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PMSから清掃チームへの連泊情報自動通知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アメニティ補充リクエストの記録・完了確認フロー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チェックイン品質向上のためのロールプレイング研修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眺望なし客室の事前告知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予約サイトの客室説明に明記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該当客室予約時のメール事前説明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チェックイン時の口頭説明で期待値ギャップ解消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朝食オペレーションの見直し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繁忙期の開始時間を6:30に前倒し試験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混雑予測に基づくスタッフ増員体制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メニューのバリエーション追加（ベーコン等）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Google口コミ改善プログラム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QRコードで口コミ投稿依頼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24h以内返信体制の構築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低評価フォローアップ回答テンプレート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接客品質の標準化・研修強化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ホスピタリティ基準書の策定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外部講師による四半期研修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個人フィードバック活用の仕組み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朝食の訴求強化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高評価コメントをOTA掲載に反映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季節限定メニューの導入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空調設備の点検・改修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暖房効率低下客室の特定と個別対策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定期メンテナンススケジュール策定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補助暖房器具の貸出サービス検討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空気清浄機フィルター更新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3ヶ月ごとのフィルター交換スケジュール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匂い発生機器の優先リプレース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近隣駐車場との連携強化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近隣コインパーキングとの提携契約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予約時の駐車場情報自動送信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公式サイトに駐車場マップ掲載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清掃クレーム件数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4件/2ヶ月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0件/2ヶ月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毎月のレビュー集計と四半期ごとの詳細分析を実施し、改善施策の効果測定とPDCAサイクルの継続的な運用を推奨します。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ハートンホテル東品川は、駅直結の立地・高品質な朝食・清潔で新しい施設という3つの強みにより、全体平均8.74点・高評価率84.8%の安定した評価基盤を持っています。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清掃品質の安定化、スタッフ対応の一貫性強化、Google評価の改善を3つの重点課題として、段階的な改善施策を実行することで、6ヶ月後には全体平均9.0点以上を目指します。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リピート意向の高さという確かな資産を活かし、「選ばれ続けるホテル」としてのブランド価値をさらに高めてまいります。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2026-03-07T11:53:15Z</dcterms:created>
  <dcterms:modified xsi:type="dcterms:W3CDTF">2026-03-07T11:53:15Z</dcterms:modified>
</cp:coreProperties>
</file>