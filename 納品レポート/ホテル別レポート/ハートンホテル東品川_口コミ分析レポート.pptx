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Agoda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9.35</c:v>
                </c:pt>
                <c:pt idx="1">
                  <c:v>8.57</c:v>
                </c:pt>
                <c:pt idx="2">
                  <c:v>8.44</c:v>
                </c:pt>
                <c:pt idx="3">
                  <c:v>8.41</c:v>
                </c:pt>
                <c:pt idx="4">
                  <c:v>8.25</c:v>
                </c:pt>
                <c:pt idx="5">
                  <c:v>6.91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高評価(8-10)</c:v>
                </c:pt>
                <c:pt idx="1">
                  <c:v>中評価(5-7)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112</c:v>
                </c:pt>
                <c:pt idx="1">
                  <c:v>23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2点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53</c:v>
                </c:pt>
                <c:pt idx="1">
                  <c:v>11</c:v>
                </c:pt>
                <c:pt idx="2">
                  <c:v>48</c:v>
                </c:pt>
                <c:pt idx="3">
                  <c:v>7</c:v>
                </c:pt>
                <c:pt idx="4">
                  <c:v>16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分析対象期間：2025年12月〜2026年3月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レビュー総数：137件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作成日：2026年4月3日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8.48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駅近・交通利便性に関する好評価（125件）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客室の快適性・設備の充実度への好評（93件）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客室・共用部の清潔さへの高評価（57件）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朝食品質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4件の指摘あり。改善対応を推奨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駐車場・立地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4件の指摘あり。改善対応を推奨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騒音問題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2件の指摘あり。改善対応を推奨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サイト別評価インサイト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最高評価サイト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Trip.com: 9.35点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8.48点（10pt換算）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海外OTAは/10、国内サイトは/5×2換算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112件（81.8%）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23件（16.8%）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2件（1.5%）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125件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駅近・交通利便性に関する好評価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「美味しく　駅が近い    対応が　気持ちよく　親切」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客室の快適性・設備の充実度への好評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「部屋は快適で、東京のホテルとしては平均よりも広い。」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客室・共用部の清潔さへの高評価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「とても清潔感がありました 最寄り駅からすぐで、目の前にシ」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フロントスタッフの丁寧な対応への好評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「い    対応が　気持ちよく　親切」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朝食の品質・バリエーションへの高評価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「朝食が美味しく　駅が近い    対応が　気持ちよく」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コスパ・リピート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価格対価値の高さとリピート意向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「ゾナブルでコスパは高いです。出張で寝るだけと考えるとかなりお」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朝食品質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駐車場有だったが、大きく高さの有る車は入らない  朝ごはん、トースターが付いてた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駐車場・立地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駐車場有だったが、大きく高さの有る車は入らない  朝ごはん、トースターが付いてた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騒音問題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バス周りの音が煩ったのでよく眠れなかった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朝食品質の即時改善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朝食メニューへのフィードバック収集と改善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食材品質の見直しと産地表示の充実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混雑緩和のための時間帯分散対策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朝食スタッフへのホスピタリティ研修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騒音対策の即時対応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防音対策済み部屋の積極的案内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チェックイン時の防音耳栓提供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騒音クレーム対応マニュアルの整備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防音性能の高い部屋への優先アサイン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口コミ返信率100%の実現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全OTAサイトの口コミへの返信ルール策定（48時間以内）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ネガティブ口コミへの丁寧な対応テンプレート作成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フロントマネージャーによる週次口コミモニタリング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朝食体験の抜本的改善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メニュー拡充と季節限定品の導入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朝食会場レイアウト改善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地産地消食材の導入による差別化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防音設備の強化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防音カーテン・防音パネルの設置計画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騒音の多い部屋の用途転換検討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建物外部騒音対策の工事計画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OTA評価スコア向上施策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高評価レビュー投稿の依頼タイミング最適化（チェックアウト時）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満足度の高い宿泊者へのフォローアップメール送信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じゃらん・楽天の評価向上に向けた特典プログラム検討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「立地・アクセス」の競争優位性強化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立地・アクセスを訴求したブランディング戦略の策定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SNS・口コミサイトでの強み積極的発信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旅行代理店・法人営業への強み訴求資料作成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客室リノベーション計画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客室設備の全面的な見直しと更新計画策定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最新のスマートホテル機能の導入検討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環境に配慮したサステナブル客室改装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デジタル接客・サービス高度化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AIチャットボットによる24時間問合せ対応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モバイルチェックイン/アウトシステムの導入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顧客データ分析によるパーソナライズサービスの実現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8.48点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2026年7月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9.35/10点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9.5/10点以上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4.29/5点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4.5/5点以上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8862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8862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886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月次でOTA評価スコアを確認し、朝食品質改善の進捗をトラッキングします。四半期ごとに目標値を見直し、継続的な改善サイクルを確立してください。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7680960" cy="256032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ハートンホテル東品川の2025年12月〜2026年3月口コミ分析（137件）では、総合評価8.48点（10pt換算）、高評価率81.8%という結果が得られました。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「立地・アクセス」が最大の強みとして確認され、本レポートの3フェーズ改善施策の実施により、さらなる評価向上が期待されます。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6ヶ月以内に全体平均8.8点以上、高評価率87%以上を目指し、継続的な改善サイクルを確立することを推奨します。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プライムチェンジは引き続き改善施策の実施をサポートいたします。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31520" y="411480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ご清聴ありがとうございました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ハートンホテル東品川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2026-04-04T01:16:12Z</dcterms:created>
  <dcterms:modified xsi:type="dcterms:W3CDTF">2026-04-04T01:16:12Z</dcterms:modified>
</cp:coreProperties>
</file>