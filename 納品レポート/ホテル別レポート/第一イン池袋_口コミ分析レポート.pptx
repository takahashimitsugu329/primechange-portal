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Google</c:v>
                  </c:pt>
                  <c:pt idx="2">
                    <c:v>Booking.com</c:v>
                  </c:pt>
                  <c:pt idx="3">
                    <c:v>じゃらん</c:v>
                  </c:pt>
                  <c:pt idx="4">
                    <c:v>楽天トラベル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9.44</c:v>
                </c:pt>
                <c:pt idx="1">
                  <c:v>9.2</c:v>
                </c:pt>
                <c:pt idx="2">
                  <c:v>8.55</c:v>
                </c:pt>
                <c:pt idx="3">
                  <c:v>8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2点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</c:v>
                </c:pt>
                <c:pt idx="1">
                  <c:v>12</c:v>
                </c:pt>
                <c:pt idx="2">
                  <c:v>15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レビュー総数：74件（6サイト）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駅近・抜群の立地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池袋駅東口から徒歩2〜5分。周辺に商業施設・飲食店が集積し移動も便利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1Fコンビニ直結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ファミリーマートと一蘭ラーメンがホテル1Fに直結し、24時間利用可能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丁寧なスタッフ対応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多言語対応（韓国語・英語）、柔軟なレイトチェックアウト、きめ細やかな清掃サービス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設備の老朽化感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建物の古さが指摘されるが、清潔さは高評価。内装リニューアルが課題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防音性能の不足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電車の音や隣室の音漏れに関する指摘。窓際・壁面の防音対策が必要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ユニットバスの狭さ、排水の悪さ、シャワー異音、浴室の寒さが課題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Trip.com(9.44)とGoogle(9.2)が特に高スコア。海外・国内ゲスト両方から高い信頼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Agoda(6.0)が突出して低い。設備関連の不満が集中しており、口コミ返信の強化が急務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68件（91.9%）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5件（6.8%）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1件（1.4%）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駅近・立地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池袋駅東口から徒歩2〜5分の抜群のアクセス。商業施設・飲食店も徒歩圏内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「池袋駅東口から徒歩2分」「立地が最高」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1Fコンビニ直結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ファミリーマートと一蘭ラーメンがホテル1Fに直結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「ロビーにコンビニがあるので便利」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フロントの丁寧な対応、多言語サポート、柔軟なサービス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「フロントの対応がすごく良かった」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清潔さ・毎日清掃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毎日の清掃、ボトルウォーター補充、アメニティ交換が好評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「毎日清掃も行き届いている」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ビジネスホテル比で広めの客室。スーツケースも楽に広げられる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「ビジネスホテルに比べると部屋はかなり広い」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立地・サービスに対して手頃な価格設定が高評価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「コスパが最高です」「値段以上の価値」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建物・内装の古さが複数ゲストから指摘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電車の音、隣室の音漏れが気になるとの指摘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ユニットバス狭小、排水不良、シャワー異音、浴室寒い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朝食の充実度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メニュー品数の不足、器が小さく品切れが発生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枕の品質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柔らかすぎて支えがない、高さの選択肢不足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アメニティ配置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一部アメニティがロビーまで取りに行く必要あり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エアコン設定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冬季に冷房設定になっていたケースあり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低層階の臭い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近隣レストランの調理臭が低層階に影響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冷蔵庫の性能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冷蔵庫が十分に冷えていないとの指摘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枕の選択肢拡充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硬めの枕を各フロアに常備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チェックイン時に枕の好みを確認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客室内に枕メニューカード設置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内線で交換依頼可能に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アメニティの客室内充実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ロビー設置品を客室基本セットに追加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客室内アメニティリスト設置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不足分のフロント内線案内を明示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メニュー補充頻度を向上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器のサイズ見直しと品切れ防止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宿泊客数に応じた準備量最適化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エアコン・設備の点検強化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冬季暖房設定の全室確認フロー導入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冷蔵庫冷却性能の定期チェック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シャワー異音の原因特定と優先修繕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排水口の清掃・修繕を全室実施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シャワーヘッド交換（異音・水圧改善）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浴室暖房の導入検討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窓際に防音カーテン導入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ドア下部の隙間テープ設置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低層階ゲストの高層階優先案内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全サイト48h以内返信を目標設定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Agoda低評価レビューのフォロー強化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照明LED化・調光機能追加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ユニットバス配管更新（排水・異音解決）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換気設備強化（温度・湿度改善）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線路側客室の窓を二重サッシに交換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隣室壁面への遮音材追加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重点フロアからの段階的実施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9.03点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設備クレーム件数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約5件/2ヶ月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2件以下/2ヶ月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朝食満足度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クレーム0件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第一イン池袋は全体平均9.03点、高評価率91.9%と非常に高い顧客満足度を誇ります。「池袋駅から徒歩2分」という立地の強みと、スタッフの丁寧なサービスが最大の差別化要因です。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設備の老朽化感・防音性能・浴室の快適性が主な改善課題ですが、Phase 1の即座対応（枕の選択肢拡充・アメニティ改善・朝食サービス改善）は低コストで実行可能であり、即座のゲスト体験向上が期待できます。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Agodaでの低スコア（6.0点）改善と全サイトでの口コミ返信率100%達成を短期目標とし、中期的な客室リニューアルと防音工事によりブランド価値の向上を目指します。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立地という最大の強みを活かし、段階的な改善で池袋エリアNo.1コスパホテルの地位を確立します。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第一イン池袋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2026-03-08T10:28:38Z</dcterms:created>
  <dcterms:modified xsi:type="dcterms:W3CDTF">2026-03-08T10:28:38Z</dcterms:modified>
</cp:coreProperties>
</file>