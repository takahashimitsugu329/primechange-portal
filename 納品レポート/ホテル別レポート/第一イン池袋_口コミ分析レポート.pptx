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69</c:v>
                </c:pt>
                <c:pt idx="1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駅近・交通利便性に関する好評価（63件）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客室の快適性・設備の充実度への好評（33件）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フロントスタッフの丁寧な対応への好評（22件）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口コミ返信率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サービス改善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設備メンテナンス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楽天トラベル: 10.00点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「分と非常に便利です。部屋は広々としており、シングルルームでも」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「便利です。部屋は広々としており、シングルルームでもスーツケー」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「にも近く、スタッフもとても親切です。部屋はそれほど新しくはあ」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「た。部屋は清潔で、サービスも素晴らしかったです。」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「んでした。朝食はスクランブルエッグ、パスタ、白米、カレー、味」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「滞在全体の満足度には全く影響しません。セルフサービスのバスア」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口コミへの返信対応を強化する余地あり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サービス改善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継続的なサービス品質向上が必要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設備メンテナンス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定期的なメンテナンス体制の整備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サービス品質全般の向上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口コミへの返信率100%達成（48時間以内）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チェックイン・チェックアウト対応の効率化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フロントスタッフへのCS向上研修実施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お客様満足度アンケートの配布と集計体制整備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口コミ返信率100%の実現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顧客体験向上の短期施策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OTA写真・説明文の定期的な見直しと更新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リピーター向け優待プログラムの検討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多言語対応サービスの充実（英語・中国語）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月次でOTA評価スコアを確認し、サービス全般改善の進捗をトラッキングします。四半期ごとに目標値を見直し、継続的な改善サイクルを確立してください。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第一イン池袋の2025年12月〜2026年3月口コミ分析（74件）では、総合評価9.47点（10pt換算）、高評価率93.2%という結果が得られました。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6ヶ月以内に全体平均9.5点以上、高評価率95%以上を目指し、継続的な改善サイクルを確立することを推奨します。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2026-04-04T01:16:13Z</dcterms:created>
  <dcterms:modified xsi:type="dcterms:W3CDTF">2026-04-04T01:16:13Z</dcterms:modified>
</cp:coreProperties>
</file>