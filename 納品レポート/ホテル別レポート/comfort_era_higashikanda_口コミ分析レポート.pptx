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9.79</c:v>
                </c:pt>
                <c:pt idx="3">
                  <c:v>8.91</c:v>
                </c:pt>
                <c:pt idx="4">
                  <c:v>8.8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</c:v>
                </c:pt>
                <c:pt idx="1">
                  <c:v>3</c:v>
                </c:pt>
                <c:pt idx="2">
                  <c:v>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  <c:pt idx="5">
                    <c:v>3点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</c:v>
                </c:pt>
                <c:pt idx="1">
                  <c:v>4</c:v>
                </c:pt>
                <c:pt idx="2">
                  <c:v>16</c:v>
                </c:pt>
                <c:pt idx="3">
                  <c:v>3</c:v>
                </c:pt>
                <c:pt idx="4">
                  <c:v>1</c:v>
                </c:pt>
                <c:pt idx="5">
                  <c:v>1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Close to the shops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ホテルの方々が本当に親切でした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Cleanliness, convenience, breakfast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hotel had everything needed for a Tokyo stay 良いホテルで、...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14時から17時までにチェックインすると人形焼が無料でもらえます🆓 ラウンジは広くウェルカムドリンクが飲み放題で...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欧米人で、アメリカのホテルのような快適さに慣れている方にとっては、特に窮屈に感じるかもしれません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59件（88.1%）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5件（7.5%）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to the shops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「Location was good and in a quiet area」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ホテルの方々が本当に親切でした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「スタッフさんの対応がとてもよくて又来たいなと思いました」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「部屋も風呂も清潔で適度に広く、過ごしやすかったです」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いつも、変わりなく場所が変わっても快適で、安心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「清潔で静かで快適でした」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Breakfast was great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「Cleanliness, convenience, breakfast」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「駅、セブンイレブン、ローソン、ファミリーマートが近くにあり、とても便利な立地です」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hotel had everything needed for a Tokyo stay 良いホテルで、...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14時から17時までにチェックインすると人形焼が無料でもらえます🆓 ラウンジは広くウェルカムドリンクが飲み放題で...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欧米人で、アメリカのホテルのような快適さに慣れている方にとっては、特に窮屈に感じるかもしれません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luggage store was easy to use and convenient 最初の夜は隣室か...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外国人の方の利用が多いようで不安でしたが、たまたま玄関先でタバコを吸っている外国人3人が居る所に遭遇したのですが、...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みたいな感じでしたが、敷地内は禁煙ですと、毅然とした態度を示し、外国人は退散しました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Alcune cose sono un po datate e sarebbero da cambiare (te...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2026-04-05T00:17:45Z</dcterms:created>
  <dcterms:modified xsi:type="dcterms:W3CDTF">2026-04-05T00:17:45Z</dcterms:modified>
</cp:coreProperties>
</file>