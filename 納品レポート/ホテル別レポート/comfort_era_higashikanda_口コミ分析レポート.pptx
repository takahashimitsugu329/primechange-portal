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9.78</c:v>
                </c:pt>
                <c:pt idx="3">
                  <c:v>8.91</c:v>
                </c:pt>
                <c:pt idx="4">
                  <c:v>8.4</c:v>
                </c:pt>
                <c:pt idx="5">
                  <c:v>7.84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71</c:v>
                </c:pt>
                <c:pt idx="1">
                  <c:v>16</c:v>
                </c:pt>
                <c:pt idx="2">
                  <c:v>21</c:v>
                </c:pt>
                <c:pt idx="3">
                  <c:v>7</c:v>
                </c:pt>
                <c:pt idx="4">
                  <c:v>3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レビュー総数：125件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86.4%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108件（86.4%）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11件（8.8%）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6件（4.8%）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低評価・中評価レビュー（17件）から改善課題を優先度別に整理しています。S/A/B/Cの4段階で優先度を設定し、計画的な改善を推進します。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8.89点 → 目標 9.39点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86.4% → 目標 91.4%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4.8% → 目標 2.8%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コンフォートホテルERA東京東神田は全体平均8.89点（10pt換算）、高評価率86.4%を達成しています。本レポートで示した改善施策を段階的に実施することで、さらなる顧客満足度向上が期待できます。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口コミ分析レポート</dc:title>
  <dc:subject>PptxGenJS Presentation</dc:subject>
  <dc:creator>PptxGenJS</dc:creator>
  <cp:lastModifiedBy>PptxGenJS</cp:lastModifiedBy>
  <cp:revision>1</cp:revision>
  <dcterms:created xsi:type="dcterms:W3CDTF">2026-03-31T02:48:59Z</dcterms:created>
  <dcterms:modified xsi:type="dcterms:W3CDTF">2026-03-31T02:48:59Z</dcterms:modified>
</cp:coreProperties>
</file>