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9.89</c:v>
                </c:pt>
                <c:pt idx="3">
                  <c:v>8.89</c:v>
                </c:pt>
                <c:pt idx="4">
                  <c:v>8</c:v>
                </c:pt>
                <c:pt idx="5">
                  <c:v>7.92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102</c:v>
                </c:pt>
                <c:pt idx="1">
                  <c:v>11</c:v>
                </c:pt>
                <c:pt idx="2">
                  <c:v>6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71</c:v>
                </c:pt>
                <c:pt idx="1">
                  <c:v>17</c:v>
                </c:pt>
                <c:pt idx="2">
                  <c:v>14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レビュー総数：119件（6サイト）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部屋は清潔で、ベッドも広く、地下鉄の駅にも近かった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ホテルの従業員は親切で礼儀正しかった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部屋は清潔で、ベッドも広く、地下鉄の駅にも近かった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Hotel employees were kind and polite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bathroom in clean and big enough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サービスは最悪」  数日間滞在しましたが、残念ながら非常に不快な印象を受けました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Google(7.9)が相対的に低い。口コミ返信の強化が急務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102件（85.7%）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11件（9.2%）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6件（5.0%）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部屋は清潔で、ベッドも広く、地下鉄の駅にも近かった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「立地の良さも台無しです」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ホテルの従業員は親切で礼儀正しかった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「一番の問題は、スタッフの全くの無関心です」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部屋は清潔で、ベッドも広く、地下鉄の駅にも近かった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「他の方同様に清潔感については非の打ちどころがありません」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部屋は清潔で、ベッドも広く、地下鉄の駅にも近かった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bed and pillows were great」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ホテルでは無料の朝食を提供しており、豪華ではありませんが必要なものはすべて揃っています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「ホテルでは無料の朝食を提供しています」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hotel was lovely and spacious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bathroom in clean and big enough」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 employees were kind and polite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bathroom in clean and big enough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サービスは最悪」  数日間滞在しましたが、残念ながら非常に不快な印象を受けました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rooms are quite small (like everywhere in Japan), but...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周辺はとても静かで、夜も騒音に悩まされることはありませんでした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大手チェーン店ではタバコ臭かったり何かしらの不具合に見舞われますが、ここにはありませんでした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約20件/期間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2026-03-21T00:16:54Z</dcterms:created>
  <dcterms:modified xsi:type="dcterms:W3CDTF">2026-03-21T00:16:54Z</dcterms:modified>
</cp:coreProperties>
</file>