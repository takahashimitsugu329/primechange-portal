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9.78</c:v>
                </c:pt>
                <c:pt idx="3">
                  <c:v>8.91</c:v>
                </c:pt>
                <c:pt idx="4">
                  <c:v>8.4</c:v>
                </c:pt>
                <c:pt idx="5">
                  <c:v>7.84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16</c:v>
                </c:pt>
                <c:pt idx="2">
                  <c:v>21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108件（86.4%）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8.89点 → 目標 9.39点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86.4% → 目標 91.4%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4.8% → 目標 2.8%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コンフォートホテルERA東京東神田は全体平均8.89点（10pt換算）、高評価率86.4%を達成しています。本レポートで示した改善施策を段階的に実施することで、さらなる顧客満足度向上が期待できます。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