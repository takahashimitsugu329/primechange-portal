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Google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8.76</c:v>
                </c:pt>
                <c:pt idx="4">
                  <c:v>8.18</c:v>
                </c:pt>
                <c:pt idx="5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95</c:v>
                </c:pt>
                <c:pt idx="1">
                  <c:v>12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65</c:v>
                </c:pt>
                <c:pt idx="1">
                  <c:v>17</c:v>
                </c:pt>
                <c:pt idx="2">
                  <c:v>13</c:v>
                </c:pt>
                <c:pt idx="3">
                  <c:v>7</c:v>
                </c:pt>
                <c:pt idx="4">
                  <c:v>4</c:v>
                </c:pt>
                <c:pt idx="5">
                  <c:v>1</c:v>
                </c:pt>
                <c:pt idx="6">
                  <c:v>2</c:v>
                </c:pt>
                <c:pt idx="7">
                  <c:v>1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レビュー総数：112件（6サイト）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作成日：2026年3月17日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駅まで少し歩かなければならないので、立地は少し不便です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何か必要なことがあっても、スタッフは全く助けてくれません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rooms are quite small (like everywhere in Japan), but...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This was my second visit to this hotel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The bathroom in clean and big enough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室內不大但是設施齊全，該有的東西都有 工作人員服務態度特別好，前台也備有翻譯器 也可以嘗試一下自助早餐，東西不多但...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84.8%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楽天トラベル(8.0)が相対的に低い。口コミ返信の強化が急務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95件（84.8%）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12件（10.7%）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5件（4.5%）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駅まで少し歩かなければならないので、立地は少し不便です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「ホテルの立地、サービス、設備はどれも素晴らしかったです」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何か必要なことがあっても、スタッフは全く助けてくれません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staff is really nice」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rooms are quite small (like everywhere in Japan), but...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「部屋は広々としていて、サービスも行き届いていて、しかも静かでした」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staff were really nice, breakfast is abundant and tas...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「朝食には、白いパンだけでなく、食物繊維の多いパンも出してくれたらよかったのに」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タオルやその他のアメニティは毎日交換され、「お休みください」モードにしていたにもかかわらず、着替え用のバッグも用意...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「The staff were really nice, breakfast is abundant and tas...」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部屋の広さ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bathroom in clean and big enough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「1階には、ライブラリーと無料のドリンクが楽しめる広いラウンジエリアがあります」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This was my second visit to this hotel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bathroom in clean and big enough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室內不大但是設施齊全，該有的東西都有 工作人員服務態度特別好，前台也備有翻譯器 也可以嘗試一下自助早餐，東西不多但...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rooms are quite small (like everywhere in Japan), but...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周辺はとても静かで、夜も騒音に悩まされることはありませんでした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ゲストコミュニケーションの強化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チェックイン時の挨拶・案内の標準化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チェックアウト時の簡易アンケート実施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リピーターへの感謝メッセージの導入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約18件/期間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2026-03-16T22:42:40Z</dcterms:created>
  <dcterms:modified xsi:type="dcterms:W3CDTF">2026-03-16T22:42:40Z</dcterms:modified>
</cp:coreProperties>
</file>