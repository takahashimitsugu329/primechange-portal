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Agoda</c:v>
                  </c:pt>
                  <c:pt idx="1">
                    <c:v>じゃらん</c:v>
                  </c:pt>
                  <c:pt idx="2">
                    <c:v>Trip.com</c:v>
                  </c:pt>
                  <c:pt idx="3">
                    <c:v>楽天トラベル</c:v>
                  </c:pt>
                  <c:pt idx="4">
                    <c:v>Booking.com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10</c:v>
                </c:pt>
                <c:pt idx="2">
                  <c:v>9.61</c:v>
                </c:pt>
                <c:pt idx="3">
                  <c:v>9</c:v>
                </c:pt>
                <c:pt idx="4">
                  <c:v>8.97</c:v>
                </c:pt>
                <c:pt idx="5">
                  <c:v>7.5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72</c:v>
                </c:pt>
                <c:pt idx="1">
                  <c:v>4</c:v>
                </c:pt>
                <c:pt idx="2">
                  <c:v>5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4点</c:v>
                  </c:pt>
                  <c:pt idx="6">
                    <c:v>3点</c:v>
                  </c:pt>
                  <c:pt idx="7">
                    <c:v>2点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48</c:v>
                </c:pt>
                <c:pt idx="1">
                  <c:v>5</c:v>
                </c:pt>
                <c:pt idx="2">
                  <c:v>19</c:v>
                </c:pt>
                <c:pt idx="3">
                  <c:v>3</c:v>
                </c:pt>
                <c:pt idx="4">
                  <c:v>1</c:v>
                </c:pt>
                <c:pt idx="5">
                  <c:v>1</c:v>
                </c:pt>
                <c:pt idx="6">
                  <c:v>1</c:v>
                </c:pt>
                <c:pt idx="7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分析対象期間：2026年3月〜4月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レビュー総数：81件（6サイト）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作成日：2026年4月8日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8.85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88.9%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6.2%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立地も抜群で、近くに複数の駅があり、秋葉原や上野へも徒歩圏内です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受付スタッフは親切で気配りが行き届いており、常にカウンターにいました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部屋は常に清潔に保たれており、毎日のメイクアップサービスも行き届いていました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 stayed here as a solo traveller and felt safe walking b...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客室は典型的な東京の部屋で、やや狭めです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唯一の小さな難点は、シャワー中に排水溝から時折下水の臭いがすることでしたが、それほど強い臭いではなく、耐えられない...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8.85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88.9%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6.2%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じゃらん(10.00)が最高スコア。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Google(7.5)が相対的に低い。口コミ返信の強化が急務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72件（88.9%）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4件（4.9%）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5件（6.2%）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立地も抜群で、近くに複数の駅があり、秋葉原や上野へも徒歩圏内です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「秋葉原近辺のホテルをお探しなら、ここは中心部に位置する非常に便利なホテルです」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受付スタッフは親切で気配りが行き届いており、常にカウンターにいました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「フロントの方もみなさん親切でした」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部屋は常に清潔に保たれており、毎日のメイクアップサービスも行き届いていました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「Rest needs improvement 全体的に見て、ホテルの清掃は良かった」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ラウンジのスナック美味しい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「唯一の難点は朝食で、もう少し種類が豊富だと良いと思います」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アメニティも充実しており、ロビーで受け取ることができます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「ベッド広い」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近くにセブンイレブンもあるので、早朝に出かける際にちょっとした軽食を買うのに最適です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「Cleanliness, convenience, breakfast」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stayed here as a solo traveller and felt safe walking b...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客室は典型的な東京の部屋で、やや狭めです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唯一の小さな難点は、シャワー中に排水溝から時折下水の臭いがすることでしたが、それほど強い臭いではなく、耐えられない...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ホテルはとても静かで穏やかで、騒音の問題は全くありませんでした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唯一の小さな難点は、シャワー中に排水溝から時折下水の臭いがすることでしたが、それほど強い臭いではなく、耐えられない...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みたいな感じでしたが、敷地内は禁煙ですと、毅然とした態度を示し、外国人は退散しました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also enjoyed the communal lounge/library area, where fr...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Alcune cose sono un po datate e sarebbero da cambiare (te...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口コミ返信体制の構築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全サイトの口コミに48時間以内の返信を目標に設定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特に低評価レビューへのフォローアップ強化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8.85点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約21件/期間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コンフォートホテルERA東京東神田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2026-04-08T00:30:51Z</dcterms:created>
  <dcterms:modified xsi:type="dcterms:W3CDTF">2026-04-08T00:30:51Z</dcterms:modified>
</cp:coreProperties>
</file>