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8.75</c:v>
                </c:pt>
                <c:pt idx="4">
                  <c:v>8.17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97</c:v>
                </c:pt>
                <c:pt idx="1">
                  <c:v>13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66</c:v>
                </c:pt>
                <c:pt idx="1">
                  <c:v>17</c:v>
                </c:pt>
                <c:pt idx="2">
                  <c:v>14</c:v>
                </c:pt>
                <c:pt idx="3">
                  <c:v>8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立地は非常に便利で、地下鉄とJRの複数の路線が交差する場所に位置し、階下にはセブンイレブンがあります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staff were also very friendly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rooms are quite small (like everywhere in Japan), but...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hotel was lovely and spacious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bathroom in clean and big enough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室內不大但是設施齊全，該有的東西都有 工作人員服務態度特別好，前台也備有翻譯器 也可以嘗試一下自助早餐，東西不多但...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97件（84.3%）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13件（11.3%）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立地は非常に便利で、地下鉄とJRの複数の路線が交差する場所に位置し、階下にはセブンイレブンがあります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was great, in a quiet neighbourhood where yo...」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staff were also very friendly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「何か必要なことがあっても、スタッフは全く助けてくれません」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rooms are quite small (like everywhere in Japan), but...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「部屋は広々としていて、サービスも行き届いていて、しかも静かでした」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ホテルでは無料の朝食を提供しており、豪華ではありませんが必要なものはすべて揃っています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staff were really nice, breakfast is abundant and tas...」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bed and pillows were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「タオルやその他のアメニティは毎日交換され、「お休みください」モードにしていたにもかかわらず、着替え用のバッグも用意...」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hotel was lovely and spacious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bathroom in clean and big enough」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hotel was lovely and spacious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bathroom in clean and big enough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室內不大但是設施齊全，該有的東西都有 工作人員服務態度特別好，前台也備有翻譯器 也可以嘗試一下自助早餐，東西不多但...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2026-03-18T01:37:43Z</dcterms:created>
  <dcterms:modified xsi:type="dcterms:W3CDTF">2026-03-18T01:37:43Z</dcterms:modified>
</cp:coreProperties>
</file>