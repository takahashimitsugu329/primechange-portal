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9.89</c:v>
                </c:pt>
                <c:pt idx="3">
                  <c:v>8.92</c:v>
                </c:pt>
                <c:pt idx="4">
                  <c:v>8</c:v>
                </c:pt>
                <c:pt idx="5">
                  <c:v>7.75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106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16</c:v>
                </c:pt>
                <c:pt idx="2">
                  <c:v>18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駅からのアクセスがよかったです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 staff è gentilissimo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清掃も行き届いており、快適に過ごせました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cercanía a estaciones de tren, a sitios para comer, co...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駅からのアクセスがよかったです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「秋葉原も近いです」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staff è gentilissimo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「ホテルの従業員は親切で礼儀正しかった」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清掃も行き届いており、快適に過ごせました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「室内やバストイレも綺麗でしたので気持ちよく利用できました」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パンケーキ自動製作機は面白いし美味しいです🥞 グリーンズの株主優待が利用できます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「朝食は和食と洋食がバランスよく提供されました」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清掃も行き届いており、快適に過ごせました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「ベッドはあまり快適ではありません」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14時から17時までにチェックインすると人形焼が無料でもらえます🆓 ラウンジは広くウェルカムドリンクが飲み放題で...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「広めの客室（クイーンエコノミー）には、大きなスーツケース2個が楽に収まります」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cercanía a estaciones de tren, a sitios para comer, co...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2026-03-24T01:12:43Z</dcterms:created>
  <dcterms:modified xsi:type="dcterms:W3CDTF">2026-03-24T01:12:43Z</dcterms:modified>
</cp:coreProperties>
</file>