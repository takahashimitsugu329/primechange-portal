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コンフォートホテルERA東神田</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9.01点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9.01点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87.8%</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4.1%</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コンフォートホテルERA東神田は分析対象148件の口コミで、10点換算平均9.01点（非常に良好）を記録。高評価（8〜10点）が130件（87.8%）、低評価（1〜4点）が6件（4.1%）。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9.11/10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9.11点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9.79/10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3.83/5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7.65点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60.1%</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89件</a:t>
            </a:r>
            <a:endParaRPr lang="en-US" sz="800" dirty="0"/>
          </a:p>
        </p:txBody>
      </p:sp>
      <p:sp>
        <p:nvSpPr>
          <p:cNvPr id="12" name="Shape 10"/>
          <p:cNvSpPr/>
          <p:nvPr/>
        </p:nvSpPr>
        <p:spPr>
          <a:xfrm>
            <a:off x="1325880" y="3842535"/>
            <a:ext cx="685800" cy="546585"/>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61393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12.8%</a:t>
            </a:r>
            <a:endParaRPr lang="en-US" sz="800" dirty="0"/>
          </a:p>
        </p:txBody>
      </p:sp>
      <p:sp>
        <p:nvSpPr>
          <p:cNvPr id="15" name="Text 13"/>
          <p:cNvSpPr/>
          <p:nvPr/>
        </p:nvSpPr>
        <p:spPr>
          <a:xfrm>
            <a:off x="1234440" y="338533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19件</a:t>
            </a:r>
            <a:endParaRPr lang="en-US" sz="800" dirty="0"/>
          </a:p>
        </p:txBody>
      </p:sp>
      <p:sp>
        <p:nvSpPr>
          <p:cNvPr id="16" name="Shape 14"/>
          <p:cNvSpPr/>
          <p:nvPr/>
        </p:nvSpPr>
        <p:spPr>
          <a:xfrm>
            <a:off x="2194560" y="3756232"/>
            <a:ext cx="685800" cy="632888"/>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352763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14.9%</a:t>
            </a:r>
            <a:endParaRPr lang="en-US" sz="800" dirty="0"/>
          </a:p>
        </p:txBody>
      </p:sp>
      <p:sp>
        <p:nvSpPr>
          <p:cNvPr id="19" name="Text 17"/>
          <p:cNvSpPr/>
          <p:nvPr/>
        </p:nvSpPr>
        <p:spPr>
          <a:xfrm>
            <a:off x="2103120" y="329903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22件</a:t>
            </a:r>
            <a:endParaRPr lang="en-US" sz="800" dirty="0"/>
          </a:p>
        </p:txBody>
      </p:sp>
      <p:sp>
        <p:nvSpPr>
          <p:cNvPr id="20" name="Shape 18"/>
          <p:cNvSpPr/>
          <p:nvPr/>
        </p:nvSpPr>
        <p:spPr>
          <a:xfrm>
            <a:off x="3063240" y="4158979"/>
            <a:ext cx="685800" cy="230141"/>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93037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5.4%</a:t>
            </a:r>
            <a:endParaRPr lang="en-US" sz="800" dirty="0"/>
          </a:p>
        </p:txBody>
      </p:sp>
      <p:sp>
        <p:nvSpPr>
          <p:cNvPr id="23" name="Text 21"/>
          <p:cNvSpPr/>
          <p:nvPr/>
        </p:nvSpPr>
        <p:spPr>
          <a:xfrm>
            <a:off x="2971800" y="370177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8件</a:t>
            </a:r>
            <a:endParaRPr lang="en-US" sz="800" dirty="0"/>
          </a:p>
        </p:txBody>
      </p:sp>
      <p:sp>
        <p:nvSpPr>
          <p:cNvPr id="24" name="Shape 22"/>
          <p:cNvSpPr/>
          <p:nvPr/>
        </p:nvSpPr>
        <p:spPr>
          <a:xfrm>
            <a:off x="3931920" y="4302817"/>
            <a:ext cx="685800" cy="86303"/>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4074217"/>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2.0%</a:t>
            </a:r>
            <a:endParaRPr lang="en-US" sz="800" dirty="0"/>
          </a:p>
        </p:txBody>
      </p:sp>
      <p:sp>
        <p:nvSpPr>
          <p:cNvPr id="27" name="Text 25"/>
          <p:cNvSpPr/>
          <p:nvPr/>
        </p:nvSpPr>
        <p:spPr>
          <a:xfrm>
            <a:off x="3840480" y="3845617"/>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28" name="Shape 26"/>
          <p:cNvSpPr/>
          <p:nvPr/>
        </p:nvSpPr>
        <p:spPr>
          <a:xfrm>
            <a:off x="4800600" y="4343400"/>
            <a:ext cx="685800" cy="45720"/>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1" name="Text 29"/>
          <p:cNvSpPr/>
          <p:nvPr/>
        </p:nvSpPr>
        <p:spPr>
          <a:xfrm>
            <a:off x="470916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5669280" y="4331585"/>
            <a:ext cx="685800" cy="57535"/>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10298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a:t>
            </a:r>
            <a:endParaRPr lang="en-US" sz="800" dirty="0"/>
          </a:p>
        </p:txBody>
      </p:sp>
      <p:sp>
        <p:nvSpPr>
          <p:cNvPr id="35" name="Text 33"/>
          <p:cNvSpPr/>
          <p:nvPr/>
        </p:nvSpPr>
        <p:spPr>
          <a:xfrm>
            <a:off x="5577840" y="387438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6" name="Shape 34"/>
          <p:cNvSpPr/>
          <p:nvPr/>
        </p:nvSpPr>
        <p:spPr>
          <a:xfrm>
            <a:off x="6537960" y="4343400"/>
            <a:ext cx="685800" cy="45720"/>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9" name="Text 37"/>
          <p:cNvSpPr/>
          <p:nvPr/>
        </p:nvSpPr>
        <p:spPr>
          <a:xfrm>
            <a:off x="644652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素晴らしいホテルです。清潔で静かで快適でした。地下鉄の駅から徒歩6～8分ほどで、とても便利です。😊👍</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ホテルの立地は素晴らしく、地下鉄の駅や秋葉原にも近い。難点は、朝食会場が常に混雑しているため、補充されるまで待たなければならないことだ。それ以外はすべて満足だった。スタッフは親切で、部屋もスーツケースを置くのに十分な広さだった（他の多くのホ…</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8点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朝食がおいしい　フロントが優しい</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「朝から気分を台無しにされた。サービスは最悪」  数日間滞在しましたが、残念ながら非常に不快な印象を受けました。立地の良さも台無しです。  一番の問題は、スタッフの全くの無関心です。誕生日に合わせて旅行したので、せめて少しでも気遣い（チェッ…</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何か必要なことがあっても、スタッフは全く助けてくれません。「申し訳ありませんが、できません」と言うだけです。簡単なことすらまともにできません。他のスタッフならもっとうまくやってくれるでしょう。</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何か必要なことがあっても、スタッフは全く助けてくれません。「申し訳ありませんが、できません」と言うだけです。簡単なことすらまともにできません。他のスタッフならもっとうまくやってくれるでしょう。</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9.01点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9.5点以上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87.8%</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92.8%以上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4.1%</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1.1%以下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コンフォートホテルERA東神田の口コミ分析の結果、10点換算で平均9.01点（非常に良好）を記録しました。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分析対象148件のうち、高評価（8〜10点）が87.8%を占めており、継続的なサービス改善により更なる満足度向上が期待できます。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2026-03-28T22:02:48Z</dcterms:created>
  <dcterms:modified xsi:type="dcterms:W3CDTF">2026-03-28T22:02:48Z</dcterms:modified>
</cp:coreProperties>
</file>