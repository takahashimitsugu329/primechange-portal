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Agoda</c:v>
                  </c:pt>
                  <c:pt idx="1">
                    <c:v>じゃらん</c:v>
                  </c:pt>
                  <c:pt idx="2">
                    <c:v>Trip.com</c:v>
                  </c:pt>
                  <c:pt idx="3">
                    <c:v>Booking.com</c:v>
                  </c:pt>
                  <c:pt idx="4">
                    <c:v>楽天トラベル</c:v>
                  </c:pt>
                  <c:pt idx="5">
                    <c:v>Google</c:v>
                  </c:pt>
                </c:lvl>
              </c:multiLvlStrCache>
            </c:multiLvlStrRef>
          </c:cat>
          <c:val>
            <c:numRef>
              <c:f>Sheet1!$B$2:$B$7</c:f>
              <c:numCache>
                <c:formatCode>General</c:formatCode>
                <c:ptCount val="6"/>
                <c:pt idx="0">
                  <c:v>10</c:v>
                </c:pt>
                <c:pt idx="1">
                  <c:v>10</c:v>
                </c:pt>
                <c:pt idx="2">
                  <c:v>9.89</c:v>
                </c:pt>
                <c:pt idx="3">
                  <c:v>8.92</c:v>
                </c:pt>
                <c:pt idx="4">
                  <c:v>8</c:v>
                </c:pt>
                <c:pt idx="5">
                  <c:v>7.92</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104</c:v>
                </c:pt>
                <c:pt idx="1">
                  <c:v>11</c:v>
                </c:pt>
                <c:pt idx="2">
                  <c:v>6</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73</c:v>
                </c:pt>
                <c:pt idx="1">
                  <c:v>16</c:v>
                </c:pt>
                <c:pt idx="2">
                  <c:v>15</c:v>
                </c:pt>
                <c:pt idx="3">
                  <c:v>7</c:v>
                </c:pt>
                <c:pt idx="4">
                  <c:v>3</c:v>
                </c:pt>
                <c:pt idx="5">
                  <c:v>1</c:v>
                </c:pt>
                <c:pt idx="6">
                  <c:v>2</c:v>
                </c:pt>
                <c:pt idx="7">
                  <c:v>1</c:v>
                </c:pt>
                <c:pt idx="8">
                  <c:v>3</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コンフォートホテルERA東京東神田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レビュー総数：121件（6サイト）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作成日：2026年3月23日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8.95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86.0%</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5.0%</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121件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荷物の預かりもありましたが、クローク内ではなく外に置いて網掛けされるようでしたので近くの駅のロッカーを使用しました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Lo staff è gentilissimo</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室内やバストイレも綺麗でしたので気持ちよく利用できました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Las instalaciones, la habitación muy confortable, el pers...</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室内やバストイレも綺麗でしたので気持ちよく利用できました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サービスは最悪」  数日間滞在しましたが、残念ながら非常に不快な印象を受けました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8.95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86.0%</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5.0%</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121件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じゃらん(10.00)が最高スコア。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Google(7.9)が相対的に低い。口コミ返信の強化が急務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104件（86.0%）</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11件（9.1%）</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6件（5.0%）</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荷物の預かりもありましたが、クローク内ではなく外に置いて網掛けされるようでしたので近くの駅のロッカーを使用しました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「近くに小さなレストランがいくつかあり、多くの鉄道駅や地下鉄駅にも近いです」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Lo staff è gentilissimo</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「ホテルの従業員は親切で礼儀正しかった」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室内やバストイレも綺麗でしたので気持ちよく利用できました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「部屋は清潔で、ベッドも広く、地下鉄の駅にも近かった」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朝食は和食と洋食がバランスよく提供されました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「ホテルでは無料の朝食を提供しており、豪華ではありませんが必要なものはすべて揃っています」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部屋は清潔で、ベッドも広く、地下鉄の駅にも近かった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「The bed and pillows were great」</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部屋の広さ</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広めの客室（クイーンエコノミー）には、大きなスーツケース2個が楽に収まります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「The hotel was lovely and spacious」</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Las instalaciones, la habitación muy confortable, el pers...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室内やバストイレも綺麗でしたので気持ちよく利用できました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サービスは最悪」  数日間滞在しましたが、残念ながら非常に不快な印象を受けました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The rooms are quite small (like everywhere in Japan), but...</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周辺はとても静かで、夜も騒音に悩まされることはありませんでした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大手チェーン店ではタバコ臭かったり何かしらの不具合に見舞われますが、ここにはありませんでした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Alcune cose sono un po datate e sarebbero da cambiare (te...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8.95点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5.0%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2%以下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7.9点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約22件/期間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コンフォートホテルERA東京東神田 口コミ分析改善レポート</dc:title>
  <dc:subject>PptxGenJS Presentation</dc:subject>
  <dc:creator>Hotel Consulting</dc:creator>
  <cp:lastModifiedBy>Hotel Consulting</cp:lastModifiedBy>
  <cp:revision>1</cp:revision>
  <dcterms:created xsi:type="dcterms:W3CDTF">2026-03-23T00:05:50Z</dcterms:created>
  <dcterms:modified xsi:type="dcterms:W3CDTF">2026-03-23T00:05:50Z</dcterms:modified>
</cp:coreProperties>
</file>