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138件　全体平均: 9.07/10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 | 全138件分析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9.07/10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9.07/10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高評価(8点以上)が全体の88.4%を占めています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低評価(5点以下)は3.6%で管理可能な水準です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Trip.com / Google / 楽天トラベル / じゃらん / Agoda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9.77/10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9.77/10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3.88/5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7.75/10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 (60.1%)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255923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44643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(13.8%)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1322024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2510744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 (14.5%)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52881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1717530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(5.8%)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98304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1387024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(2.2%)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6610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254821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6610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254821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6610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4821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13220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320922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(1.4%)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素晴らしいホテルです。清潔で静かで快適でした。地下鉄の駅から徒歩6～8分ほどで、とても便利です。😊👍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の立地は素晴らしく、地下鉄の駅や秋葉原にも近い。難点は、朝食会場が常に混雑しているため、補充されるまで待たなければならないことだ。それ以外はすべて満足だった。スタッフは親切で、部屋もスーツケース..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朝食がおいしい　フロントが優しい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静かで、便利で、快適で、清潔。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駅からすこし歩く 飲食店がまわりに少ない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-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ッドはあまり快適ではありません。欧米人で、アメリカのホテルのような快適さに慣れている方にとっては、特に窮屈に感じるかもしれません。部屋は非常に狭く、私のパートナーは身長185cmですが、ベッドの端か..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何もない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2026-03-28T22:44:18Z</dcterms:created>
  <dcterms:modified xsi:type="dcterms:W3CDTF">2026-03-28T22:44:18Z</dcterms:modified>
</cp:coreProperties>
</file>