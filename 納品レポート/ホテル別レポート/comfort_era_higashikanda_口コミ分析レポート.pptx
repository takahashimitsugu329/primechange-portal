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109</c:v>
                </c:pt>
                <c:pt idx="1">
                  <c:v>11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Breakfast was great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2026-04-04T23:43:28Z</dcterms:created>
  <dcterms:modified xsi:type="dcterms:W3CDTF">2026-04-04T23:43:28Z</dcterms:modified>
</cp:coreProperties>
</file>