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8.95</c:v>
                </c:pt>
                <c:pt idx="4">
                  <c:v>8</c:v>
                </c:pt>
                <c:pt idx="5">
                  <c:v>7.65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106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19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地下鉄の駅から徒歩6～8分ほどで、とても便利です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スタッフは親切で、部屋もスーツケースを置くのに十分な広さだった（他の多くのホテルの部屋はもっと狭かった）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清潔で静かで快適でした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cercanía a estaciones de tren, a sitios para comer, co...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地下鉄の駅から徒歩6～8分ほどで、とても便利です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「В остальном только положительные впечатления, доброжелате...」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スタッフは親切で、部屋もスーツケースを置くのに十分な広さだった（他の多くのホテルの部屋はもっと狭かった）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「朝食がおいしい　フロントが優しい 駅からすこし歩く 飲食店がまわりに少ない 駅からすこし歩く 飲食店がまわりに少ない」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清潔で静かで快適でした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「สงบ สะดวก สบาย สะอาด 静かで、便利で、快適で、清潔」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難点は、朝食会場が常に混雑しているため、補充されるまで待たなければならないことだ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「朝食がおいしい　フロントが優しい 駅からすこし歩く 飲食店がまわりに少ない 駅からすこし歩く 飲食店がまわりに少ない」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清潔で静かで快適でした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「สงบ สะดวก สบาย สะอาด 静かで、便利で、快適で、清潔」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14時から17時までにチェックインすると人形焼が無料でもらえます🆓 ラウンジは広くウェルカムドリンクが飲み放題で...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「広めの客室（クイーンエコノミー）には、大きなスーツケース2個が楽に収まります」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cercanía a estaciones de tren, a sitios para comer, co...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サービスは最悪」  数日間滞在しましたが、残念ながら非常に不快な印象を受けました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2026-03-27T23:58:19Z</dcterms:created>
  <dcterms:modified xsi:type="dcterms:W3CDTF">2026-03-27T23:58:19Z</dcterms:modified>
</cp:coreProperties>
</file>