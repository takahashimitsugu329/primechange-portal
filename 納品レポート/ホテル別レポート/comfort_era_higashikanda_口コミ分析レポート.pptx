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8.93点 → 目標 9.43点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87.2% → 目標 92.2%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4.0% → 目標 2.0%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コンフォートホテルERA東京東神田は全体平均8.93点（10pt換算）、高評価率87.2%を達成しています。本レポートで示した改善施策を段階的に実施することで、さらなる顧客満足度向上が期待できます。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