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8.84</c:v>
                </c:pt>
                <c:pt idx="4">
                  <c:v>8.24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100</c:v>
                </c:pt>
                <c:pt idx="1">
                  <c:v>12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69</c:v>
                </c:pt>
                <c:pt idx="1">
                  <c:v>17</c:v>
                </c:pt>
                <c:pt idx="2">
                  <c:v>14</c:v>
                </c:pt>
                <c:pt idx="3">
                  <c:v>7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立地は非常に便利で、地下鉄とJRの複数の路線が交差する場所に位置し、階下にはセブンイレブンがあります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staff were also very friendly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他の方同様に清潔感については非の打ちどころがありません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 ha piaciuto tutto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bathroom in clean and big enough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rooms are quite small (like everywhere in Japan), but...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100件（85.5%）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12件（10.3%）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立地は非常に便利で、地下鉄とJRの複数の路線が交差する場所に位置し、階下にはセブンイレブンがあります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location was great, in a quiet neighbourhood where yo...」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staff were also very friendly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「何か必要なことがあっても、スタッフは全く助けてくれません」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他の方同様に清潔感については非の打ちどころがありません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rooms are quite small (like everywhere in Japan), but...」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ホテルでは無料の朝食を提供しており、豪華ではありませんが必要なものはすべて揃っています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「ホテルでは無料の朝食を提供しています」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bed and pillows were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「タオルやその他のアメニティは毎日交換され、「お休みください」モードにしていたにもかかわらず、着替え用のバッグも用意...」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hotel was lovely and spacious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bathroom in clean and big enough」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 ha piaciuto tutto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bathroom in clean and big enough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rooms are quite small (like everywhere in Japan), but...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室內不大但是設施齊全，該有的東西都有 工作人員服務態度特別好，前台也備有翻譯器 也可以嘗試一下自助早餐，東西不多但...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周辺はとても静かで、夜も騒音に悩まされることはありませんでした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大手チェーン店ではタバコ臭かったり何かしらの不具合に見舞われますが、ここにはありませんでした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2026-03-19T23:27:40Z</dcterms:created>
  <dcterms:modified xsi:type="dcterms:W3CDTF">2026-03-19T23:27:40Z</dcterms:modified>
</cp:coreProperties>
</file>