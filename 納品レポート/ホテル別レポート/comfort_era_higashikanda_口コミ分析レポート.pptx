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9.89</c:v>
                </c:pt>
                <c:pt idx="3">
                  <c:v>8.92</c:v>
                </c:pt>
                <c:pt idx="4">
                  <c:v>8</c:v>
                </c:pt>
                <c:pt idx="5">
                  <c:v>7.75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106</c:v>
                </c:pt>
                <c:pt idx="1">
                  <c:v>11</c:v>
                </c:pt>
                <c:pt idx="2">
                  <c:v>6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72</c:v>
                </c:pt>
                <c:pt idx="1">
                  <c:v>16</c:v>
                </c:pt>
                <c:pt idx="2">
                  <c:v>18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レビュー総数：123件（6サイト）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สงบ สะดวก สบาย สะอาด 静かで、便利で、快適で、清潔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鉄道駅からは少し離れており、地下鉄駅まで徒歩約10分かかりますが、部屋は清潔で、スタッフは笑顔で丁寧に対応してくれます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สงบ สะดวก สบาย สะอาด 静かで、便利で、快適で、清潔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 cercanía a estaciones de tren, a sitios para comer, co...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Google(7.8)が相対的に低い。口コミ返信の強化が急務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106件（86.2%）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11件（8.9%）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6件（4.9%）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สงบ สะดวก สบาย สะอาด 静かで、便利で、快適で、清潔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「鉄道駅からは少し離れており、地下鉄駅まで徒歩約10分かかりますが、部屋は清潔で、スタッフは笑顔で丁寧に対応してくれます」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鉄道駅からは少し離れており、地下鉄駅まで徒歩約10分かかりますが、部屋は清潔で、スタッフは笑顔で丁寧に対応してくれます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 staff è gentilissimo」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สงบ สะดวก สบาย สะอาด 静かで、便利で、快適で、清潔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「雖然酒店位置唔算十分方便鐵路，要行大約10 分鐘先到地鐵站，但房間清潔，職員有禮貌笑容，大堂都有野飲同nuts供應...」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パンケーキ自動製作機は面白いし美味しいです🥞 グリーンズの株主優待が利用できます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「朝食は和食と洋食がバランスよく提供されました」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สงบ สะดวก สบาย สะอาด 静かで、便利で、快適で、清潔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「清掃も行き届いており、快適に過ごせました」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14時から17時までにチェックインすると人形焼が無料でもらえます🆓 ラウンジは広くウェルカムドリンクが飲み放題で...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「広めの客室（クイーンエコノミー）には、大きなスーツケース2個が楽に収まります」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cercanía a estaciones de tren, a sitios para comer, co...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サービスは最悪」  数日間滞在しましたが、残念ながら非常に不快な印象を受けました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周辺はとても静かで、夜も騒音に悩まされることはありませんでした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大手チェーン店ではタバコ臭かったり何かしらの不具合に見舞われますが、ここにはありませんでした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約22件/期間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2026-03-25T11:12:26Z</dcterms:created>
  <dcterms:modified xsi:type="dcterms:W3CDTF">2026-03-25T11:12:26Z</dcterms:modified>
</cp:coreProperties>
</file>