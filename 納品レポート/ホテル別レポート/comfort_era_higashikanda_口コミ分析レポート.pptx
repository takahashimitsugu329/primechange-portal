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9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Agoda</c:v>
                  </c:pt>
                  <c:pt idx="1">
                    <c:v>じゃらん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楽天トラベル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10</c:v>
                </c:pt>
                <c:pt idx="2">
                  <c:v>9.81</c:v>
                </c:pt>
                <c:pt idx="3">
                  <c:v>8.91</c:v>
                </c:pt>
                <c:pt idx="4">
                  <c:v>8.67</c:v>
                </c:pt>
                <c:pt idx="5">
                  <c:v>7.82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72</c:v>
                </c:pt>
                <c:pt idx="1">
                  <c:v>15</c:v>
                </c:pt>
                <c:pt idx="2">
                  <c:v>22</c:v>
                </c:pt>
                <c:pt idx="3">
                  <c:v>7</c:v>
                </c:pt>
                <c:pt idx="4">
                  <c:v>3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レビュー総数：125件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8.93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87.2%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4.0%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9.81/10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109件（87.2%）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11件（8.8%）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5件（4.0%）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109件）の分析から、主要な強みテーマを抽出しています。立地・アクセス、客室清潔感、スタッフ対応が高評価の中心的テーマです。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低評価・中評価レビュー（16件）から改善課題を優先度別に整理しています。S/A/B/Cの4段階で優先度を設定し、計画的な改善を推進します。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8.93点 → 目標 9.43点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87.2% → 目標 92.2%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4.0% → 目標 2.0%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コンフォートホテルERA東京東神田は全体平均8.93点（10pt換算）、高評価率87.2%を達成しています。本レポートで示した改善施策を段階的に実施することで、さらなる顧客満足度向上が期待できます。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コンフォートホテルERA東京東神田 口コミ分析レポート</dc:title>
  <dc:subject>PptxGenJS Presentation</dc:subject>
  <dc:creator>PptxGenJS</dc:creator>
  <cp:lastModifiedBy>PptxGenJS</cp:lastModifiedBy>
  <cp:revision>1</cp:revision>
  <dcterms:created xsi:type="dcterms:W3CDTF">2026-04-07T23:27:22Z</dcterms:created>
  <dcterms:modified xsi:type="dcterms:W3CDTF">2026-04-07T23:27:22Z</dcterms:modified>
</cp:coreProperties>
</file>