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Agoda</c:v>
                  </c:pt>
                  <c:pt idx="1">
                    <c:v>じゃらん</c:v>
                  </c:pt>
                  <c:pt idx="2">
                    <c:v>Trip.com</c:v>
                  </c:pt>
                  <c:pt idx="3">
                    <c:v>Booking.com</c:v>
                  </c:pt>
                  <c:pt idx="4">
                    <c:v>楽天トラベル</c:v>
                  </c:pt>
                  <c:pt idx="5">
                    <c:v>Google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10</c:v>
                </c:pt>
                <c:pt idx="2">
                  <c:v>9.81</c:v>
                </c:pt>
                <c:pt idx="3">
                  <c:v>8.91</c:v>
                </c:pt>
                <c:pt idx="4">
                  <c:v>8.67</c:v>
                </c:pt>
                <c:pt idx="5">
                  <c:v>7.82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109</c:v>
                </c:pt>
                <c:pt idx="1">
                  <c:v>11</c:v>
                </c:pt>
                <c:pt idx="2">
                  <c:v>5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72</c:v>
                </c:pt>
                <c:pt idx="1">
                  <c:v>15</c:v>
                </c:pt>
                <c:pt idx="2">
                  <c:v>22</c:v>
                </c:pt>
                <c:pt idx="3">
                  <c:v>7</c:v>
                </c:pt>
                <c:pt idx="4">
                  <c:v>3</c:v>
                </c:pt>
                <c:pt idx="5">
                  <c:v>1</c:v>
                </c:pt>
                <c:pt idx="6">
                  <c:v>1</c:v>
                </c:pt>
                <c:pt idx="7">
                  <c:v>1</c:v>
                </c:pt>
                <c:pt idx="8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分析対象期間：2026年2月〜3月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レビュー総数：125件（6サイト）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作成日：2026年4月5日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8.93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87.2%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125件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Close to the shops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ホテルの方々が本当に親切でした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Breakfast was great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Good hotel had everything needed for a Tokyo stay 良いホテルで、...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14時から17時までにチェックインすると人形焼が無料でもらえます🆓 ラウンジは広くウェルカムドリンクが飲み放題で...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部屋の狭さ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欧米人で、アメリカのホテルのような快適さに慣れている方にとっては、特に窮屈に感じるかもしれません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8.93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87.2%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125件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じゃらん(10.00)が最高スコア。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Google(7.8)が相対的に低い。口コミ返信の強化が急務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109件（87.2%）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11件（8.8%）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5件（4.0%）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 to the shops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「Location was good and in a quiet area」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ホテルの方々が本当に親切でした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「スタッフさんの対応がとてもよくて又来たいなと思いました」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Breakfast was great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「Cleanliness, convenience, breakfast」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Cleanliness, convenience, breakfast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「部屋も風呂も清潔で適度に広く、過ごしやすかったです」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いつも、変わりなく場所が変わっても快適で、安心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「清潔で静かで快適でした」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Cleanliness, convenience, breakfast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「駅、セブンイレブン、ローソン、ファミリーマートが近くにあり、とても便利な立地です」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Good hotel had everything needed for a Tokyo stay 良いホテルで、...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14時から17時までにチェックインすると人形焼が無料でもらえます🆓 ラウンジは広くウェルカムドリンクが飲み放題で...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欧米人で、アメリカのホテルのような快適さに慣れている方にとっては、特に窮屈に感じるかもしれません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みたいな感じでしたが、敷地内は禁煙ですと、毅然とした態度を示し、外国人は退散しました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luggage store was easy to use and convenient 最初の夜は隣室か...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外国人の方の利用が多いようで不安でしたが、たまたま玄関先でタバコを吸っている外国人3人が居る所に遭遇したのですが、...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Alcune cose sono un po datate e sarebbero da cambiare (te...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口コミ返信体制の構築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全サイトの口コミに48時間以内の返信を目標に設定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特に低評価レビューへのフォローアップ強化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客室設備のアップグレード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内装の定期的なリフレッシュ計画の策定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照明・電源周りの設備更新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快適性向上のための設備投資計画の立案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8.93点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87.2%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約21件/期間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コンフォートホテルERA東京東神田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2026-04-05T10:02:49Z</dcterms:created>
  <dcterms:modified xsi:type="dcterms:W3CDTF">2026-04-05T10:02:49Z</dcterms:modified>
</cp:coreProperties>
</file>