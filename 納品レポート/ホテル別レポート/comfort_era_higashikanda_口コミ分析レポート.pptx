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9.79</c:v>
                </c:pt>
                <c:pt idx="3">
                  <c:v>8.92</c:v>
                </c:pt>
                <c:pt idx="4">
                  <c:v>8</c:v>
                </c:pt>
                <c:pt idx="5">
                  <c:v>7.65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105</c:v>
                </c:pt>
                <c:pt idx="1">
                  <c:v>12</c:v>
                </c:pt>
                <c:pt idx="2">
                  <c:v>6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71</c:v>
                </c:pt>
                <c:pt idx="1">
                  <c:v>16</c:v>
                </c:pt>
                <c:pt idx="2">
                  <c:v>18</c:v>
                </c:pt>
                <c:pt idx="3">
                  <c:v>8</c:v>
                </c:pt>
                <c:pt idx="4">
                  <c:v>3</c:v>
                </c:pt>
                <c:pt idx="5">
                  <c:v>1</c:v>
                </c:pt>
                <c:pt idx="6">
                  <c:v>2</c:v>
                </c:pt>
                <c:pt idx="7">
                  <c:v>1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レビュー総数：123件（6サイト）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作成日：2026年3月26日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8.89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85.4%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荷物預かり所は使いやすく便利でした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部屋は東京での数泊の滞在にはちょうど良く、スタッフはとても親切でフレンドリーでした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สงบ สะดวก สบาย สะอาด 静かで、便利で、快適で、清潔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La cercanía a estaciones de tren, a sitios para comer, co...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14時から17時までにチェックインすると人形焼が無料でもらえます🆓 ラウンジは広くウェルカムドリンクが飲み放題で...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サービスは最悪」  数日間滞在しましたが、残念ながら非常に不快な印象を受けました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8.89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85.4%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Google(7.7)が相対的に低い。口コミ返信の強化が急務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105件（85.4%）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12件（9.8%）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6件（4.9%）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荷物預かり所は使いやすく便利でした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「สงบ สะดวก สบาย สะอาด 静かで、便利で、快適で、清潔」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部屋は東京での数泊の滞在にはちょうど良く、スタッフはとても親切でフレンドリーでした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「鉄道駅からは少し離れていますが（地下鉄駅まで徒歩約10分）、部屋は清潔で、スタッフは笑顔で丁寧に対応してくれます」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สงบ สะดวก สบาย สะอาด 静かで、便利で、快適で、清潔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「雖然酒店位置唔算十分方便鐵路，要行大約10 分鐘先到地鐵站，但房間清潔，職員有禮貌笑容，大堂都有野飲同nuts供應...」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パンケーキ自動製作機は面白いし美味しいです🥞 グリーンズの株主優待が利用できます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「朝食は和食と洋食がバランスよく提供されました」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สงบ สะดวก สบาย สะอาด 静かで、便利で、快適で、清潔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「清掃も行き届いており、快適に過ごせました」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14時から17時までにチェックインすると人形焼が無料でもらえます🆓 ラウンジは広くウェルカムドリンクが飲み放題で...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「広めの客室（クイーンエコノミー）には、大きなスーツケース2個が楽に収まります」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cercanía a estaciones de tren, a sitios para comer, co...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14時から17時までにチェックインすると人形焼が無料でもらえます🆓 ラウンジは広くウェルカムドリンクが飲み放題で...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サービスは最悪」  数日間滞在しましたが、残念ながら非常に不快な印象を受けました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rooms are quite small (like everywhere in Japan), but...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luggage store was easy to use and convenient 最初の夜は隣室か...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大手チェーン店ではタバコ臭かったり何かしらの不具合に見舞われますが、ここにはありませんでした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Alcune cose sono un po datate e sarebbero da cambiare (te...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8.89点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約22件/期間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コンフォートホテルERA東京東神田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2026-03-25T22:27:25Z</dcterms:created>
  <dcterms:modified xsi:type="dcterms:W3CDTF">2026-03-25T22:27:25Z</dcterms:modified>
</cp:coreProperties>
</file>