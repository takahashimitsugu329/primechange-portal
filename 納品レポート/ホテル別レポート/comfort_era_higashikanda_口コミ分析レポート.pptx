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8.91</c:v>
                </c:pt>
                <c:pt idx="4">
                  <c:v>8.8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</c:v>
                </c:pt>
                <c:pt idx="1">
                  <c:v>3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  <c:pt idx="5">
                    <c:v>3点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4</c:v>
                </c:pt>
                <c:pt idx="2">
                  <c:v>16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Cleanliness, convenience, breakfast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5件（7.5%）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2026-04-11T23:59:38Z</dcterms:created>
  <dcterms:modified xsi:type="dcterms:W3CDTF">2026-04-11T23:59:38Z</dcterms:modified>
</cp:coreProperties>
</file>