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9.81</c:v>
                </c:pt>
                <c:pt idx="3">
                  <c:v>8.91</c:v>
                </c:pt>
                <c:pt idx="4">
                  <c:v>8.67</c:v>
                </c:pt>
                <c:pt idx="5">
                  <c:v>7.82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109</c:v>
                </c:pt>
                <c:pt idx="1">
                  <c:v>11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72</c:v>
                </c:pt>
                <c:pt idx="1">
                  <c:v>15</c:v>
                </c:pt>
                <c:pt idx="2">
                  <c:v>22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Close to the shops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ホテルの方々が本当に親切でした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Cleanliness, convenience, breakfast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hotel had everything needed for a Tokyo stay 良いホテルで、...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Google(7.8)が相対的に低い。口コミ返信の強化が急務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109件（87.2%）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5件（4.0%）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to the shops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 was good and in a quiet area」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ホテルの方々が本当に親切でした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「スタッフさんの対応がとてもよくて又来たいなと思いました」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「部屋も風呂も清潔で適度に広く、過ごしやすかったです」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great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「Cleanliness, convenience, breakfast」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いつも、変わりなく場所が変わっても快適で、安心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「清潔で静かで快適でした」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「駅、セブンイレブン、ローソン、ファミリーマートが近くにあり、とても便利な立地です」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hotel had everything needed for a Tokyo stay 良いホテルで、...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みたいな感じでしたが、敷地内は禁煙ですと、毅然とした態度を示し、外国人は退散しました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外国人の方の利用が多いようで不安でしたが、たまたま玄関先でタバコを吸っている外国人3人が居る所に遭遇したのですが、...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約21件/期間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2026-04-07T00:35:03Z</dcterms:created>
  <dcterms:modified xsi:type="dcterms:W3CDTF">2026-04-07T00:35:03Z</dcterms:modified>
</cp:coreProperties>
</file>