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8.92</c:v>
                </c:pt>
                <c:pt idx="4">
                  <c:v>8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17</c:v>
                </c:pt>
                <c:pt idx="2">
                  <c:v>20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Location was good and in a quiet area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Breakfast was abundant and very diverse and the staff wer...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部屋も風呂も清潔で適度に広く、過ごしやすかったです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was good and in a quiet area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「La posizione anche se non è centrale è ben fornita da 2 s...」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abundant and very diverse and the staff wer...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「スタッフは親切で、部屋もスーツケースを置くのに十分な広さだった（他の多くのホテルの部屋はもっと狭かった）」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部屋も風呂も清潔で適度に広く、過ごしやすかったです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abundant and very diverse and the staff wer...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「朝食も野菜が多く体調が整いました」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清潔で静かで快適でした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「สงบ สะดวก สบาย สะอาด 静かで、便利で、快適で、清潔」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駅、セブンイレブン、ローソン、ファミリーマートが近くにあり、とても便利な立地です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「สะดวกมากๆ ใกล้รถไฟ ใกล้ 7-11, lowson, family mart ห้องกว้...」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2026-04-02T08:56:36Z</dcterms:created>
  <dcterms:modified xsi:type="dcterms:W3CDTF">2026-04-02T08:56:36Z</dcterms:modified>
</cp:coreProperties>
</file>