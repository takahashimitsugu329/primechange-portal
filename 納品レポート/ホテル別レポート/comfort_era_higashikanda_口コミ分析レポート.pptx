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9.78</c:v>
                </c:pt>
                <c:pt idx="3">
                  <c:v>8.91</c:v>
                </c:pt>
                <c:pt idx="4">
                  <c:v>8.4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21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8.89点 → 目標 9.39点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コンフォートホテルERA東京東神田は全体平均8.89点（10pt換算）、高評価率86.4%を達成しています。本レポートで示した改善施策を段階的に実施することで、さらなる顧客満足度向上が期待できます。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