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8.78点 → 目標 9.28点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88.1% → 目標 93.1%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7.5% → 目標 5.5%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コンフォートホテルERA東京東神田は全体平均8.78点（10pt換算）、高評価率88.1%を達成しています。本レポートで示した改善施策を段階的に実施することで、さらなる顧客満足度向上が期待できます。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