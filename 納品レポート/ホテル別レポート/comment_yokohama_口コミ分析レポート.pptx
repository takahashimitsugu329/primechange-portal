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9.38</c:v>
                </c:pt>
                <c:pt idx="2">
                  <c:v>9.23</c:v>
                </c:pt>
                <c:pt idx="3">
                  <c:v>9.12</c:v>
                </c:pt>
                <c:pt idx="4">
                  <c:v>8.56</c:v>
                </c:pt>
                <c:pt idx="5">
                  <c:v>8.18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21</c:v>
                </c:pt>
                <c:pt idx="2">
                  <c:v>25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108件（84.4%）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8.88点 → 目標 9.38点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84.4% → 目標 89.4%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ホテルコメント横浜関内は全体平均8.88点（10pt換算）、高評価率84.4%を達成しています。本レポートで示した改善施策を段階的に実施することで、さらなる顧客満足度向上が期待できます。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