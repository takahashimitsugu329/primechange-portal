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c:v>
                </c:pt>
                <c:pt idx="1">
                  <c:v>9.23</c:v>
                </c:pt>
                <c:pt idx="2">
                  <c:v>9.09</c:v>
                </c:pt>
                <c:pt idx="3">
                  <c:v>9.05</c:v>
                </c:pt>
                <c:pt idx="4">
                  <c:v>8.5</c:v>
                </c:pt>
                <c:pt idx="5">
                  <c:v>8.21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87</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50</c:v>
                </c:pt>
                <c:pt idx="1">
                  <c:v>16</c:v>
                </c:pt>
                <c:pt idx="2">
                  <c:v>21</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部屋も清潔で、とにかくシンプルな滞在におすすめです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この近くに来るなら絶対リピしますね 朝食ブッフェは、金額の割にお味噌汁とスープの表記間違えてるし、アイスコーヒーと...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しかし、水も備品も不要という方には快適かもしれません</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87件（82.9%）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17件（16.2%）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部屋も清潔で、とにかくシンプルな滞在におすすめです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とても清潔かつ、大浴場も広くサウナも水風呂も付いていて良かったです」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いろんなホテルに泊まりましたが完璧に近いホテルです」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しかし、水も備品も不要という方には快適かもしれません</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「アメニティも充実しています」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アカスリがなかったので、フロントにお願いすると、いただけたが、みんなに提供しても良いのでは</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清潔 受付の対応 受付の対応」</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「朝食も美味しいし種類豊富」</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2026-03-18T01:37:44Z</dcterms:created>
  <dcterms:modified xsi:type="dcterms:W3CDTF">2026-03-18T01:37:44Z</dcterms:modified>
</cp:coreProperties>
</file>