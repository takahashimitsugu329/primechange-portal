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c:v>
                </c:pt>
                <c:pt idx="1">
                  <c:v>9.25</c:v>
                </c:pt>
                <c:pt idx="2">
                  <c:v>9.17</c:v>
                </c:pt>
                <c:pt idx="3">
                  <c:v>9.09</c:v>
                </c:pt>
                <c:pt idx="4">
                  <c:v>8.61</c:v>
                </c:pt>
                <c:pt idx="5">
                  <c:v>8.27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96</c:v>
                </c:pt>
                <c:pt idx="1">
                  <c:v>17</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56</c:v>
                </c:pt>
                <c:pt idx="1">
                  <c:v>18</c:v>
                </c:pt>
                <c:pt idx="2">
                  <c:v>22</c:v>
                </c:pt>
                <c:pt idx="3">
                  <c:v>9</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レビュー総数：114件（6サイト）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楽天トラベル とても広くて清潔で子供達も喜んでました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関内駅から徒歩圏内で行きやすかったです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静かで快適に過ごすことができました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残念なのは朝食ブッフェ</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96件（84.2%）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17件（14.9%）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楽天トラベル とても広くて清潔で子供達も喜んでました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「ホテル自体もとても清潔で今後も利用したいと思います」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関内駅から徒歩圏内で行きやすかったです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「この近くに来るなら絶対リピしますね 朝食ブッフェは、金額の割にお味噌汁とスープの表記間違えてるし、アイスコーヒーと...」</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静かで快適に過ごすことができました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「ゆったりとしたベッドでぐっすりと眠れました」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宿泊前後に荷物を預けさせてもらいましたが、快く対応してくださりありがたかったです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Front desk staff was super nice and helpful with me a...」</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楽天トラベル 朝食バイキングの種類も豊富で、会場も落ち着いた雰囲気で綺麗</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「朝食は新鮮で種類も豊富で美味しかったです」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綺麗すぎる 騒音があった 騒音があった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2026-03-21T00:16:55Z</dcterms:created>
  <dcterms:modified xsi:type="dcterms:W3CDTF">2026-03-21T00:16:55Z</dcterms:modified>
</cp:coreProperties>
</file>