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58</c:v>
                </c:pt>
                <c:pt idx="1">
                  <c:v>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</c:v>
                </c:pt>
                <c:pt idx="1">
                  <c:v>12</c:v>
                </c:pt>
                <c:pt idx="2">
                  <c:v>15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ただ、一部の部屋はかなり不衛生だった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例えば、枕に足跡がついていたり、バスルームに短い髪の毛が落ちていたりした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58件（86.6%）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8件（11.9%）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ただ、一部の部屋はかなり不衛生だった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（フロントのスタッフは枕に足跡がついているのを見ても気にせず、そのまま元の場所に戻していた😂）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「ホテルのスタッフはいつも親切でフレンドリーなので、全体的に満足のいく滞在となるでしょう」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例えば、枕に足跡がついていたり、バスルームに短い髪の毛が落ちていたりした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2026-04-02T08:56:37Z</dcterms:created>
  <dcterms:modified xsi:type="dcterms:W3CDTF">2026-04-02T08:56:37Z</dcterms:modified>
</cp:coreProperties>
</file>