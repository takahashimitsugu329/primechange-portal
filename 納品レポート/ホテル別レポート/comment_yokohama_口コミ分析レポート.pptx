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3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32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3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1.xlsx"/></Relationships>
</file>

<file path=ppt/charts/_rels/chart3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2.xlsx"/></Relationships>
</file>

<file path=ppt/charts/chart3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Google</c:v>
                  </c:pt>
                  <c:pt idx="1">
                    <c:v>じゃらん</c:v>
                  </c:pt>
                  <c:pt idx="2">
                    <c:v>楽天トラベル</c:v>
                  </c:pt>
                  <c:pt idx="3">
                    <c:v>Trip.com</c:v>
                  </c:pt>
                  <c:pt idx="4">
                    <c:v>Booking.com</c:v>
                  </c:pt>
                  <c:pt idx="5">
                    <c:v>Agoda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9.62</c:v>
                </c:pt>
                <c:pt idx="1">
                  <c:v>9.27</c:v>
                </c:pt>
                <c:pt idx="2">
                  <c:v>9.22</c:v>
                </c:pt>
                <c:pt idx="3">
                  <c:v>9.12</c:v>
                </c:pt>
                <c:pt idx="4">
                  <c:v>8.7</c:v>
                </c:pt>
                <c:pt idx="5">
                  <c:v>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Sheet1!$A$2:$A$8</c:f>
              <c:multiLvlStrCache>
                <c:ptCount val="7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5点</c:v>
                  </c:pt>
                  <c:pt idx="6">
                    <c:v>3点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62</c:v>
                </c:pt>
                <c:pt idx="1">
                  <c:v>22</c:v>
                </c:pt>
                <c:pt idx="2">
                  <c:v>27</c:v>
                </c:pt>
                <c:pt idx="3">
                  <c:v>11</c:v>
                </c:pt>
                <c:pt idx="4">
                  <c:v>7</c:v>
                </c:pt>
                <c:pt idx="5">
                  <c:v>2</c:v>
                </c:pt>
                <c:pt idx="6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口コミ分析改善レポート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731520" y="26060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743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ホテルコメント横浜関内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33832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分析対象期間：2024年1月〜2026年3月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レビュー総数：132件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作成日：2026年3月29日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ホテルコメント横浜関内 | 2024年1月〜2026年3月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74320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9" name="Shape 7"/>
          <p:cNvSpPr/>
          <p:nvPr/>
        </p:nvSpPr>
        <p:spPr>
          <a:xfrm>
            <a:off x="274320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0" name="Text 8"/>
          <p:cNvSpPr/>
          <p:nvPr/>
        </p:nvSpPr>
        <p:spPr>
          <a:xfrm>
            <a:off x="274320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74320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8.83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2450592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3" name="Shape 11"/>
          <p:cNvSpPr/>
          <p:nvPr/>
        </p:nvSpPr>
        <p:spPr>
          <a:xfrm>
            <a:off x="2450592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Text 12"/>
          <p:cNvSpPr/>
          <p:nvPr/>
        </p:nvSpPr>
        <p:spPr>
          <a:xfrm>
            <a:off x="2450592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450592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84.1%</a:t>
            </a:r>
            <a:endParaRPr lang="en-US" sz="2800" dirty="0"/>
          </a:p>
        </p:txBody>
      </p:sp>
      <p:sp>
        <p:nvSpPr>
          <p:cNvPr id="16" name="Shape 14"/>
          <p:cNvSpPr/>
          <p:nvPr/>
        </p:nvSpPr>
        <p:spPr>
          <a:xfrm>
            <a:off x="4626864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7" name="Shape 15"/>
          <p:cNvSpPr/>
          <p:nvPr/>
        </p:nvSpPr>
        <p:spPr>
          <a:xfrm>
            <a:off x="4626864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8" name="Text 16"/>
          <p:cNvSpPr/>
          <p:nvPr/>
        </p:nvSpPr>
        <p:spPr>
          <a:xfrm>
            <a:off x="4626864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626864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0.8%</a:t>
            </a:r>
            <a:endParaRPr lang="en-US" sz="2800" dirty="0"/>
          </a:p>
        </p:txBody>
      </p:sp>
      <p:sp>
        <p:nvSpPr>
          <p:cNvPr id="20" name="Shape 18"/>
          <p:cNvSpPr/>
          <p:nvPr/>
        </p:nvSpPr>
        <p:spPr>
          <a:xfrm>
            <a:off x="6803136" y="914400"/>
            <a:ext cx="2011680" cy="128016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21" name="Shape 19"/>
          <p:cNvSpPr/>
          <p:nvPr/>
        </p:nvSpPr>
        <p:spPr>
          <a:xfrm>
            <a:off x="6803136" y="914400"/>
            <a:ext cx="2011680" cy="54864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6803136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803136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132件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274320" y="237744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高評価・中評価レビューの継続管理により、さらなる評価向上を目指します。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10pt換算平均スコア比較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3035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0" y="822960"/>
          <a:ext cx="31089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457200"/>
                <a:gridCol w="731520"/>
                <a:gridCol w="548640"/>
                <a:gridCol w="640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判定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4.81/5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9.62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4.64/5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9.27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4.61/5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9.22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9.12/10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9.12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8.70/10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8.70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8.00/10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10pt換算スコア別件数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02920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5486400" y="914400"/>
            <a:ext cx="3291840" cy="8229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0" name="Text 7"/>
          <p:cNvSpPr/>
          <p:nvPr/>
        </p:nvSpPr>
        <p:spPr>
          <a:xfrm>
            <a:off x="5577840" y="96012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高評価（8-10点）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577840" y="126187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111件（84.1%）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5486400" y="1920240"/>
            <a:ext cx="3291840" cy="8229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3" name="Text 10"/>
          <p:cNvSpPr/>
          <p:nvPr/>
        </p:nvSpPr>
        <p:spPr>
          <a:xfrm>
            <a:off x="5577840" y="196596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中評価（5-7点）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577840" y="226771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20件（15.2%）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5486400" y="2926080"/>
            <a:ext cx="3291840" cy="8229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6" name="Text 13"/>
          <p:cNvSpPr/>
          <p:nvPr/>
        </p:nvSpPr>
        <p:spPr>
          <a:xfrm>
            <a:off x="5577840" y="29718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低評価（1-4点）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5577840" y="327355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1件（0.8%）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ホテルコメント横浜関内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高評価レビュー（8-10点: 111件）の分析から、主要な強みテーマを抽出しています。立地・アクセス、客室清潔感、スタッフ対応が高評価の中心的テーマです。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ホテルコメント横浜関内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低評価・中評価レビュー（21件）から改善課題を優先度別に整理しています。S/A/B/Cの4段階で優先度を設定し、計画的な改善を推進します。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ホテルコメント横浜関内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即時対応が必要な課題への対応計画です。口コミで頻出する不満事項を30日以内に解消することを目標とします。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ホテルコメント横浜関内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2（1-3ヶ月）では設備・サービス品質の継続改善を、Phase 3（3-6ヶ月）ではブランド戦略・OTA評価の底上げを実施します。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ホテルコメント横浜関内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 8.83点 → 目標 9.33点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 84.1% → 目標 89.1%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 0.8% → 目標 0.0%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総括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ホテルコメント横浜関内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ホテルコメント横浜関内は全体平均8.83点（10pt換算）、高評価率84.1%を達成しています。本レポートで示した改善施策を段階的に実施することで、さらなる顧客満足度向上が期待できます。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ホテルコメント横浜関内 口コミ分析レポート</dc:title>
  <dc:subject>PptxGenJS Presentation</dc:subject>
  <dc:creator>PptxGenJS</dc:creator>
  <cp:lastModifiedBy>PptxGenJS</cp:lastModifiedBy>
  <cp:revision>1</cp:revision>
  <dcterms:created xsi:type="dcterms:W3CDTF">2026-04-07T23:27:23Z</dcterms:created>
  <dcterms:modified xsi:type="dcterms:W3CDTF">2026-04-07T23:27:23Z</dcterms:modified>
</cp:coreProperties>
</file>