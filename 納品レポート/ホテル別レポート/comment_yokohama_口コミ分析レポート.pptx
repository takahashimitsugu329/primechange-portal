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じゃらん</c:v>
                  </c:pt>
                  <c:pt idx="3">
                    <c:v>Trip.com</c:v>
                  </c:pt>
                  <c:pt idx="4">
                    <c:v>Booking.com</c:v>
                  </c:pt>
                  <c:pt idx="5">
                    <c:v>Agoda</c:v>
                  </c:pt>
                </c:lvl>
              </c:multiLvlStrCache>
            </c:multiLvlStrRef>
          </c:cat>
          <c:val>
            <c:numRef>
              <c:f>Sheet1!$B$2:$B$7</c:f>
              <c:numCache>
                <c:formatCode>General</c:formatCode>
                <c:ptCount val="6"/>
                <c:pt idx="0">
                  <c:v>9.8</c:v>
                </c:pt>
                <c:pt idx="1">
                  <c:v>9.23</c:v>
                </c:pt>
                <c:pt idx="2">
                  <c:v>9.17</c:v>
                </c:pt>
                <c:pt idx="3">
                  <c:v>9.05</c:v>
                </c:pt>
                <c:pt idx="4">
                  <c:v>8.59</c:v>
                </c:pt>
                <c:pt idx="5">
                  <c:v>8.21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90</c:v>
                </c:pt>
                <c:pt idx="1">
                  <c:v>17</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52</c:v>
                </c:pt>
                <c:pt idx="1">
                  <c:v>17</c:v>
                </c:pt>
                <c:pt idx="2">
                  <c:v>21</c:v>
                </c:pt>
                <c:pt idx="3">
                  <c:v>9</c:v>
                </c:pt>
                <c:pt idx="4">
                  <c:v>7</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レビュー総数：108件（6サイト）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8.83</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部屋も清潔で、とにかくシンプルな滞在におすすめです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この近くに来るなら絶対リピしますね 朝食ブッフェは、金額の割にお味噌汁とスープの表記間違えてるし、アイスコーヒーと...</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しかし、水も備品も不要という方には快適かもしれません</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残念なのは朝食ブッフェ</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8.83</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Google(9.80)が最高スコア。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Agoda(8.2)が相対的に低い。口コミ返信の強化が急務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90件（83.3%）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17件（15.7%）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部屋も清潔で、とにかくシンプルな滞在におすすめです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とても清潔かつ、大浴場も広くサウナも水風呂も付いていて良かったです」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この近くに来るなら絶対リピしますね 朝食ブッフェは、金額の割にお味噌汁とスープの表記間違えてるし、アイスコーヒーと...</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「Google いろんなホテルに泊まりましたが完璧に近いホテルです」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しかし、水も備品も不要という方には快適かもしれません</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「部屋は広々としていて、二段ベッドとUSBポートが備え付けられていました」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com Front desk staff was super nice and helpful with me a...</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「アカスリがなかったので、フロントにお願いすると、いただけたが、みんなに提供しても良いのでは」</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近くにコンビニやまいばすけっとがあり、飲み屋もそこそこある</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駅から近く、ホテルの近くにコンビニや飲食店が 多くてよかったです」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朝食は新鮮で種類も豊富で美味しかったです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「Agoda 残念なのは朝食ブッフェ」</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ツインルームを利用、お部屋は明るく広くて清潔、洗面所とトイレがそれぞれ独立していたのは使い勝手が良かったです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綺麗すぎる 騒音があった 騒音があった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Location, modern The hotel was advertised as having 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2026-03-19T01:52:13Z</dcterms:created>
  <dcterms:modified xsi:type="dcterms:W3CDTF">2026-03-19T01:52:13Z</dcterms:modified>
</cp:coreProperties>
</file>