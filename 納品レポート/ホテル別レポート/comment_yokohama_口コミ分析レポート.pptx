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8.83点 → 目標 9.33点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84.1% → 目標 89.1%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ホテルコメント横浜関内は全体平均8.83点（10pt換算）、高評価率84.1%を達成しています。本レポートで示した改善施策を段階的に実施することで、さらなる顧客満足度向上が期待できます。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