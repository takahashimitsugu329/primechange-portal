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分析対象期間：2026-02-06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清潔感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56232"/>
            <a:ext cx="1188720" cy="225856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361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155698"/>
            <a:ext cx="1188720" cy="195910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83565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249424"/>
            <a:ext cx="1188720" cy="18653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92938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1920240"/>
            <a:ext cx="1188720" cy="219456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1991106"/>
            <a:ext cx="1188720" cy="212369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67106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2023110"/>
            <a:ext cx="1188720" cy="209169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70307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8.16/10点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全体平均評価：8.96点 / 高評価率：85.8% / 低評価率：0.7%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主要な強み：清潔感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2026-03-28T22:02:37Z</dcterms:created>
  <dcterms:modified xsi:type="dcterms:W3CDTF">2026-03-28T22:02:37Z</dcterms:modified>
</cp:coreProperties>
</file>