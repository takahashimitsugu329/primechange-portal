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9.86</c:v>
                </c:pt>
                <c:pt idx="1">
                  <c:v>9.38</c:v>
                </c:pt>
                <c:pt idx="2">
                  <c:v>9.23</c:v>
                </c:pt>
                <c:pt idx="3">
                  <c:v>9.12</c:v>
                </c:pt>
                <c:pt idx="4">
                  <c:v>8.56</c:v>
                </c:pt>
                <c:pt idx="5">
                  <c:v>8.18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108</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62</c:v>
                </c:pt>
                <c:pt idx="1">
                  <c:v>21</c:v>
                </c:pt>
                <c:pt idx="2">
                  <c:v>25</c:v>
                </c:pt>
                <c:pt idx="3">
                  <c:v>11</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Google 立地：最高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部屋はおまかせのプランで、バンクベッド（2段ベッド）の部屋でしたが、想像していたよりずっと広く使えるレイアウトにな...</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ロビーのレイアウトも考え抜かれており、パジャマ姿で浴室に行く際にロビーやトイレ、ドリンクコーナーを通らずに済みます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シングルルームは少し狭いですが、内装は素晴らしく、東京の桜シーズンと比べると料金もリーズナブルです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セキュリティがしっかりして部屋も防音性が高い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108件（84.4%）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19件（14.8%）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綺麗です 特になし 特になし」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Google 立地：最高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部屋はおまかせのプランで、バンクベッド（2段ベッド）の部屋でしたが、想像していたよりずっと広く使えるレイアウトにな...</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「ホテルにはサウナ、温泉、大浴場があり、快適な滞在をお約束します」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ホテルスタッフは親切で丁寧です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荷物預かりサービスがあり、朝食は館内で購入できます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「朝食は豆カレーやこんにゃく大福がありヘルシーなメニュー」</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正門南口から徒歩5分、ローソンの向かいに位置し、ドン・キホーテのショッピング街まで徒歩12分以内です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ロビーのレイアウトも考え抜かれており、パジャマ姿で浴室に行く際にロビーやトイレ、ドリンクコーナーを通らずに済みます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シングルルームは少し狭いですが、内装は素晴らしく、東京の桜シーズンと比べると料金もリーズナブルです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セキュリティがしっかりして部屋も防音性が高い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2026-03-27T23:58:19Z</dcterms:created>
  <dcterms:modified xsi:type="dcterms:W3CDTF">2026-03-27T23:58:19Z</dcterms:modified>
</cp:coreProperties>
</file>