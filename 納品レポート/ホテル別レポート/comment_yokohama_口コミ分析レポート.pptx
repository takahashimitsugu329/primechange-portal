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</c:v>
                </c:pt>
                <c:pt idx="1">
                  <c:v>9.45</c:v>
                </c:pt>
                <c:pt idx="2">
                  <c:v>9.43</c:v>
                </c:pt>
                <c:pt idx="3">
                  <c:v>9</c:v>
                </c:pt>
                <c:pt idx="4">
                  <c:v>8.76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</c:v>
                </c:pt>
                <c:pt idx="1">
                  <c:v>12</c:v>
                </c:pt>
                <c:pt idx="2">
                  <c:v>14</c:v>
                </c:pt>
                <c:pt idx="3">
                  <c:v>4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56件（86.2%）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8件（12.3%）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8.82点 → 目標 9.32点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86.2% → 目標 91.2%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ホテルコメント横浜関内は全体平均8.82点（10pt換算）、高評価率86.2%を達成しています。本レポートで示した改善施策を段階的に実施することで、さらなる顧客満足度向上が期待できます。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