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Google</c:v>
                  </c:pt>
                  <c:pt idx="1">
                    <c:v>楽天トラベル</c:v>
                  </c:pt>
                  <c:pt idx="2">
                    <c:v>じゃらん</c:v>
                  </c:pt>
                  <c:pt idx="3">
                    <c:v>Trip.com</c:v>
                  </c:pt>
                  <c:pt idx="4">
                    <c:v>Booking.com</c:v>
                  </c:pt>
                  <c:pt idx="5">
                    <c:v>Agoda</c:v>
                  </c:pt>
                </c:lvl>
              </c:multiLvlStrCache>
            </c:multiLvlStrRef>
          </c:cat>
          <c:val>
            <c:numRef>
              <c:f>Sheet1!$B$2:$B$7</c:f>
              <c:numCache>
                <c:formatCode>General</c:formatCode>
                <c:ptCount val="6"/>
                <c:pt idx="0">
                  <c:v>9.85</c:v>
                </c:pt>
                <c:pt idx="1">
                  <c:v>9.29</c:v>
                </c:pt>
                <c:pt idx="2">
                  <c:v>9.23</c:v>
                </c:pt>
                <c:pt idx="3">
                  <c:v>9.12</c:v>
                </c:pt>
                <c:pt idx="4">
                  <c:v>8.56</c:v>
                </c:pt>
                <c:pt idx="5">
                  <c:v>8.23</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107</c:v>
                </c:pt>
                <c:pt idx="1">
                  <c:v>19</c:v>
                </c:pt>
                <c:pt idx="2">
                  <c:v>1</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cat>
            <c:multiLvlStrRef>
              <c:f>Sheet1!$A$2:$A$8</c:f>
              <c:multiLvlStrCache>
                <c:ptCount val="7"/>
                <c:lvl>
                  <c:pt idx="0">
                    <c:v>10点</c:v>
                  </c:pt>
                  <c:pt idx="1">
                    <c:v>9点</c:v>
                  </c:pt>
                  <c:pt idx="2">
                    <c:v>8点</c:v>
                  </c:pt>
                  <c:pt idx="3">
                    <c:v>7点</c:v>
                  </c:pt>
                  <c:pt idx="4">
                    <c:v>6点</c:v>
                  </c:pt>
                  <c:pt idx="5">
                    <c:v>5点</c:v>
                  </c:pt>
                  <c:pt idx="6">
                    <c:v>3点</c:v>
                  </c:pt>
                </c:lvl>
              </c:multiLvlStrCache>
            </c:multiLvlStrRef>
          </c:cat>
          <c:val>
            <c:numRef>
              <c:f>Sheet1!$B$2:$B$8</c:f>
              <c:numCache>
                <c:formatCode>General</c:formatCode>
                <c:ptCount val="7"/>
                <c:pt idx="0">
                  <c:v>62</c:v>
                </c:pt>
                <c:pt idx="1">
                  <c:v>20</c:v>
                </c:pt>
                <c:pt idx="2">
                  <c:v>25</c:v>
                </c:pt>
                <c:pt idx="3">
                  <c:v>11</c:v>
                </c:pt>
                <c:pt idx="4">
                  <c:v>7</c:v>
                </c:pt>
                <c:pt idx="5">
                  <c:v>1</c:v>
                </c:pt>
                <c:pt idx="6">
                  <c:v>1</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ホテルコメント横浜関内</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分析対象期間：2026年2月〜3月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レビュー総数：127件（6サイト）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作成日：2026年3月25日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8.87</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84.3%</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0.8%</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127件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清潔さ・清掃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Agoda 便利で、部屋も小さいながら清潔</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Agoda ぴあアリーナMMでのLIVE参加の為利用させて頂きました 立地は会場迄徒歩圏内で関内駅も近いが、喧騒エ...</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快適さ・設備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ホテルにはサウナ、温泉、大浴場があり、快適な滞在をお約束します</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アメニティもDHCだし、シャワーのお湯も水圧も良かったし、2人なら狭いかもだけど、ゆったり過ごせました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部屋の狭さ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Agoda 便利で、部屋も小さいながら清潔</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防音性能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セキュリティがしっかりして部屋も防音性が高い</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196F3"/>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196F3"/>
                </a:solidFill>
                <a:latin typeface="Arial" pitchFamily="34" charset="0"/>
                <a:ea typeface="Arial" pitchFamily="34" charset="-122"/>
                <a:cs typeface="Arial" pitchFamily="34" charset="-120"/>
              </a:rPr>
              <a:t>8.87</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16A34A"/>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84.3%</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0.8%</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127件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Google(9.85)が最高スコア。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Agoda(8.2)が相対的に低い。口コミ返信の強化が急務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4.92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9.85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4.65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9.29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4.62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9.23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9.12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9.12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8.56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8.56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8.23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8.23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107件（84.3%）</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19件（15.0%）</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1件（0.8%）</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Agoda 便利で、部屋も小さいながら清潔</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「部屋も清掃が行き届いておりよかったです」</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Agoda ぴあアリーナMMでのLIVE参加の為利用させて頂きました 立地は会場迄徒歩圏内で関内駅も近いが、喧騒エ...</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「Agoda 便利で、部屋も小さいながら清潔」</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ホテルにはサウナ、温泉、大浴場があり、快適な滞在をお約束します</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「Agoda とても清潔感があってコンパクトにまとまった感じで2泊でしたがとてもゆっくり快適に宿泊する事が出来ました」</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Agoda ぴあアリーナMMでのLIVE参加の為利用させて頂きました 立地は会場迄徒歩圏内で関内駅も近いが、喧騒エ...</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「気持ちのよい接客、綺麗でオシャレな施設、便利な立地」</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朝食は豆カレーやこんにゃく大福がありヘルシーなメニュー</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「朝食は種類豊富ではないですが、ヘルシーな品揃えです」</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コンビニ・周辺施設</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近くにコンビニやまいばすけっとがあり、飲み屋もそこそこある</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「com 駅から近く、ホテルの近くにコンビニや飲食店が 多くてよかったです」</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アメニティもDHCだし、シャワーのお湯も水圧も良かったし、2人なら狭いかもだけど、ゆったり過ごせました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17件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Agoda 便利で、部屋も小さいながら清潔</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セキュリティがしっかりして部屋も防音性が高い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Agoda 残念なのは朝食ブッフェ</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Agoda 部屋がタバコ臭かったのですが、こちらのミスで喫煙室を予約してしまっていたようでした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ツインルームを利用、お部屋は明るく広くて清潔、洗面所とトイレがそれぞれ独立していたのは使い勝手が良かったです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Google 築年数が浅くおしゃれできれいです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com Location, modern The hotel was advertised as having 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スタッフ対応品質の統一</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接客マニュアルの見直しと全スタッフへの周知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ゲストからのクレーム対応フローの明確化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定期的なCS研修の実施</a:t>
            </a:r>
            <a:endParaRPr lang="en-US" sz="900" dirty="0"/>
          </a:p>
        </p:txBody>
      </p:sp>
      <p:sp>
        <p:nvSpPr>
          <p:cNvPr id="18" name="Shape 16"/>
          <p:cNvSpPr/>
          <p:nvPr/>
        </p:nvSpPr>
        <p:spPr>
          <a:xfrm>
            <a:off x="0" y="4800600"/>
            <a:ext cx="9144000" cy="342900"/>
          </a:xfrm>
          <a:prstGeom prst="rect">
            <a:avLst/>
          </a:prstGeom>
          <a:solidFill>
            <a:srgbClr val="1A2744"/>
          </a:solidFill>
          <a:ln/>
        </p:spPr>
      </p:sp>
      <p:sp>
        <p:nvSpPr>
          <p:cNvPr id="19" name="Text 1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0" name="Text 1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8.87点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9.2点以上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84.3%</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89%以上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0.8%</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0%維持</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Agoda平均評価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8.2点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9.2点以上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浴室・水回りクレーム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約17件/期間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ホテルコメント横浜関内 口コミ分析改善レポート</dc:title>
  <dc:subject>PptxGenJS Presentation</dc:subject>
  <dc:creator>Hotel Consulting</dc:creator>
  <cp:lastModifiedBy>Hotel Consulting</cp:lastModifiedBy>
  <cp:revision>1</cp:revision>
  <dcterms:created xsi:type="dcterms:W3CDTF">2026-03-25T11:12:27Z</dcterms:created>
  <dcterms:modified xsi:type="dcterms:W3CDTF">2026-03-25T11:12:27Z</dcterms:modified>
</cp:coreProperties>
</file>