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111</c:v>
                </c:pt>
                <c:pt idx="1">
                  <c:v>20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「正門南口から徒歩5分、ローソンの向かいに位置し、ドン・キホーテのショッピング街まで徒歩12分以内です」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2026-04-11T23:59:41Z</dcterms:created>
  <dcterms:modified xsi:type="dcterms:W3CDTF">2026-04-11T23:59:41Z</dcterms:modified>
</cp:coreProperties>
</file>