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ホテルコメント横浜関内</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8.96点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8.96点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85.8%</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0.7%</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ホテルコメント横浜関内は分析対象148件の口コミで、10点換算平均8.96点（非常に良好）を記録。高評価（8〜10点）が127件（85.8%）、低評価（1〜4点）が1件（0.7%）。6サイトにわたる評価傾向を分析しました。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8.16/10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8.16点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8.57/10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9.15/10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25件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4.94/5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4.64/5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9.29点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52.0%</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77件</a:t>
            </a:r>
            <a:endParaRPr lang="en-US" sz="800" dirty="0"/>
          </a:p>
        </p:txBody>
      </p:sp>
      <p:sp>
        <p:nvSpPr>
          <p:cNvPr id="12" name="Shape 10"/>
          <p:cNvSpPr/>
          <p:nvPr/>
        </p:nvSpPr>
        <p:spPr>
          <a:xfrm>
            <a:off x="1325880" y="3624349"/>
            <a:ext cx="685800" cy="764771"/>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39574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15.5%</a:t>
            </a:r>
            <a:endParaRPr lang="en-US" sz="800" dirty="0"/>
          </a:p>
        </p:txBody>
      </p:sp>
      <p:sp>
        <p:nvSpPr>
          <p:cNvPr id="15" name="Text 13"/>
          <p:cNvSpPr/>
          <p:nvPr/>
        </p:nvSpPr>
        <p:spPr>
          <a:xfrm>
            <a:off x="1234440" y="316714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23件</a:t>
            </a:r>
            <a:endParaRPr lang="en-US" sz="800" dirty="0"/>
          </a:p>
        </p:txBody>
      </p:sp>
      <p:sp>
        <p:nvSpPr>
          <p:cNvPr id="16" name="Shape 14"/>
          <p:cNvSpPr/>
          <p:nvPr/>
        </p:nvSpPr>
        <p:spPr>
          <a:xfrm>
            <a:off x="2194560" y="3491345"/>
            <a:ext cx="685800" cy="897775"/>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26274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18.2%</a:t>
            </a:r>
            <a:endParaRPr lang="en-US" sz="800" dirty="0"/>
          </a:p>
        </p:txBody>
      </p:sp>
      <p:sp>
        <p:nvSpPr>
          <p:cNvPr id="19" name="Text 17"/>
          <p:cNvSpPr/>
          <p:nvPr/>
        </p:nvSpPr>
        <p:spPr>
          <a:xfrm>
            <a:off x="2103120" y="303414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27件</a:t>
            </a:r>
            <a:endParaRPr lang="en-US" sz="800" dirty="0"/>
          </a:p>
        </p:txBody>
      </p:sp>
      <p:sp>
        <p:nvSpPr>
          <p:cNvPr id="20" name="Shape 18"/>
          <p:cNvSpPr/>
          <p:nvPr/>
        </p:nvSpPr>
        <p:spPr>
          <a:xfrm>
            <a:off x="3063240" y="4023360"/>
            <a:ext cx="685800" cy="365760"/>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79476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7.4%</a:t>
            </a:r>
            <a:endParaRPr lang="en-US" sz="800" dirty="0"/>
          </a:p>
        </p:txBody>
      </p:sp>
      <p:sp>
        <p:nvSpPr>
          <p:cNvPr id="23" name="Text 21"/>
          <p:cNvSpPr/>
          <p:nvPr/>
        </p:nvSpPr>
        <p:spPr>
          <a:xfrm>
            <a:off x="2971800" y="356616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11件</a:t>
            </a:r>
            <a:endParaRPr lang="en-US" sz="800" dirty="0"/>
          </a:p>
        </p:txBody>
      </p:sp>
      <p:sp>
        <p:nvSpPr>
          <p:cNvPr id="24" name="Shape 22"/>
          <p:cNvSpPr/>
          <p:nvPr/>
        </p:nvSpPr>
        <p:spPr>
          <a:xfrm>
            <a:off x="3931920" y="4123113"/>
            <a:ext cx="685800" cy="266007"/>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89451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5.4%</a:t>
            </a:r>
            <a:endParaRPr lang="en-US" sz="800" dirty="0"/>
          </a:p>
        </p:txBody>
      </p:sp>
      <p:sp>
        <p:nvSpPr>
          <p:cNvPr id="27" name="Text 25"/>
          <p:cNvSpPr/>
          <p:nvPr/>
        </p:nvSpPr>
        <p:spPr>
          <a:xfrm>
            <a:off x="3840480" y="366591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28" name="Shape 26"/>
          <p:cNvSpPr/>
          <p:nvPr/>
        </p:nvSpPr>
        <p:spPr>
          <a:xfrm>
            <a:off x="4800600" y="4343400"/>
            <a:ext cx="685800" cy="45720"/>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343400"/>
            <a:ext cx="685800" cy="45720"/>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4" name="Text 32"/>
          <p:cNvSpPr/>
          <p:nvPr/>
        </p:nvSpPr>
        <p:spPr>
          <a:xfrm>
            <a:off x="557784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5" name="Text 33"/>
          <p:cNvSpPr/>
          <p:nvPr/>
        </p:nvSpPr>
        <p:spPr>
          <a:xfrm>
            <a:off x="557784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6" name="Shape 34"/>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Google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立地：最高。正門南口から徒歩5分、ローソンの向かいに位置し、ドン・キホーテのショッピング街まで徒歩12分以内です。  客室：最高。シングルルームは少し狭いですが、内装は素晴らしく、東京の桜シーズンと比べると料金もリーズナブルです。ロビーのレ…</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Agoda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ぴあアリーナMMでのLIVE参加の為利用させて頂きました 立地は会場迄徒歩圏内で関内駅も近いが、喧騒エリアから少し距離があり静かでした ハマスタも徒歩圏内なのでリピート利用したいです 駐車場は車高制限があり車種は限定されますが範囲内なら利用…</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初めての利用でしたが、何から何まで、全てに大変満足しました。特に、足をのばしてゆっくり出来る大浴場（洗い場は隣との間に仕切り有り）が、サウナ付きで男女別々に有るのが良かったです。部屋はおまかせのプランで、バンクベッド（2段ベッド）の部屋でし…</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朝食が良かったです。</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Trip.com / 3点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とても快適に過ごせました、  できれば、グラスのコップがあれば嬉しいです</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8.96点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9.5点以上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85.8%</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90.8%以上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0.7%</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ホテルコメント横浜関内の口コミ分析の結果、10点換算で平均8.96点（非常に良好）を記録しました。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分析対象148件のうち、高評価（8〜10点）が85.8%を占めており、継続的なサービス改善により更なる満足度向上が期待できます。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2026-03-28T22:02:50Z</dcterms:created>
  <dcterms:modified xsi:type="dcterms:W3CDTF">2026-03-28T22:02:50Z</dcterms:modified>
</cp:coreProperties>
</file>