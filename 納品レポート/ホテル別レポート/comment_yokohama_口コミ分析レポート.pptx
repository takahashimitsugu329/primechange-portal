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</c:v>
                </c:pt>
                <c:pt idx="1">
                  <c:v>9.5</c:v>
                </c:pt>
                <c:pt idx="2">
                  <c:v>9.33</c:v>
                </c:pt>
                <c:pt idx="3">
                  <c:v>9</c:v>
                </c:pt>
                <c:pt idx="4">
                  <c:v>8.67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64</c:v>
                </c:pt>
                <c:pt idx="1">
                  <c:v>9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35</c:v>
                </c:pt>
                <c:pt idx="1">
                  <c:v>12</c:v>
                </c:pt>
                <c:pt idx="2">
                  <c:v>17</c:v>
                </c:pt>
                <c:pt idx="3">
                  <c:v>4</c:v>
                </c:pt>
                <c:pt idx="4">
                  <c:v>2</c:v>
                </c:pt>
                <c:pt idx="5">
                  <c:v>3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Google ホテルは綺麗で駅から近い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アメニティーとスープとお茶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Google ホテルは綺麗で駅から近い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狭い部屋だけど2段ベットでワクワクした 綺麗 特にない 特にない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大きな折りたたみ物干しがあったのはいいけど、パウダールームもシャワールームもトイレの壁もオシャレにシンプルすぎて、...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じゃらん(9.60)が最高スコア。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64件（86.5%）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9件（12.2%）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ホテルは綺麗で駅から近い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「狭い部屋だけど2段ベットでワクワクした 綺麗 特にない 特にない」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アメニティーとスープとお茶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「部屋もキレイでとても快適に過ごす事が出来ました」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ホテルは綺麗で駅から近い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ホテルスタッフは皆さん素晴らしいです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「（フロントのスタッフは枕に足跡がついているのを見ても気にせず、そのまま元の場所に戻していた😂）」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朝食ブッフェは和洋完璧で全て美味しい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「朝食も色んな美味しいものがバイキング形式で選べて最高でした」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リーズナブルな時期もあってか、価格帯も大満足です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「シングルルームは少し狭いですが、内装は素晴らしく、東京の桜シーズンと比べると料金もリーズナブルです」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狭い部屋だけど2段ベットでワクワクした 綺麗 特にない 特にない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大きな折りたたみ物干しがあったのはいいけど、パウダールームもシャワールームもトイレの壁もオシャレにシンプルすぎて、...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2026-04-05T10:02:50Z</dcterms:created>
  <dcterms:modified xsi:type="dcterms:W3CDTF">2026-04-05T10:02:50Z</dcterms:modified>
</cp:coreProperties>
</file>