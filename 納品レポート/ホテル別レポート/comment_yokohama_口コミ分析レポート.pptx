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Google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Trip.com</c:v>
                  </c:pt>
                  <c:pt idx="4">
                    <c:v>Booking.com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9.86</c:v>
                </c:pt>
                <c:pt idx="1">
                  <c:v>9.38</c:v>
                </c:pt>
                <c:pt idx="2">
                  <c:v>9.23</c:v>
                </c:pt>
                <c:pt idx="3">
                  <c:v>9.12</c:v>
                </c:pt>
                <c:pt idx="4">
                  <c:v>8.56</c:v>
                </c:pt>
                <c:pt idx="5">
                  <c:v>8.18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3点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62</c:v>
                </c:pt>
                <c:pt idx="1">
                  <c:v>21</c:v>
                </c:pt>
                <c:pt idx="2">
                  <c:v>25</c:v>
                </c:pt>
                <c:pt idx="3">
                  <c:v>11</c:v>
                </c:pt>
                <c:pt idx="4">
                  <c:v>7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レビュー総数：128件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8.88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84.4%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9.12/10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108件（84.4%）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19件（14.8%）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1件（0.8%）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108件）の分析から、主要な強みテーマを抽出しています。立地・アクセス、客室清潔感、スタッフ対応が高評価の中心的テーマです。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低評価・中評価レビュー（20件）から改善課題を優先度別に整理しています。S/A/B/Cの4段階で優先度を設定し、計画的な改善を推進します。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8.88点 → 目標 9.38点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84.4% → 目標 89.4%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0.8%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ホテルコメント横浜関内は全体平均8.88点（10pt換算）、高評価率84.4%を達成しています。本レポートで示した改善施策を段階的に実施することで、さらなる顧客満足度向上が期待できます。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ホテルコメント横浜関内 口コミ分析レポート</dc:title>
  <dc:subject>PptxGenJS Presentation</dc:subject>
  <dc:creator>PptxGenJS</dc:creator>
  <cp:lastModifiedBy>PptxGenJS</cp:lastModifiedBy>
  <cp:revision>1</cp:revision>
  <dcterms:created xsi:type="dcterms:W3CDTF">2026-03-30T04:37:31Z</dcterms:created>
  <dcterms:modified xsi:type="dcterms:W3CDTF">2026-03-30T04:37:31Z</dcterms:modified>
</cp:coreProperties>
</file>