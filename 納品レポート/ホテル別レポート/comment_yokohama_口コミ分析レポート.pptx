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Google</c:v>
                  </c:pt>
                  <c:pt idx="1">
                    <c:v>楽天トラベル</c:v>
                  </c:pt>
                  <c:pt idx="2">
                    <c:v>じゃらん</c:v>
                  </c:pt>
                  <c:pt idx="3">
                    <c:v>Trip.com</c:v>
                  </c:pt>
                  <c:pt idx="4">
                    <c:v>Booking.com</c:v>
                  </c:pt>
                  <c:pt idx="5">
                    <c:v>Agoda</c:v>
                  </c:pt>
                </c:lvl>
              </c:multiLvlStrCache>
            </c:multiLvlStrRef>
          </c:cat>
          <c:val>
            <c:numRef>
              <c:f>Sheet1!$B$2:$B$7</c:f>
              <c:numCache>
                <c:formatCode>General</c:formatCode>
                <c:ptCount val="6"/>
                <c:pt idx="0">
                  <c:v>9.8</c:v>
                </c:pt>
                <c:pt idx="1">
                  <c:v>9.23</c:v>
                </c:pt>
                <c:pt idx="2">
                  <c:v>9.09</c:v>
                </c:pt>
                <c:pt idx="3">
                  <c:v>9.05</c:v>
                </c:pt>
                <c:pt idx="4">
                  <c:v>8.5</c:v>
                </c:pt>
                <c:pt idx="5">
                  <c:v>8.15</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85</c:v>
                </c:pt>
                <c:pt idx="1">
                  <c:v>17</c:v>
                </c:pt>
                <c:pt idx="2">
                  <c:v>1</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cat>
            <c:multiLvlStrRef>
              <c:f>Sheet1!$A$2:$A$8</c:f>
              <c:multiLvlStrCache>
                <c:ptCount val="7"/>
                <c:lvl>
                  <c:pt idx="0">
                    <c:v>10点</c:v>
                  </c:pt>
                  <c:pt idx="1">
                    <c:v>9点</c:v>
                  </c:pt>
                  <c:pt idx="2">
                    <c:v>8点</c:v>
                  </c:pt>
                  <c:pt idx="3">
                    <c:v>7点</c:v>
                  </c:pt>
                  <c:pt idx="4">
                    <c:v>6点</c:v>
                  </c:pt>
                  <c:pt idx="5">
                    <c:v>5点</c:v>
                  </c:pt>
                  <c:pt idx="6">
                    <c:v>3点</c:v>
                  </c:pt>
                </c:lvl>
              </c:multiLvlStrCache>
            </c:multiLvlStrRef>
          </c:cat>
          <c:val>
            <c:numRef>
              <c:f>Sheet1!$B$2:$B$8</c:f>
              <c:numCache>
                <c:formatCode>General</c:formatCode>
                <c:ptCount val="7"/>
                <c:pt idx="0">
                  <c:v>49</c:v>
                </c:pt>
                <c:pt idx="1">
                  <c:v>16</c:v>
                </c:pt>
                <c:pt idx="2">
                  <c:v>20</c:v>
                </c:pt>
                <c:pt idx="3">
                  <c:v>9</c:v>
                </c:pt>
                <c:pt idx="4">
                  <c:v>7</c:v>
                </c:pt>
                <c:pt idx="5">
                  <c:v>1</c:v>
                </c:pt>
                <c:pt idx="6">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ホテルコメント横浜関内</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レビュー総数：103件（6サイト）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作成日：2026年3月17日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8.81</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82.5%</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1.0%</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103件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com とても清潔かつ、大浴場も広くサウナも水風呂も付いていて良かったです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この近くに来るなら絶対リピしますね 朝食ブッフェは、金額の割にお味噌汁とスープの表記間違えてるし、アイスコーヒーと...</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アメニティも充実しています</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アメニティもDHCだし、シャワーのお湯も水圧も良かったし、2人なら狭いかもだけど、ゆったり過ごせました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アメニティもDHCだし、シャワーのお湯も水圧も良かったし、2人なら狭いかもだけど、ゆったり過ごせました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対応・サービスの不満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Agoda 残念なのは朝食ブッフェ</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8.81</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82.5%</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1.0%</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103件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Google(9.80)が最高スコア。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Agoda(8.2)が相対的に低い。口コミ返信の強化が急務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4.62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9.23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4.55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9.09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9.05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9.05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8.15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8.15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85件（82.5%）</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17件（16.5%）</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1件（1.0%）</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com とても清潔かつ、大浴場も広くサウナも水風呂も付いていて良かったです</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「com 清潔 受付の対応 受付の対応」</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この近くに来るなら絶対リピしますね 朝食ブッフェは、金額の割にお味噌汁とスープの表記間違えてるし、アイスコーヒーと...</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「Google いろんなホテルに泊まりましたが完璧に近いホテルです」</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アメニティも充実しています</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「値段の割に、、、ですね 部屋は1人で泊まって、大きめのベッドで、良かったです」</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com 清潔 受付の対応 受付の対応</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「サービス飲料がある」</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近くにコンビニやまいばすけっとがあり、飲み屋もそこそこある</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「com 駅から近く、ホテルの近くにコンビニや飲食店が 多くてよかったです」</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Agoda 残念なのは朝食ブッフェ</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「朝食も美味しいし種類豊富」</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アメニティもDHCだし、シャワーのお湯も水圧も良かったし、2人なら狭いかもだけど、ゆったり過ごせました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アメニティもDHCだし、シャワーのお湯も水圧も良かったし、2人なら狭いかもだけど、ゆったり過ごせました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Agoda 残念なのは朝食ブッフェ</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Agoda 部屋がタバコ臭かったのですが、こちらのミスで喫煙室を予約してしまっていたようでした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ツインルームを利用、お部屋は明るく広くて清潔、洗面所とトイレがそれぞれ独立していたのは使い勝手が良かったです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com 綺麗すぎる 騒音があった 騒音があった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com Location, modern The hotel was advertised as having 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18" name="Shape 16"/>
          <p:cNvSpPr/>
          <p:nvPr/>
        </p:nvSpPr>
        <p:spPr>
          <a:xfrm>
            <a:off x="0" y="4800600"/>
            <a:ext cx="9144000" cy="342900"/>
          </a:xfrm>
          <a:prstGeom prst="rect">
            <a:avLst/>
          </a:prstGeom>
          <a:solidFill>
            <a:srgbClr val="1A2744"/>
          </a:solidFill>
          <a:ln/>
        </p:spPr>
      </p:sp>
      <p:sp>
        <p:nvSpPr>
          <p:cNvPr id="19" name="Text 1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0" name="Text 1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客室設備のアップグレード</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内装の定期的なリフレッシュ計画の策定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照明・電源周りの設備更新</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快適性向上のための設備投資計画の立案</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8.81点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9.1点以上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82.5%</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88%以上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1.0%</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0%維持</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Agoda平均評価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8.2点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9.2点以上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約17件/期間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ホテルコメント横浜関内 口コミ分析改善レポート</dc:title>
  <dc:subject>PptxGenJS Presentation</dc:subject>
  <dc:creator>Hotel Consulting</dc:creator>
  <cp:lastModifiedBy>Hotel Consulting</cp:lastModifiedBy>
  <cp:revision>1</cp:revision>
  <dcterms:created xsi:type="dcterms:W3CDTF">2026-03-16T22:42:41Z</dcterms:created>
  <dcterms:modified xsi:type="dcterms:W3CDTF">2026-03-16T22:42:41Z</dcterms:modified>
</cp:coreProperties>
</file>