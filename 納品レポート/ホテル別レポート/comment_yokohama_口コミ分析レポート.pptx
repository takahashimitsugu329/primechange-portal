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Google</c:v>
                  </c:pt>
                  <c:pt idx="1">
                    <c:v>楽天トラベル</c:v>
                  </c:pt>
                  <c:pt idx="2">
                    <c:v>じゃらん</c:v>
                  </c:pt>
                  <c:pt idx="3">
                    <c:v>Trip.com</c:v>
                  </c:pt>
                  <c:pt idx="4">
                    <c:v>Booking.com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9.86</c:v>
                </c:pt>
                <c:pt idx="1">
                  <c:v>9.25</c:v>
                </c:pt>
                <c:pt idx="2">
                  <c:v>9.23</c:v>
                </c:pt>
                <c:pt idx="3">
                  <c:v>9.12</c:v>
                </c:pt>
                <c:pt idx="4">
                  <c:v>8.67</c:v>
                </c:pt>
                <c:pt idx="5">
                  <c:v>8.12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3点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61</c:v>
                </c:pt>
                <c:pt idx="1">
                  <c:v>23</c:v>
                </c:pt>
                <c:pt idx="2">
                  <c:v>27</c:v>
                </c:pt>
                <c:pt idx="3">
                  <c:v>10</c:v>
                </c:pt>
                <c:pt idx="4">
                  <c:v>7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レビュー総数：130件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8.87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85.4%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130件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4.93/5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4.62/5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4.62/5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9.12/10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8.12/10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111件（85.4%）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18件（13.8%）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1件（0.8%）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111件）の分析から、主要な強みテーマを抽出しています。立地・アクセス、客室清潔感、スタッフ対応が高評価の中心的テーマです。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低評価・中評価レビュー（19件）から改善課題を優先度別に整理しています。S/A/B/Cの4段階で優先度を設定し、計画的な改善を推進します。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8.87点 → 目標 9.37点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85.4% → 目標 90.4%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0.8%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ホテルコメント横浜関内は全体平均8.87点（10pt換算）、高評価率85.4%を達成しています。本レポートで示した改善施策を段階的に実施することで、さらなる顧客満足度向上が期待できます。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ホテルコメント横浜関内 口コミ分析レポート</dc:title>
  <dc:subject>PptxGenJS Presentation</dc:subject>
  <dc:creator>PptxGenJS</dc:creator>
  <cp:lastModifiedBy>PptxGenJS</cp:lastModifiedBy>
  <cp:revision>1</cp:revision>
  <dcterms:created xsi:type="dcterms:W3CDTF">2026-03-30T05:36:54Z</dcterms:created>
  <dcterms:modified xsi:type="dcterms:W3CDTF">2026-03-30T05:36:54Z</dcterms:modified>
</cp:coreProperties>
</file>