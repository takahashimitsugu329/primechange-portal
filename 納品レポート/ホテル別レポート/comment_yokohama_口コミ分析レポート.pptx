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9.86</c:v>
                </c:pt>
                <c:pt idx="1">
                  <c:v>9.25</c:v>
                </c:pt>
                <c:pt idx="2">
                  <c:v>9.23</c:v>
                </c:pt>
                <c:pt idx="3">
                  <c:v>9.12</c:v>
                </c:pt>
                <c:pt idx="4">
                  <c:v>8.67</c:v>
                </c:pt>
                <c:pt idx="5">
                  <c:v>8.12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</c:v>
                </c:pt>
                <c:pt idx="1">
                  <c:v>23</c:v>
                </c:pt>
                <c:pt idx="2">
                  <c:v>27</c:v>
                </c:pt>
                <c:pt idx="3">
                  <c:v>10</c:v>
                </c:pt>
                <c:pt idx="4">
                  <c:v>7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111件（85.4%）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18件（13.8%）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8.87点 → 目標 9.37点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85.4% → 目標 90.4%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ホテルコメント横浜関内は全体平均8.87点（10pt換算）、高評価率85.4%を達成しています。本レポートで示した改善施策を段階的に実施することで、さらなる顧客満足度向上が期待できます。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