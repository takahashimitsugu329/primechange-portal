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9.62</c:v>
                </c:pt>
                <c:pt idx="1">
                  <c:v>9.27</c:v>
                </c:pt>
                <c:pt idx="2">
                  <c:v>9.22</c:v>
                </c:pt>
                <c:pt idx="3">
                  <c:v>9.12</c:v>
                </c:pt>
                <c:pt idx="4">
                  <c:v>8.7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111</c:v>
                </c:pt>
                <c:pt idx="1">
                  <c:v>20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</c:v>
                </c:pt>
                <c:pt idx="1">
                  <c:v>22</c:v>
                </c:pt>
                <c:pt idx="2">
                  <c:v>27</c:v>
                </c:pt>
                <c:pt idx="3">
                  <c:v>11</c:v>
                </c:pt>
                <c:pt idx="4">
                  <c:v>7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レビュー総数：132件（6サイト）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楽天トラベル 駅からのアクセスが良く、朝食も美味しかったです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ホテルには近代的な設備、快適な浴場があり、近隣には様々なコンビニエンスストアもあります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大浴場のシャワーが少なく、空くのを待たないといけないのが残念でした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部屋は狭いけど(キャリーケースを広げたら通れない)新しいからキレイ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Google(9.62)が最高スコア。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111件（84.1%）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20件（15.2%）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清潔、タオルがふわふわ、タオルの用意がたくさんある、布団が寝やすい、ドライヤーがリファ、アメニティに無料ス...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綺麗なホテルで部屋も雰囲気が良かった」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 駅からのアクセスが良く、朝食も美味しかったです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孫の卒業記念(祝い）と、関内駅前のベースゲート見学を兼ね、宿泊しました」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ホテルには近代的な設備、快適な浴場があり、近隣には様々なコンビニエンスストアもあります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「com 清潔、タオルがふわふわ、タオルの用意がたくさんある、布団が寝やすい、ドライヤーがリファ、アメニティに無料ス...」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ホテルのスタッフはいつも親切でフレンドリーなので、全体的に満足のいく滞在となるでしょう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フロントのお姉さんがカーディガンに可愛いネイルをしていて笑顔も良く、服装がかしこまった感じではなく自...」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の飲みものがおいてあり美味しかった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駅からのアクセスが良く、朝食も美味しかったです」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ホテルには近代的な設備、快適な浴場があり、近隣には様々なコンビニエンスストアもあります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「正門南口から徒歩5分、ローソンの向かいに位置し、ドン・キホーテのショッピング街まで徒歩12分以内です」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部屋は狭いけど(キャリーケースを広げたら通れない)新しいからキレイ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清潔、タオルがふわふわ、タオルの用意がたくさんある、布団が寝やすい、ドライヤーがリファ、アメニティに無料ス...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 部屋がタバコ臭かったのですが、こちらのミスで喫煙室を予約してしまっていたようでした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夜部屋が寒かったので、暖房を入れようとしたら、個人では設定できなかったこと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景色は向かい側がオフィスビルだから カーテンは開けられない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築年数が浅くおしゃれできれいです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朝食に関しては、ボリューム・品数・美味しさ満点です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2026-04-08T00:30:51Z</dcterms:created>
  <dcterms:modified xsi:type="dcterms:W3CDTF">2026-04-08T00:30:51Z</dcterms:modified>
</cp:coreProperties>
</file>