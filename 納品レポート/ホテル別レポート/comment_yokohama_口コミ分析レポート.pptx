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楽天トラベル</c:v>
                  </c:pt>
                  <c:pt idx="2">
                    <c:v>じゃらん</c:v>
                  </c:pt>
                  <c:pt idx="3">
                    <c:v>Trip.com</c:v>
                  </c:pt>
                  <c:pt idx="4">
                    <c:v>Booking.com</c:v>
                  </c:pt>
                  <c:pt idx="5">
                    <c:v>Agoda</c:v>
                  </c:pt>
                </c:lvl>
              </c:multiLvlStrCache>
            </c:multiLvlStrRef>
          </c:cat>
          <c:val>
            <c:numRef>
              <c:f>Sheet1!$B$2:$B$7</c:f>
              <c:numCache>
                <c:formatCode>General</c:formatCode>
                <c:ptCount val="6"/>
                <c:pt idx="0">
                  <c:v>9.86</c:v>
                </c:pt>
                <c:pt idx="1">
                  <c:v>9.38</c:v>
                </c:pt>
                <c:pt idx="2">
                  <c:v>9.23</c:v>
                </c:pt>
                <c:pt idx="3">
                  <c:v>9.12</c:v>
                </c:pt>
                <c:pt idx="4">
                  <c:v>8.56</c:v>
                </c:pt>
                <c:pt idx="5">
                  <c:v>8.18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108</c:v>
                </c:pt>
                <c:pt idx="1">
                  <c:v>19</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3点</c:v>
                  </c:pt>
                </c:lvl>
              </c:multiLvlStrCache>
            </c:multiLvlStrRef>
          </c:cat>
          <c:val>
            <c:numRef>
              <c:f>Sheet1!$B$2:$B$8</c:f>
              <c:numCache>
                <c:formatCode>General</c:formatCode>
                <c:ptCount val="7"/>
                <c:pt idx="0">
                  <c:v>62</c:v>
                </c:pt>
                <c:pt idx="1">
                  <c:v>21</c:v>
                </c:pt>
                <c:pt idx="2">
                  <c:v>25</c:v>
                </c:pt>
                <c:pt idx="3">
                  <c:v>11</c:v>
                </c:pt>
                <c:pt idx="4">
                  <c:v>7</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ホテルコメント横浜関内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8.88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84.4%</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Agoda 便利で、部屋も小さいながら清潔</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Google 立地：最高</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部屋はおまかせのプランで、バンクベッド（2段ベッド）の部屋でしたが、想像していたよりずっと広く使えるレイアウトにな...</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ロビーのレイアウトも考え抜かれており、パジャマ姿で浴室に行く際にロビーやトイレ、ドリンクコーナーを通らずに済みます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シングルルームは少し狭いですが、内装は素晴らしく、東京の桜シーズンと比べると料金もリーズナブルです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セキュリティがしっかりして部屋も防音性が高い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8.88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84.4%</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Google(9.86)が最高スコア。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Agoda(8.2)が相対的に低い。口コミ返信の強化が急務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108件（84.4%）</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19件（14.8%）</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Agoda 便利で、部屋も小さいながら清潔</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綺麗です 特になし 特になし」</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Google 立地：最高</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「Agoda ぴあアリーナMMでのLIVE参加の為利用させて頂きました 立地は会場迄徒歩圏内で関内駅も近いが、喧騒エ...」</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部屋はおまかせのプランで、バンクベッド（2段ベッド）の部屋でしたが、想像していたよりずっと広く使えるレイアウトにな...</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「ホテルにはサウナ、温泉、大浴場があり、快適な滞在をお約束します」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ホテルスタッフは親切で丁寧です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「Agoda ぴあアリーナMMでのLIVE参加の為利用させて頂きました 立地は会場迄徒歩圏内で関内駅も近いが、喧騒エ...」</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荷物預かりサービスがあり、朝食は館内で購入できます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「朝食は豆カレーやこんにゃく大福がありヘルシーなメニュー」</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正門南口から徒歩5分、ローソンの向かいに位置し、ドン・キホーテのショッピング街まで徒歩12分以内です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「近くにコンビニやまいばすけっとがあり、飲み屋もそこそこある」</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ロビーのレイアウトも考え抜かれており、パジャマ姿で浴室に行く際にロビーやトイレ、ドリンクコーナーを通らずに済みます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シングルルームは少し狭いですが、内装は素晴らしく、東京の桜シーズンと比べると料金もリーズナブルです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セキュリティがしっかりして部屋も防音性が高い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部屋がタバコ臭かったのですが、こちらのミスで喫煙室を予約してしまっていたようでした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ツインルームを利用、お部屋は明るく広くて清潔、洗面所とトイレがそれぞれ独立していたのは使い勝手が良かったです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残念なのは朝食ブッフェ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Google 築年数が浅くおしゃれできれいです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Location, modern The hotel was advertised as having 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ホテルコメント横浜関内 口コミ分析改善レポート</dc:title>
  <dc:subject>PptxGenJS Presentation</dc:subject>
  <dc:creator>Hotel Consulting</dc:creator>
  <cp:lastModifiedBy>Hotel Consulting</cp:lastModifiedBy>
  <cp:revision>1</cp:revision>
  <dcterms:created xsi:type="dcterms:W3CDTF">2026-03-29T07:52:08Z</dcterms:created>
  <dcterms:modified xsi:type="dcterms:W3CDTF">2026-03-29T07:52:08Z</dcterms:modified>
</cp:coreProperties>
</file>