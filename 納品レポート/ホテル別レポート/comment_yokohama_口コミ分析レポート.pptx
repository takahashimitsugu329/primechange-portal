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Google</c:v>
                  </c:pt>
                  <c:pt idx="1">
                    <c:v>楽天トラベル</c:v>
                  </c:pt>
                  <c:pt idx="2">
                    <c:v>じゃらん</c:v>
                  </c:pt>
                  <c:pt idx="3">
                    <c:v>Trip.com</c:v>
                  </c:pt>
                  <c:pt idx="4">
                    <c:v>Booking.com</c:v>
                  </c:pt>
                  <c:pt idx="5">
                    <c:v>Agoda</c:v>
                  </c:pt>
                </c:lvl>
              </c:multiLvlStrCache>
            </c:multiLvlStrRef>
          </c:cat>
          <c:val>
            <c:numRef>
              <c:f>Sheet1!$B$2:$B$7</c:f>
              <c:numCache>
                <c:formatCode>General</c:formatCode>
                <c:ptCount val="6"/>
                <c:pt idx="0">
                  <c:v>9.8</c:v>
                </c:pt>
                <c:pt idx="1">
                  <c:v>9.2</c:v>
                </c:pt>
                <c:pt idx="2">
                  <c:v>9.17</c:v>
                </c:pt>
                <c:pt idx="3">
                  <c:v>9.09</c:v>
                </c:pt>
                <c:pt idx="4">
                  <c:v>8.59</c:v>
                </c:pt>
                <c:pt idx="5">
                  <c:v>8.27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94</c:v>
                </c:pt>
                <c:pt idx="1">
                  <c:v>17</c:v>
                </c:pt>
                <c:pt idx="2">
                  <c:v>1</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5点</c:v>
                  </c:pt>
                  <c:pt idx="6">
                    <c:v>3点</c:v>
                  </c:pt>
                </c:lvl>
              </c:multiLvlStrCache>
            </c:multiLvlStrRef>
          </c:cat>
          <c:val>
            <c:numRef>
              <c:f>Sheet1!$B$2:$B$8</c:f>
              <c:numCache>
                <c:formatCode>General</c:formatCode>
                <c:ptCount val="7"/>
                <c:pt idx="0">
                  <c:v>55</c:v>
                </c:pt>
                <c:pt idx="1">
                  <c:v>17</c:v>
                </c:pt>
                <c:pt idx="2">
                  <c:v>22</c:v>
                </c:pt>
                <c:pt idx="3">
                  <c:v>9</c:v>
                </c:pt>
                <c:pt idx="4">
                  <c:v>7</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ホテルコメント横浜関内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レビュー総数：112件（6サイト）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作成日：2026年3月20日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8.86</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112件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ホテル自体もとても清潔で今後も利用したいと思います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関内駅から徒歩圏内で行きやすかったです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静かで快適に過ごすことができました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アメニティもDHCだし、シャワーのお湯も水圧も良かったし、2人なら狭いかもだけど、ゆったり過ごせました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Agoda 残念なのは朝食ブッフェ</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8.86</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83.9%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0.9%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112件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Google(9.80)が最高スコア。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Agoda(8.3)が相対的に低い。口コミ返信の強化が急務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8.27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94件（83.9%）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17件（15.2%）</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1件（0.9%）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ホテル自体もとても清潔で今後も利用したいと思います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「内装もすてきで清潔感のあるホテルでした」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関内駅から徒歩圏内で行きやすかったです</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「この近くに来るなら絶対リピしますね 朝食ブッフェは、金額の割にお味噌汁とスープの表記間違えてるし、アイスコーヒーと...」</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静かで快適に過ごすことができました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「ゆったりとしたベッドでぐっすりと眠れました」</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宿泊前後に荷物を預けさせてもらいましたが、快く対応してくださりありがたかったです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Front desk staff was super nice and helpful with me a...」</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近くにコンビニやまいばすけっとがあり、飲み屋もそこそこある</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「com 駅から近く、ホテルの近くにコンビニや飲食店が 多くてよかったです」</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楽天トラベル 朝食バイキングの種類も豊富で、会場も落ち着いた雰囲気で綺麗</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「朝食は新鮮で種類も豊富で美味しかったです」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アメニティもDHCだし、シャワーのお湯も水圧も良かったし、2人なら狭いかもだけど、ゆったり過ごせました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残念なのは朝食ブッフェ</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Agoda 部屋がタバコ臭かったのですが、こちらのミスで喫煙室を予約してしまっていたようでした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ツインルームを利用、お部屋は明るく広くて清潔、洗面所とトイレがそれぞれ独立していたのは使い勝手が良かったです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綺麗すぎる 騒音があった 騒音があった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com Location, modern The hotel was advertised as having 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8.86点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9.2点以上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0.9%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8.3点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ホテルコメント横浜関内 口コミ分析改善レポート</dc:title>
  <dc:subject>PptxGenJS Presentation</dc:subject>
  <dc:creator>Hotel Consulting</dc:creator>
  <cp:lastModifiedBy>Hotel Consulting</cp:lastModifiedBy>
  <cp:revision>1</cp:revision>
  <dcterms:created xsi:type="dcterms:W3CDTF">2026-03-19T23:27:41Z</dcterms:created>
  <dcterms:modified xsi:type="dcterms:W3CDTF">2026-03-19T23:27:41Z</dcterms:modified>
</cp:coreProperties>
</file>