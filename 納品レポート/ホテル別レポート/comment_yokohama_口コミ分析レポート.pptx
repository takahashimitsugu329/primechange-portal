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9.83</c:v>
                </c:pt>
                <c:pt idx="1">
                  <c:v>9.29</c:v>
                </c:pt>
                <c:pt idx="2">
                  <c:v>9.23</c:v>
                </c:pt>
                <c:pt idx="3">
                  <c:v>9.12</c:v>
                </c:pt>
                <c:pt idx="4">
                  <c:v>8.58</c:v>
                </c:pt>
                <c:pt idx="5">
                  <c:v>8.28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104</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61</c:v>
                </c:pt>
                <c:pt idx="1">
                  <c:v>19</c:v>
                </c:pt>
                <c:pt idx="2">
                  <c:v>24</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じゃらん 新しいホテルでおしゃれで綺麗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横浜武道館のすぐ隣という最高のロケーションで、地下鉄金内駅から徒歩わずか2～3分です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ホテルにはサウナ、温泉、大浴場があり、快適な滞在をお約束します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104件（85.2%）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17件（13.9%）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じゃらん 新しいホテルでおしゃれで綺麗</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築年数が浅くおしゃれできれいです」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横浜武道館のすぐ隣という最高のロケーションで、地下鉄金内駅から徒歩わずか2～3分です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「関内駅から徒歩圏内で行きやすかったです」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とても清潔感があってコンパクトにまとまった感じで2泊でしたがとてもゆっくり快適に宿泊する事が出来ました」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スタッフの方々もとても優しく丁寧な対応して頂き緊張もほぐれ最高でした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予約時に子どもの分を忘れてしまっていまたが、当日でもすぐに対応してくださり、泊まることができました」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「朝食は種類豊富ではないですが、ヘルシーな品揃えです」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2026-03-24T01:12:44Z</dcterms:created>
  <dcterms:modified xsi:type="dcterms:W3CDTF">2026-03-24T01:12:44Z</dcterms:modified>
</cp:coreProperties>
</file>