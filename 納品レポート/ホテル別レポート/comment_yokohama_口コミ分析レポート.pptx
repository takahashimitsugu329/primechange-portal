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Trip.com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9.62</c:v>
                </c:pt>
                <c:pt idx="1">
                  <c:v>9.27</c:v>
                </c:pt>
                <c:pt idx="2">
                  <c:v>9.22</c:v>
                </c:pt>
                <c:pt idx="3">
                  <c:v>9.12</c:v>
                </c:pt>
                <c:pt idx="4">
                  <c:v>8.7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62</c:v>
                </c:pt>
                <c:pt idx="1">
                  <c:v>22</c:v>
                </c:pt>
                <c:pt idx="2">
                  <c:v>27</c:v>
                </c:pt>
                <c:pt idx="3">
                  <c:v>11</c:v>
                </c:pt>
                <c:pt idx="4">
                  <c:v>7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レビュー総数：132件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8.83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84.1%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111件（84.1%）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20件（15.2%）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1件（0.8%）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111件）の分析から、主要な強みテーマを抽出しています。立地・アクセス、客室清潔感、スタッフ対応が高評価の中心的テーマです。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8.83点 → 目標 9.33点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84.1% → 目標 89.1%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0.8%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ホテルコメント横浜関内は全体平均8.83点（10pt換算）、高評価率84.1%を達成しています。本レポートで示した改善施策を段階的に実施することで、さらなる顧客満足度向上が期待できます。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口コミ分析レポート</dc:title>
  <dc:subject>PptxGenJS Presentation</dc:subject>
  <dc:creator>PptxGenJS</dc:creator>
  <cp:lastModifiedBy>PptxGenJS</cp:lastModifiedBy>
  <cp:revision>1</cp:revision>
  <dcterms:created xsi:type="dcterms:W3CDTF">2026-04-08T23:43:33Z</dcterms:created>
  <dcterms:modified xsi:type="dcterms:W3CDTF">2026-04-08T23:43:33Z</dcterms:modified>
</cp:coreProperties>
</file>