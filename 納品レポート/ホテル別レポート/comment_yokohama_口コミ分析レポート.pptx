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Google</c:v>
                  </c:pt>
                  <c:pt idx="2">
                    <c:v>楽天トラベル</c:v>
                  </c:pt>
                  <c:pt idx="3">
                    <c:v>Trip.com</c:v>
                  </c:pt>
                  <c:pt idx="4">
                    <c:v>Booking.com</c:v>
                  </c:pt>
                  <c:pt idx="5">
                    <c:v>Agoda</c:v>
                  </c:pt>
                </c:lvl>
              </c:multiLvlStrCache>
            </c:multiLvlStrRef>
          </c:cat>
          <c:val>
            <c:numRef>
              <c:f>Sheet1!$B$2:$B$7</c:f>
              <c:numCache>
                <c:formatCode>General</c:formatCode>
                <c:ptCount val="6"/>
                <c:pt idx="0">
                  <c:v>9.5</c:v>
                </c:pt>
                <c:pt idx="1">
                  <c:v>9.43</c:v>
                </c:pt>
                <c:pt idx="2">
                  <c:v>9.33</c:v>
                </c:pt>
                <c:pt idx="3">
                  <c:v>9</c:v>
                </c:pt>
                <c:pt idx="4">
                  <c:v>8.85</c:v>
                </c:pt>
                <c:pt idx="5">
                  <c:v>7.88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62</c:v>
                </c:pt>
                <c:pt idx="1">
                  <c:v>8</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33</c:v>
                </c:pt>
                <c:pt idx="1">
                  <c:v>12</c:v>
                </c:pt>
                <c:pt idx="2">
                  <c:v>17</c:v>
                </c:pt>
                <c:pt idx="3">
                  <c:v>4</c:v>
                </c:pt>
                <c:pt idx="4">
                  <c:v>2</c:v>
                </c:pt>
                <c:pt idx="5">
                  <c:v>2</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レビュー総数：71件（6サイト）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狭い部屋だけど2段ベットでワクワクした 綺麗 特にない 特にない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 アメニティーとスープとお茶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楽天トラベル 駅からのアクセスが良く、朝食も美味しかったです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狭い部屋だけど2段ベットでワクワクした 綺麗 特にない 特にない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大きな折りたたみ物干しがあったのはいいけど、パウダールームもシャワールームもトイレの壁もオシャレにシンプルすぎて、...</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 清潔、タオルがふわふわ、タオルの用意がたくさんある、布団が寝やすい、ドライヤーがリファ、アメニティに無料ス...</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じゃらん(9.50)が最高スコア。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62件（87.3%）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8件（11.3%）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狭い部屋だけど2段ベットでワクワクした 綺麗 特にない 特にない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「部屋もキレイでとても快適に過ごす事が出来ました」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com アメニティーとスープとお茶</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「部屋もキレイでとても快適に過ごす事が出来ました」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楽天トラベル 駅からのアクセスが良く、朝食も美味しかったです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「Google 孫の卒業記念(祝い）と、関内駅前のベースゲート見学を兼ね、宿泊しました」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ホテルスタッフは皆さん素晴らしいです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「（フロントのスタッフは枕に足跡がついているのを見ても気にせず、そのまま元の場所に戻していた😂）」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朝食バイキングは開放的なレストランでゆっくりと食事できるので、オススメです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「の飲みものがおいてあり美味しかった」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リーズナブルな時期もあってか、価格帯も大満足です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「シングルルームは少し狭いですが、内装は素晴らしく、東京の桜シーズンと比べると料金もリーズナブルです」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狭い部屋だけど2段ベットでワクワクした 綺麗 特にない 特にない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大きな折りたたみ物干しがあったのはいいけど、パウダールームもシャワールームもトイレの壁もオシャレにシンプルすぎて、...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清潔、タオルがふわふわ、タオルの用意がたくさんある、布団が寝やすい、ドライヤーがリファ、アメニティに無料ス...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夜部屋が寒かったので、暖房を入れようとしたら、個人では設定できなかったこと</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大浴場のシャワーが少なく、空くのを待たないといけないのが残念でした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Google 築年数が浅くおしゃれできれいです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朝食に関しては、ボリューム・品数・美味しさ満点です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景色は向かい側がオフィスビルだから カーテンは開けられない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2026-04-04T23:43:29Z</dcterms:created>
  <dcterms:modified xsi:type="dcterms:W3CDTF">2026-04-04T23:43:29Z</dcterms:modified>
</cp:coreProperties>
</file>