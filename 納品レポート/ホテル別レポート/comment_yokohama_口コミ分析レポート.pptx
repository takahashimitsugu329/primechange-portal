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9.85</c:v>
                </c:pt>
                <c:pt idx="1">
                  <c:v>9.33</c:v>
                </c:pt>
                <c:pt idx="2">
                  <c:v>9.23</c:v>
                </c:pt>
                <c:pt idx="3">
                  <c:v>9.12</c:v>
                </c:pt>
                <c:pt idx="4">
                  <c:v>8.54</c:v>
                </c:pt>
                <c:pt idx="5">
                  <c:v>8.23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109</c:v>
                </c:pt>
                <c:pt idx="1">
                  <c:v>19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63</c:v>
                </c:pt>
                <c:pt idx="1">
                  <c:v>20</c:v>
                </c:pt>
                <c:pt idx="2">
                  <c:v>26</c:v>
                </c:pt>
                <c:pt idx="3">
                  <c:v>11</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便利で、部屋も小さいながら清潔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ぴあアリーナMMでのLIVE参加の為利用させて頂きました 立地は会場迄徒歩圏内で関内駅も近いが、喧騒エ...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部屋はおまかせのプランで、バンクベッド（2段ベッド）の部屋でしたが、想像していたよりずっと広く使えるレイアウトにな...</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便利で、部屋も小さいながら清潔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セキュリティがしっかりして部屋も防音性が高い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109件（84.5%）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19件（14.7%）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便利で、部屋も小さいながら清潔</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綺麗です 特になし 特になし」</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便利で、部屋も小さいながら清潔」</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部屋はおまかせのプランで、バンクベッド（2段ベッド）の部屋でしたが、想像していたよりずっと広く使えるレイアウトにな...</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「ホテルにはサウナ、温泉、大浴場があり、快適な滞在をお約束します」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「気持ちのよい接客、綺麗でオシャレな施設、便利な立地」</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朝食は豆カレーやこんにゃく大福がありヘルシーなメニュー</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「朝食は種類豊富ではないですが、ヘルシーな品揃えです」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便利で、部屋も小さいながら清潔</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セキュリティがしっかりして部屋も防音性が高い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Google 築年数が浅くおしゃれできれいです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2026-03-25T22:27:26Z</dcterms:created>
  <dcterms:modified xsi:type="dcterms:W3CDTF">2026-03-25T22:27:26Z</dcterms:modified>
</cp:coreProperties>
</file>