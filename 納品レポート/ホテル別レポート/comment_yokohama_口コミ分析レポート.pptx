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3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3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1.xlsx"/></Relationships>
</file>

<file path=ppt/charts/_rels/chart3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2.xlsx"/></Relationships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じゃらん</c:v>
                  </c:pt>
                  <c:pt idx="1">
                    <c:v>楽天トラベル</c:v>
                  </c:pt>
                  <c:pt idx="2">
                    <c:v>Google</c:v>
                  </c:pt>
                  <c:pt idx="3">
                    <c:v>Trip.com</c:v>
                  </c:pt>
                  <c:pt idx="4">
                    <c:v>Booking.com</c:v>
                  </c:pt>
                  <c:pt idx="5">
                    <c:v>Agoda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9.5</c:v>
                </c:pt>
                <c:pt idx="1">
                  <c:v>9.45</c:v>
                </c:pt>
                <c:pt idx="2">
                  <c:v>9.43</c:v>
                </c:pt>
                <c:pt idx="3">
                  <c:v>9</c:v>
                </c:pt>
                <c:pt idx="4">
                  <c:v>8.76</c:v>
                </c:pt>
                <c:pt idx="5">
                  <c:v>7.88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3点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30</c:v>
                </c:pt>
                <c:pt idx="1">
                  <c:v>12</c:v>
                </c:pt>
                <c:pt idx="2">
                  <c:v>14</c:v>
                </c:pt>
                <c:pt idx="3">
                  <c:v>4</c:v>
                </c:pt>
                <c:pt idx="4">
                  <c:v>2</c:v>
                </c:pt>
                <c:pt idx="5">
                  <c:v>2</c:v>
                </c:pt>
                <c:pt idx="6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ホテルコメント横浜関内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レビュー総数：65件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ホテルコメント横浜関内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8.82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86.2%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4.75/5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4.73/5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4.71/5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9.00/10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8.76/10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8.76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7.88/10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56件（86.2%）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8件（12.3%）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1件（1.5%）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ホテルコメント横浜関内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56件）の分析から、主要な強みテーマを抽出しています。立地・アクセス、客室清潔感、スタッフ対応が高評価の中心的テーマです。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ホテルコメント横浜関内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低評価・中評価レビュー（9件）から改善課題を優先度別に整理しています。S/A/B/Cの4段階で優先度を設定し、計画的な改善を推進します。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ホテルコメント横浜関内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ホテルコメント横浜関内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ホテルコメント横浜関内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8.82点 → 目標 9.32点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86.2% → 目標 91.2%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1.5% → 目標 0.0%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ホテルコメント横浜関内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ホテルコメント横浜関内は全体平均8.82点（10pt換算）、高評価率86.2%を達成しています。本レポートで示した改善施策を段階的に実施することで、さらなる顧客満足度向上が期待できます。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ホテルコメント横浜関内 口コミ分析レポート</dc:title>
  <dc:subject>PptxGenJS Presentation</dc:subject>
  <dc:creator>PptxGenJS</dc:creator>
  <cp:lastModifiedBy>PptxGenJS</cp:lastModifiedBy>
  <cp:revision>1</cp:revision>
  <dcterms:created xsi:type="dcterms:W3CDTF">2026-04-04T23:30:15Z</dcterms:created>
  <dcterms:modified xsi:type="dcterms:W3CDTF">2026-04-04T23:30:15Z</dcterms:modified>
</cp:coreProperties>
</file>