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Google</c:v>
                  </c:pt>
                  <c:pt idx="2">
                    <c:v>Booking.com</c:v>
                  </c:pt>
                  <c:pt idx="3">
                    <c:v>楽天トラベル</c:v>
                  </c:pt>
                  <c:pt idx="4">
                    <c:v>じゃらん</c:v>
                  </c:pt>
                  <c:pt idx="5">
                    <c:v>Agoda</c:v>
                  </c:pt>
                </c:lvl>
              </c:multiLvlStrCache>
            </c:multiLvlStrRef>
          </c:cat>
          <c:val>
            <c:numRef>
              <c:f>Sheet1!$B$2:$B$7</c:f>
              <c:numCache>
                <c:formatCode>General</c:formatCode>
                <c:ptCount val="6"/>
                <c:pt idx="0">
                  <c:v>9.56</c:v>
                </c:pt>
                <c:pt idx="1">
                  <c:v>9.05</c:v>
                </c:pt>
                <c:pt idx="2">
                  <c:v>8.38</c:v>
                </c:pt>
                <c:pt idx="3">
                  <c:v>8.35</c:v>
                </c:pt>
                <c:pt idx="4">
                  <c:v>8</c:v>
                </c:pt>
                <c:pt idx="5">
                  <c:v>6.78</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108</c:v>
                </c:pt>
                <c:pt idx="1">
                  <c:v>24</c:v>
                </c:pt>
                <c:pt idx="2">
                  <c:v>4</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3点</c:v>
                  </c:pt>
                </c:lvl>
              </c:multiLvlStrCache>
            </c:multiLvlStrRef>
          </c:cat>
          <c:val>
            <c:numRef>
              <c:f>Sheet1!$B$2:$B$9</c:f>
              <c:numCache>
                <c:formatCode>General</c:formatCode>
                <c:ptCount val="8"/>
                <c:pt idx="0">
                  <c:v>55</c:v>
                </c:pt>
                <c:pt idx="1">
                  <c:v>16</c:v>
                </c:pt>
                <c:pt idx="2">
                  <c:v>37</c:v>
                </c:pt>
                <c:pt idx="3">
                  <c:v>8</c:v>
                </c:pt>
                <c:pt idx="4">
                  <c:v>15</c:v>
                </c:pt>
                <c:pt idx="5">
                  <c:v>1</c:v>
                </c:pt>
                <c:pt idx="6">
                  <c:v>3</c:v>
                </c:pt>
                <c:pt idx="7">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コンフォートホテル成田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レビュー総数：136件（6サイト）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作成日：2026年3月27日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8.50</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79.4%</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2.9%</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136件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  無料の朝食サービスもあり、種類はシンプルながら満足度は高く、コストパフォーマンスの良さを感じました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スタッフは親切で、チェックインも手伝ってくれました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京成成田駅から徒歩2分ほど、JR成田駅からも徒歩圏内とアクセスが非常に良く、成田空港への移動にも便利な立地です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空調電源を切ってるのに 奥でずっと音がしていて寝れない 朝ごはんは美味しい 駅の近くで立地は良いです 空調電源を切...</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ただ、トイレが狭すぎて少し使いづらいのが難点です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臭い・匂い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部屋の方はリニューアル後の為、綺麗でタバコの臭いもなく広さも充分</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8.50</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79.4%</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2.9%</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136件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Trip.com(9.56)が最高スコア。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Agoda(6.8)が相対的に低い。口コミ返信の強化が急務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108件（79.4%）</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24件（17.6%）</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4件（2.9%）</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  無料の朝食サービスもあり、種類はシンプルながら満足度は高く、コストパフォーマンスの良さを感じました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「無料の朝食バイキングおいしかったです」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スタッフは親切で、チェックインも手伝ってくれました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「受付のお姉さんがとても親切に接してくださり、旅の疲れがとれました」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京成成田駅から徒歩2分ほど、JR成田駅からも徒歩圏内とアクセスが非常に良く、成田空港への移動にも便利な立地です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「โลเคชั่นดี สะดวกมาก ห้องสะอาดดี เดินทางไปเที่ยวได้สะดวกดี...」</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設備は充実していましたが、部屋が少し狭く、大きな荷物を置くスペースがありませんでした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「設備は少し古いですが、とても清潔で快適です」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設備は少し古いですが、とても清潔で快適です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  客室はコンパクトながら清潔感があり、全室禁煙で快適に過ごせました」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  無料の朝食サービスもあり、種類はシンプルながら満足度は高く、コストパフォーマンスの良さを感じました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「Overall, this hotel offers excellent value for money」</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空調電源を切ってるのに 奥でずっと音がしていて寝れない 朝ごはんは美味しい 駅の近くで立地は良いです 空調電源を切...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ただ、トイレが狭すぎて少し使いづらいのが難点です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部屋の方はリニューアル後の為、綺麗でタバコの臭いもなく広さも充分</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ベッドヘッドに白い汚れがたくさん付いていてすごく不快だったので改善してほしいです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設備は少し古いですが、とても清潔で快適です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Very good location,  nice staff, Too small, bathroom entr...</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朝食なしのホテルと同じ価格なのに、朝食は無料です。 成田市で一番のお気に入り。朝食なしのホテルと同じ価格なのに、朝...</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員工態度親切 一進房間有股臭味（發霉味），地毯稍嫌不乾淨 部屋に入るとカビ臭い匂いがして、カーペットも少し汚れていた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スタッフの皆さんが、明るく、丁寧にもてなしてくださり、朝食も素晴らしく、安心して滞在できました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79.4%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84%以上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約17件/期間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コンフォートホテル成田 口コミ分析改善レポート</dc:title>
  <dc:subject>PptxGenJS Presentation</dc:subject>
  <dc:creator>Hotel Consulting</dc:creator>
  <cp:lastModifiedBy>Hotel Consulting</cp:lastModifiedBy>
  <cp:revision>1</cp:revision>
  <dcterms:created xsi:type="dcterms:W3CDTF">2026-03-27T00:18:59Z</dcterms:created>
  <dcterms:modified xsi:type="dcterms:W3CDTF">2026-03-27T00:18:59Z</dcterms:modified>
</cp:coreProperties>
</file>