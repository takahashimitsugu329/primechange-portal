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9.53</c:v>
                </c:pt>
                <c:pt idx="1">
                  <c:v>9</c:v>
                </c:pt>
                <c:pt idx="2">
                  <c:v>8.35</c:v>
                </c:pt>
                <c:pt idx="3">
                  <c:v>8.28</c:v>
                </c:pt>
                <c:pt idx="4">
                  <c:v>8</c:v>
                </c:pt>
                <c:pt idx="5">
                  <c:v>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54</c:v>
                </c:pt>
                <c:pt idx="1">
                  <c:v>19</c:v>
                </c:pt>
                <c:pt idx="2">
                  <c:v>38</c:v>
                </c:pt>
                <c:pt idx="3">
                  <c:v>9</c:v>
                </c:pt>
                <c:pt idx="4">
                  <c:v>14</c:v>
                </c:pt>
                <c:pt idx="5">
                  <c:v>1</c:v>
                </c:pt>
                <c:pt idx="6">
                  <c:v>3</c:v>
                </c:pt>
                <c:pt idx="7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8.46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111件（79.3%）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24件（17.1%）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5件（3.6%）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8.46点 → 目標 8.96点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79.3% → 目標 84.3%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3.6% → 目標 1.6%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コンフォートホテル成田は全体平均8.46点（10pt換算）、高評価率79.3%を達成しています。本レポートで示した改善施策を段階的に実施することで、さらなる顧客満足度向上が期待できます。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口コミ分析レポート</dc:title>
  <dc:subject>PptxGenJS Presentation</dc:subject>
  <dc:creator>PptxGenJS</dc:creator>
  <cp:lastModifiedBy>PptxGenJS</cp:lastModifiedBy>
  <cp:revision>1</cp:revision>
  <dcterms:created xsi:type="dcterms:W3CDTF">2026-03-30T05:36:54Z</dcterms:created>
  <dcterms:modified xsi:type="dcterms:W3CDTF">2026-03-30T05:36:54Z</dcterms:modified>
</cp:coreProperties>
</file>