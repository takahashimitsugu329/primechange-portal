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9.53</c:v>
                </c:pt>
                <c:pt idx="1">
                  <c:v>9</c:v>
                </c:pt>
                <c:pt idx="2">
                  <c:v>8.35</c:v>
                </c:pt>
                <c:pt idx="3">
                  <c:v>8.28</c:v>
                </c:pt>
                <c:pt idx="4">
                  <c:v>8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19</c:v>
                </c:pt>
                <c:pt idx="2">
                  <c:v>38</c:v>
                </c:pt>
                <c:pt idx="3">
                  <c:v>9</c:v>
                </c:pt>
                <c:pt idx="4">
                  <c:v>14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111件（79.3%）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24件（17.1%）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79.3% → 目標 84.3%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3.6% → 目標 1.6%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コンフォートホテル成田は全体平均8.46点（10pt換算）、高評価率79.3%を達成しています。本レポートで示した改善施策を段階的に実施することで、さらなる顧客満足度向上が期待できます。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