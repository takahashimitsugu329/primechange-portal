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じゃらん</c:v>
                  </c:pt>
                  <c:pt idx="4">
                    <c:v>楽天トラベル</c:v>
                  </c:pt>
                  <c:pt idx="5">
                    <c:v>Agoda</c:v>
                  </c:pt>
                </c:lvl>
              </c:multiLvlStrCache>
            </c:multiLvlStrRef>
          </c:cat>
          <c:val>
            <c:numRef>
              <c:f>Sheet1!$B$2:$B$7</c:f>
              <c:numCache>
                <c:formatCode>General</c:formatCode>
                <c:ptCount val="6"/>
                <c:pt idx="0">
                  <c:v>9.53</c:v>
                </c:pt>
                <c:pt idx="1">
                  <c:v>9.5</c:v>
                </c:pt>
                <c:pt idx="2">
                  <c:v>8.42</c:v>
                </c:pt>
                <c:pt idx="3">
                  <c:v>8.17</c:v>
                </c:pt>
                <c:pt idx="4">
                  <c:v>7.75</c:v>
                </c:pt>
                <c:pt idx="5">
                  <c:v>6.88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98</c:v>
                </c:pt>
                <c:pt idx="1">
                  <c:v>21</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51</c:v>
                </c:pt>
                <c:pt idx="1">
                  <c:v>16</c:v>
                </c:pt>
                <c:pt idx="2">
                  <c:v>31</c:v>
                </c:pt>
                <c:pt idx="3">
                  <c:v>8</c:v>
                </c:pt>
                <c:pt idx="4">
                  <c:v>12</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普通のホテルですが朝食が美味しくて満足です 普通のホテルですが朝食が美味しくて満足です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チェックインも遅かったのですが、丁寧に対応頂き気分良かったです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駅から近く、室内もきれいでした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Complimentary parking ticket for parking at nearby carpar...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98件（79.7%）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21件（17.1%）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普通のホテルですが朝食が美味しくて満足です 普通のホテルですが朝食が美味しくて満足です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「アメニティ：無料のコーヒーと美味しい朝食メニューは大変ありがたかったです」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チェックインも遅かったのですが、丁寧に対応頂き気分良かったです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「何よりも滞在を特別なものにしてくれたのは、素晴らしいスタッフの方々でした」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駅から近く、室内もきれいでした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「立地が非常に便利で、空港を利用する方にとって理想的なホテルです」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bed and pillow were uncomfortable to sleep in」</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駅から近く、室内もきれいでした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「清潔さ：部屋は隅々まで清潔で、手入れが行き届いていました」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Overall, this hotel offers excellent value for money</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「お手頃価格で、フレンドリーなホテルです」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Complimentary parking ticket for parking at nearby carpar...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風呂が少し古い感じだった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部屋が明るくきれいだった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2026-03-19T01:52:12Z</dcterms:created>
  <dcterms:modified xsi:type="dcterms:W3CDTF">2026-03-19T01:52:12Z</dcterms:modified>
</cp:coreProperties>
</file>