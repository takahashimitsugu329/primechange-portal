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Booking.com</c:v>
                  </c:pt>
                  <c:pt idx="3">
                    <c:v>じゃらん</c:v>
                  </c:pt>
                  <c:pt idx="4">
                    <c:v>楽天トラベル</c:v>
                  </c:pt>
                  <c:pt idx="5">
                    <c:v>Agoda</c:v>
                  </c:pt>
                </c:lvl>
              </c:multiLvlStrCache>
            </c:multiLvlStrRef>
          </c:cat>
          <c:val>
            <c:numRef>
              <c:f>Sheet1!$B$2:$B$7</c:f>
              <c:numCache>
                <c:formatCode>General</c:formatCode>
                <c:ptCount val="6"/>
                <c:pt idx="0">
                  <c:v>9.53</c:v>
                </c:pt>
                <c:pt idx="1">
                  <c:v>9.36</c:v>
                </c:pt>
                <c:pt idx="2">
                  <c:v>8.42</c:v>
                </c:pt>
                <c:pt idx="3">
                  <c:v>8.17</c:v>
                </c:pt>
                <c:pt idx="4">
                  <c:v>7.75</c:v>
                </c:pt>
                <c:pt idx="5">
                  <c:v>6.88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100</c:v>
                </c:pt>
                <c:pt idx="1">
                  <c:v>21</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3点</c:v>
                  </c:pt>
                </c:lvl>
              </c:multiLvlStrCache>
            </c:multiLvlStrRef>
          </c:cat>
          <c:val>
            <c:numRef>
              <c:f>Sheet1!$B$2:$B$9</c:f>
              <c:numCache>
                <c:formatCode>General</c:formatCode>
                <c:ptCount val="8"/>
                <c:pt idx="0">
                  <c:v>51</c:v>
                </c:pt>
                <c:pt idx="1">
                  <c:v>16</c:v>
                </c:pt>
                <c:pt idx="2">
                  <c:v>33</c:v>
                </c:pt>
                <c:pt idx="3">
                  <c:v>8</c:v>
                </c:pt>
                <c:pt idx="4">
                  <c:v>12</c:v>
                </c:pt>
                <c:pt idx="5">
                  <c:v>1</c:v>
                </c:pt>
                <c:pt idx="6">
                  <c:v>3</c:v>
                </c:pt>
                <c:pt idx="7">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レビュー総数：125件（6サイト）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朝食も軽食とは言えないほどボリュームありました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チェックインも遅かったのですが、丁寧に対応頂き気分良かったです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駅から近く、室内もきれいでした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Complimentary parking ticket for parking at nearby carpar...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good location,  nice staff, Too small, bathroom entr...</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125件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Agoda(6.9)が相対的に低い。口コミ返信の強化が急務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100件（80.0%）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21件（16.8%）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4件（3.2%）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朝食も軽食とは言えないほどボリュームありました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「普通のホテルですが朝食が美味しくて満足です 普通のホテルですが朝食が美味しくて満足です」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チェックインも遅かったのですが、丁寧に対応頂き気分良かったです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「何よりも滞在を特別なものにしてくれたのは、素晴らしいスタッフの方々でした」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駅から近く、室内もきれいでした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「立地が非常に便利で、空港を利用する方にとって理想的なホテルです」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室内、アメニティ含めて問題ない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駅から近く、室内もきれいでした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「清潔さ：部屋は隅々まで清潔で、手入れが行き届いていました」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Overall, this hotel offers excellent value for money</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「お手頃価格で、フレンドリーなホテルです」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Complimentary parking ticket for parking at nearby carpar...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good location,  nice staff, Too small, bathroom entr...</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部屋の方はリニューアル後の為、綺麗でタバコの臭いもなく広さも充分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ベッドヘッドに白い汚れがたくさん付いていてすごく不快だったので改善してほしいです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朝食なしのホテルと同じ価格なのに、朝食は無料です。 成田市で一番のお気に入り。朝食なしのホテルと同じ価格なのに、朝...</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員工態度親切 一進房間有股臭味（發霉味），地毯稍嫌不乾淨 部屋に入るとカビ臭い匂いがして、カーペットも少し汚れていた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風呂が少し古い感じだった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部屋が明るくきれいだった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約14件/期間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2026-03-19T23:27:40Z</dcterms:created>
  <dcterms:modified xsi:type="dcterms:W3CDTF">2026-03-19T23:27:40Z</dcterms:modified>
</cp:coreProperties>
</file>