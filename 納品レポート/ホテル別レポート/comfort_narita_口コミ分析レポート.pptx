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Google</c:v>
                  </c:pt>
                  <c:pt idx="3">
                    <c:v>じゃらん</c:v>
                  </c:pt>
                  <c:pt idx="4">
                    <c:v>Booking.com</c:v>
                  </c:pt>
                  <c:pt idx="5">
                    <c:v>Agoda</c:v>
                  </c:pt>
                </c:lvl>
              </c:multiLvlStrCache>
            </c:multiLvlStrRef>
          </c:cat>
          <c:val>
            <c:numRef>
              <c:f>Sheet1!$B$2:$B$7</c:f>
              <c:numCache>
                <c:formatCode>General</c:formatCode>
                <c:ptCount val="6"/>
                <c:pt idx="0">
                  <c:v>9.5</c:v>
                </c:pt>
                <c:pt idx="1">
                  <c:v>8.83</c:v>
                </c:pt>
                <c:pt idx="2">
                  <c:v>8.75</c:v>
                </c:pt>
                <c:pt idx="3">
                  <c:v>8.5</c:v>
                </c:pt>
                <c:pt idx="4">
                  <c:v>8.43</c:v>
                </c:pt>
                <c:pt idx="5">
                  <c:v>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73</c:v>
                </c:pt>
                <c:pt idx="1">
                  <c:v>10</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3点</c:v>
                  </c:pt>
                </c:lvl>
              </c:multiLvlStrCache>
            </c:multiLvlStrRef>
          </c:cat>
          <c:val>
            <c:numRef>
              <c:f>Sheet1!$B$2:$B$8</c:f>
              <c:numCache>
                <c:formatCode>General</c:formatCode>
                <c:ptCount val="7"/>
                <c:pt idx="0">
                  <c:v>35</c:v>
                </c:pt>
                <c:pt idx="1">
                  <c:v>12</c:v>
                </c:pt>
                <c:pt idx="2">
                  <c:v>26</c:v>
                </c:pt>
                <c:pt idx="3">
                  <c:v>4</c:v>
                </c:pt>
                <c:pt idx="4">
                  <c:v>6</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成田空港近くのホテルは古いまま以上してるところが多い一方、コンフォート成田は清潔、かつとてもきめ細やかなサービスな...</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朝食サービスが内容、時間共に最高でした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ที่พักอาจจะเก่าไปนิด แต่สะดวกเพราะอยู่ใกล้รถไฟ ใกล้สนามบิ...</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staff at this place were very helpful and friendly</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ที่พักอาจจะเก่าไปนิด แต่สะดวกเพราะอยู่ใกล้รถไฟ ใกล้สนามบิ...</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Agoda(7.4)が相対的に低い。口コミ返信の強化が急務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73件（85.9%）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10件（11.8%）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成田空港近くのホテルは古いまま以上してるところが多い一方、コンフォート成田は清潔、かつとてもきめ細やかなサービスな...</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「朝食サービスが内容、時間共に最高でした」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朝食サービスが内容、時間共に最高でした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ที่พักอาจจะเก่าไปนิด แต่สะดวกเพราะอยู่ใกล้รถไฟ ใกล้สนามบิ...</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「成田空港近くのホテルは古いまま以上してるところが多い一方、コンフォート成田は清潔、かつとてもきめ細やかなサービスな...」</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客室は広々としていて、とても快適でした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「福岡で泊まったホテルよりも断然快適でした」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成田空港近くのホテルは古いまま以上してるところが多い一方、コンフォート成田は清潔、かつとてもきめ細やかなサービスな...</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staff at this place were very helpful and friendly</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ที่พักอาจจะเก่าไปนิด แต่สะดวกเพราะอยู่ใกล้รถไฟ ใกล้สนามบิ...</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also overlooks a small part of the city</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2026-04-05T00:17:45Z</dcterms:created>
  <dcterms:modified xsi:type="dcterms:W3CDTF">2026-04-05T00:17:45Z</dcterms:modified>
</cp:coreProperties>
</file>