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9.56</c:v>
                </c:pt>
                <c:pt idx="1">
                  <c:v>9.1</c:v>
                </c:pt>
                <c:pt idx="2">
                  <c:v>8.44</c:v>
                </c:pt>
                <c:pt idx="3">
                  <c:v>8.27</c:v>
                </c:pt>
                <c:pt idx="4">
                  <c:v>8.18</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23</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55</c:v>
                </c:pt>
                <c:pt idx="1">
                  <c:v>17</c:v>
                </c:pt>
                <c:pt idx="2">
                  <c:v>35</c:v>
                </c:pt>
                <c:pt idx="3">
                  <c:v>8</c:v>
                </c:pt>
                <c:pt idx="4">
                  <c:v>14</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無料の朝食バイキングおいしかったです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โลเคชั่นดี สะดวกมาก ห้องสะอาดดี เดินทางไปเที่ยวได้สะดวกดี...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were very friendly There was no way to control ...</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部屋は特に問題もなく水回りも清掃がいきとどいてよかったです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107件（79.9%）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23件（17.2%）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無料の朝食バイキングおいしかったです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โลเคชั่นดี สะดวกมาก ห้องสะอาดดี เดินทางไปเที่ยวได้สะดวกดี...</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staff were very friendly There was no way to control ...</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「またフロントに然り、朝食会場に然り、ホテルマンの方々が、本当に働いているなというくらい、挨拶と動きが良いです」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早餐好吃 房間夠寬 24小時的免費飲料吧很棒 沒有洗烘衣設備 洗濯乾燥機はありません</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部屋は清潔で、周辺を観光するのも簡単です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「部屋は特に問題もなく水回りも清掃がいきとどいてよかったです」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部屋は特に問題もなく水回りも清掃がいきとどいてよかったです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2026-03-25T11:12:26Z</dcterms:created>
  <dcterms:modified xsi:type="dcterms:W3CDTF">2026-03-25T11:12:26Z</dcterms:modified>
</cp:coreProperties>
</file>