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9.53</c:v>
                </c:pt>
                <c:pt idx="1">
                  <c:v>9.18</c:v>
                </c:pt>
                <c:pt idx="2">
                  <c:v>8.45</c:v>
                </c:pt>
                <c:pt idx="3">
                  <c:v>8.19</c:v>
                </c:pt>
                <c:pt idx="4">
                  <c:v>8.17</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23</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55</c:v>
                </c:pt>
                <c:pt idx="1">
                  <c:v>17</c:v>
                </c:pt>
                <c:pt idx="2">
                  <c:v>35</c:v>
                </c:pt>
                <c:pt idx="3">
                  <c:v>8</c:v>
                </c:pt>
                <c:pt idx="4">
                  <c:v>14</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breakfast was very good with excellent coffee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were very friendly There was no way to control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Location None なし</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異常に暑い日には、室温を調節する方法はシステムをオフにする以外になかった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107件（79.9%）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23件（17.2%）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breakfast was very good with excellent coffee</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「朝食の豊富な種類」</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staff were very friendly There was no way to control ...</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「受付時、とても親切なご案内でした」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Location None なし</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「室内、アメニティ含めて問題ない」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「駅から近く、室内もきれいでした」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異常に暑い日には、室温を調節する方法はシステムをオフにする以外になかった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