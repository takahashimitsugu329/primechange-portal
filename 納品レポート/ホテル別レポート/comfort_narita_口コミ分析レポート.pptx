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楽天トラベル</c:v>
                  </c:pt>
                  <c:pt idx="2">
                    <c:v>Google</c:v>
                  </c:pt>
                  <c:pt idx="3">
                    <c:v>じゃらん</c:v>
                  </c:pt>
                  <c:pt idx="4">
                    <c:v>Booking.com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9.5</c:v>
                </c:pt>
                <c:pt idx="1">
                  <c:v>8.77</c:v>
                </c:pt>
                <c:pt idx="2">
                  <c:v>8.75</c:v>
                </c:pt>
                <c:pt idx="3">
                  <c:v>8.5</c:v>
                </c:pt>
                <c:pt idx="4">
                  <c:v>8.43</c:v>
                </c:pt>
                <c:pt idx="5">
                  <c:v>7.4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74</c:v>
                </c:pt>
                <c:pt idx="1">
                  <c:v>10</c:v>
                </c:pt>
                <c:pt idx="2">
                  <c:v>2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4点</c:v>
                  </c:pt>
                  <c:pt idx="6">
                    <c:v>3点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35</c:v>
                </c:pt>
                <c:pt idx="1">
                  <c:v>12</c:v>
                </c:pt>
                <c:pt idx="2">
                  <c:v>27</c:v>
                </c:pt>
                <c:pt idx="3">
                  <c:v>4</c:v>
                </c:pt>
                <c:pt idx="4">
                  <c:v>6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分析対象期間：2026年3月〜4月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レビュー総数：86件（6サイト）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作成日：2026年4月7日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8.66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86.0%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スタッフのちょっとした対応が温かくてよかった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連泊だったけど、朝食も少しずつメニューを変えていてよかった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駅近くの立地で移動に便利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The staff at this place were very helpful and friendly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バスルームの隅々に少し埃や汚れがありました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設備の老朽化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ที่พักอาจจะเก่าไปนิด แต่สะดวกเพราะอยู่ใกล้รถไฟ ใกล้สนามบิ...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8.66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86.0%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Trip.com(9.50)が最高スコア。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Agoda(7.4)が相対的に低い。口コミ返信の強化が急務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74件（86.0%）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10件（11.6%）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2件（2.3%）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スタッフのちょっとした対応が温かくてよかった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「成田空港近くのホテルは古いまま以上してるところが多い一方、コンフォート成田は清潔、かつとてもきめ細やかなサービスな...」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連泊だったけど、朝食も少しずつメニューを変えていてよかった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「朝食サービスが内容、時間共に最高でした」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駅近くの立地で移動に便利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「ที่พักอาจจะเก่าไปนิด แต่สะดวกเพราะอยู่ใกล้รถไฟ ใกล้สนามบิ...」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客室は広々としていて、とても快適でした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「福岡で泊まったホテルよりも断然快適でした」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成田空港近くのホテルは古いまま以上してるところが多い一方、コンフォート成田は清潔、かつとてもきめ細やかなサービスな...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「また他の部屋の掃除をしているスタッフさんが全員必ず「おはようございます」と挨拶をして下さり、とにかく全体的に接客面...」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コストパフォーマンス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料金もお手頃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「￼  無料の朝食サービスもあり、種類はシンプルながら満足度は高く、コストパフォーマンスの良さを感じました」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staff at this place were very helpful and friendly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バスルームの隅々に少し埃や汚れがありました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ที่พักอาจจะเก่าไปนิด แต่สะดวกเพราะอยู่ใกล้รถไฟ ใกล้สนามบิ...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 also overlooks a small part of the city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スタッフの皆さんが、明るく、丁寧にもてなしてくださり、朝食も素晴らしく、安心して滞在できました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バスルームの隅々に少し埃や汚れがありました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空調電源を切ってるのに 奥でずっと音がしていて寝れない 朝ごはんは美味しい 駅の近くで立地は良いです 空調電源を切...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連泊だったけど、朝食も少しずつメニューを変えていてよかった。スタッフのちょっとした対応が温かくてよかった。 駅近く...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8.66点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約12件/期間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コンフォートホテル成田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2026-04-07T00:35:04Z</dcterms:created>
  <dcterms:modified xsi:type="dcterms:W3CDTF">2026-04-07T00:35:04Z</dcterms:modified>
</cp:coreProperties>
</file>