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Google</c:v>
                  </c:pt>
                  <c:pt idx="3">
                    <c:v>じゃらん</c:v>
                  </c:pt>
                  <c:pt idx="4">
                    <c:v>Booking.com</c:v>
                  </c:pt>
                  <c:pt idx="5">
                    <c:v>Agoda</c:v>
                  </c:pt>
                </c:lvl>
              </c:multiLvlStrCache>
            </c:multiLvlStrRef>
          </c:cat>
          <c:val>
            <c:numRef>
              <c:f>Sheet1!$B$2:$B$7</c:f>
              <c:numCache>
                <c:formatCode>General</c:formatCode>
                <c:ptCount val="6"/>
                <c:pt idx="0">
                  <c:v>9.4</c:v>
                </c:pt>
                <c:pt idx="1">
                  <c:v>8.83</c:v>
                </c:pt>
                <c:pt idx="2">
                  <c:v>8.55</c:v>
                </c:pt>
                <c:pt idx="3">
                  <c:v>8.5</c:v>
                </c:pt>
                <c:pt idx="4">
                  <c:v>8.37</c:v>
                </c:pt>
                <c:pt idx="5">
                  <c:v>7.4</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61</c:v>
                </c:pt>
                <c:pt idx="1">
                  <c:v>10</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4点</c:v>
                  </c:pt>
                  <c:pt idx="6">
                    <c:v>3点</c:v>
                  </c:pt>
                </c:lvl>
              </c:multiLvlStrCache>
            </c:multiLvlStrRef>
          </c:cat>
          <c:val>
            <c:numRef>
              <c:f>Sheet1!$B$2:$B$8</c:f>
              <c:numCache>
                <c:formatCode>General</c:formatCode>
                <c:ptCount val="7"/>
                <c:pt idx="0">
                  <c:v>28</c:v>
                </c:pt>
                <c:pt idx="1">
                  <c:v>10</c:v>
                </c:pt>
                <c:pt idx="2">
                  <c:v>23</c:v>
                </c:pt>
                <c:pt idx="3">
                  <c:v>4</c:v>
                </c:pt>
                <c:pt idx="4">
                  <c:v>6</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コンフォートホテル成田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作成日：2026年4月21日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8.56</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朝食で「これは…」と少し思った出来事があり近くのスタッフさんにお伝えしたところ、大変丁寧に対応してくださいました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朝食で「これは…」と少し思った出来事があり近くのスタッフさんにお伝えしたところ、大変丁寧に対応してくださいました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Bahkan 1 hari setelah nya rambut masih halus  Udah 2x ngi...</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冬でも暖房の温度を自分で調整できるので、暑すぎることもなく、とても快適でした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バスルームの隅々に少し埃や汚れがありました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設備は少し古いですが、とても清潔で快適です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8.56</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Trip.com(9.40)が最高スコア。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Agoda(7.4)が相対的に低い。口コミ返信の強化が急務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61件（83.6%）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10件（13.7%）</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2件（2.7%）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朝食で「これは…」と少し思った出来事があり近くのスタッフさんにお伝えしたところ、大変丁寧に対応してくださいました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「スタッフのサービスがとても良く、丁寧で気持ちの良い対応でした」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朝食で「これは…」と少し思った出来事があり近くのスタッフさんにお伝えしたところ、大変丁寧に対応してくださいました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「無料の朝食が用意されていてとても良かったです」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Bahkan 1 hari setelah nya rambut masih halus  Udah 2x ngi...</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「駅近く、飲食店やショップも多く便利でした」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サービスがとても良く、スタッフの対応も親切で快適に過ごせました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「部屋はコンパクトですが何も不自由することなく快適に過ごせました」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また他の部屋の掃除をしているスタッフさんが全員必ず「おはようございます」と挨拶をして下さり、とにかく全体的に接客面...</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「部屋も清潔で居心地がよく、ゆっくり休むことができました」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6件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料金もお手頃</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  無料の朝食サービスもあり、種類はシンプルながら満足度は高く、コストパフォーマンスの良さを感じました」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冬でも暖房の温度を自分で調整できるので、暑すぎることもなく、とても快適でした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バスルームの隅々に少し埃や汚れがありました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設備は少し古いですが、とても清潔で快適です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Bahkan 1 hari setelah nya rambut masih halus  Udah 2x ngi...</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スタッフの皆さんが、明るく、丁寧にもてなしてくださり、朝食も素晴らしく、安心して滞在できました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バスルームの隅々に少し埃や汚れがありました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空調電源を切ってるのに 奥でずっと音がしていて寝れない 朝ごはんは美味しい 駅の近くで立地は良いです 空調電源を切...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ゲストコミュニケーションの強化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チェックイン時の挨拶・案内の標準化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チェックアウト時の簡易アンケート実施</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リピーターへの感謝メッセージの導入</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約9件/期間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コンフォートホテル成田 口コミ分析改善レポート</dc:title>
  <dc:subject>PptxGenJS Presentation</dc:subject>
  <dc:creator>Hotel Consulting</dc:creator>
  <cp:lastModifiedBy>Hotel Consulting</cp:lastModifiedBy>
  <cp:revision>1</cp:revision>
  <dcterms:created xsi:type="dcterms:W3CDTF">2026-04-21T23:40:16Z</dcterms:created>
  <dcterms:modified xsi:type="dcterms:W3CDTF">2026-04-21T23:40:16Z</dcterms:modified>
</cp:coreProperties>
</file>