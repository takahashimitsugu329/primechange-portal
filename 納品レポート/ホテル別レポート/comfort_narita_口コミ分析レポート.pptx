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楽天トラベル</c:v>
                  </c:pt>
                  <c:pt idx="3">
                    <c:v>Booking.com</c:v>
                  </c:pt>
                  <c:pt idx="4">
                    <c:v>じゃらん</c:v>
                  </c:pt>
                  <c:pt idx="5">
                    <c:v>Agoda</c:v>
                  </c:pt>
                </c:lvl>
              </c:multiLvlStrCache>
            </c:multiLvlStrRef>
          </c:cat>
          <c:val>
            <c:numRef>
              <c:f>Sheet1!$B$2:$B$7</c:f>
              <c:numCache>
                <c:formatCode>General</c:formatCode>
                <c:ptCount val="6"/>
                <c:pt idx="0">
                  <c:v>9.57</c:v>
                </c:pt>
                <c:pt idx="1">
                  <c:v>8.78</c:v>
                </c:pt>
                <c:pt idx="2">
                  <c:v>8.57</c:v>
                </c:pt>
                <c:pt idx="3">
                  <c:v>8.22</c:v>
                </c:pt>
                <c:pt idx="4">
                  <c:v>8.13</c:v>
                </c:pt>
                <c:pt idx="5">
                  <c:v>7.27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114</c:v>
                </c:pt>
                <c:pt idx="1">
                  <c:v>22</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53</c:v>
                </c:pt>
                <c:pt idx="1">
                  <c:v>17</c:v>
                </c:pt>
                <c:pt idx="2">
                  <c:v>44</c:v>
                </c:pt>
                <c:pt idx="3">
                  <c:v>9</c:v>
                </c:pt>
                <c:pt idx="4">
                  <c:v>12</c:v>
                </c:pt>
                <c:pt idx="5">
                  <c:v>1</c:v>
                </c:pt>
                <c:pt idx="6">
                  <c:v>3</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114件（80.9%）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22件（15.6%）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朝食は品数は多くはないが充分、野菜を沢山食べました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2026-04-08T00:30:51Z</dcterms:created>
  <dcterms:modified xsi:type="dcterms:W3CDTF">2026-04-08T00:30:51Z</dcterms:modified>
</cp:coreProperties>
</file>