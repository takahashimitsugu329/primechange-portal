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9.55</c:v>
                </c:pt>
                <c:pt idx="1">
                  <c:v>9</c:v>
                </c:pt>
                <c:pt idx="2">
                  <c:v>8.45</c:v>
                </c:pt>
                <c:pt idx="3">
                  <c:v>8.26</c:v>
                </c:pt>
                <c:pt idx="4">
                  <c:v>8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55</c:v>
                </c:pt>
                <c:pt idx="1">
                  <c:v>18</c:v>
                </c:pt>
                <c:pt idx="2">
                  <c:v>39</c:v>
                </c:pt>
                <c:pt idx="3">
                  <c:v>9</c:v>
                </c:pt>
                <c:pt idx="4">
                  <c:v>13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112件（80.0%）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5件（3.6%）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112件）の分析から、主要な強みテーマを抽出しています。立地・アクセス、客室清潔感、スタッフ対応が高評価の中心的テーマです。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8.49点 → 目標 8.99点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80.0% → 目標 85.0%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3.6% → 目標 1.6%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コンフォートホテル成田は全体平均8.49点（10pt換算）、高評価率80.0%を達成しています。本レポートで示した改善施策を段階的に実施することで、さらなる顧客満足度向上が期待できます。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2026-03-31T02:48:59Z</dcterms:created>
  <dcterms:modified xsi:type="dcterms:W3CDTF">2026-03-31T02:48:59Z</dcterms:modified>
</cp:coreProperties>
</file>