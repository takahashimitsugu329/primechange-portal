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9.57</c:v>
                </c:pt>
                <c:pt idx="1">
                  <c:v>8.78</c:v>
                </c:pt>
                <c:pt idx="2">
                  <c:v>8.57</c:v>
                </c:pt>
                <c:pt idx="3">
                  <c:v>8.22</c:v>
                </c:pt>
                <c:pt idx="4">
                  <c:v>8.13</c:v>
                </c:pt>
                <c:pt idx="5">
                  <c:v>7.27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53</c:v>
                </c:pt>
                <c:pt idx="1">
                  <c:v>17</c:v>
                </c:pt>
                <c:pt idx="2">
                  <c:v>44</c:v>
                </c:pt>
                <c:pt idx="3">
                  <c:v>9</c:v>
                </c:pt>
                <c:pt idx="4">
                  <c:v>12</c:v>
                </c:pt>
                <c:pt idx="5">
                  <c:v>1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レビュー総数：141件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22件（15.6%）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114件）の分析から、主要な強みテーマを抽出しています。立地・アクセス、客室清潔感、スタッフ対応が高評価の中心的テーマです。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8.46点 → 目標 8.96点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3.5% → 目標 1.5%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コンフォートホテル成田は全体平均8.46点（10pt換算）、高評価率80.9%を達成しています。本レポートで示した改善施策を段階的に実施することで、さらなる顧客満足度向上が期待できます。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