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9.53</c:v>
                </c:pt>
                <c:pt idx="1">
                  <c:v>9.05</c:v>
                </c:pt>
                <c:pt idx="2">
                  <c:v>8.36</c:v>
                </c:pt>
                <c:pt idx="3">
                  <c:v>8.35</c:v>
                </c:pt>
                <c:pt idx="4">
                  <c:v>8</c:v>
                </c:pt>
                <c:pt idx="5">
                  <c:v>6.78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18</c:v>
                </c:pt>
                <c:pt idx="2">
                  <c:v>37</c:v>
                </c:pt>
                <c:pt idx="3">
                  <c:v>8</c:v>
                </c:pt>
                <c:pt idx="4">
                  <c:v>15</c:v>
                </c:pt>
                <c:pt idx="5">
                  <c:v>1</c:v>
                </c:pt>
                <c:pt idx="6">
                  <c:v>3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109件（79.6%）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24件（17.5%）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4件（2.9%）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8.50点 → 目標 9.00点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79.6% → 目標 84.6%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2.9% → 目標 0.9%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コンフォートホテル成田は全体平均8.50点（10pt換算）、高評価率79.6%を達成しています。本レポートで示した改善施策を段階的に実施することで、さらなる顧客満足度向上が期待できます。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