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Google</c:v>
                  </c:pt>
                  <c:pt idx="2">
                    <c:v>楽天トラベル</c:v>
                  </c:pt>
                  <c:pt idx="3">
                    <c:v>Booking.com</c:v>
                  </c:pt>
                  <c:pt idx="4">
                    <c:v>じゃらん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9.57</c:v>
                </c:pt>
                <c:pt idx="1">
                  <c:v>8.78</c:v>
                </c:pt>
                <c:pt idx="2">
                  <c:v>8.57</c:v>
                </c:pt>
                <c:pt idx="3">
                  <c:v>8.22</c:v>
                </c:pt>
                <c:pt idx="4">
                  <c:v>8.13</c:v>
                </c:pt>
                <c:pt idx="5">
                  <c:v>7.27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17</c:v>
                </c:pt>
                <c:pt idx="2">
                  <c:v>44</c:v>
                </c:pt>
                <c:pt idx="3">
                  <c:v>9</c:v>
                </c:pt>
                <c:pt idx="4">
                  <c:v>12</c:v>
                </c:pt>
                <c:pt idx="5">
                  <c:v>1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レビュー総数：141件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8.46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4.39/5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8.22/10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7.27/10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概ね良好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114件（80.9%）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22件（15.6%）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5件（3.5%）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114件）の分析から、主要な強みテーマを抽出しています。立地・アクセス、客室清潔感、スタッフ対応が高評価の中心的テーマです。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低評価・中評価レビュー（27件）から改善課題を優先度別に整理しています。S/A/B/Cの4段階で優先度を設定し、計画的な改善を推進します。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8.46点 → 目標 8.96点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80.9% → 目標 85.9%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3.5% → 目標 1.5%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コンフォートホテル成田は全体平均8.46点（10pt換算）、高評価率80.9%を達成しています。本レポートで示した改善施策を段階的に実施することで、さらなる顧客満足度向上が期待できます。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コンフォートホテル成田 口コミ分析レポート</dc:title>
  <dc:subject>PptxGenJS Presentation</dc:subject>
  <dc:creator>PptxGenJS</dc:creator>
  <cp:lastModifiedBy>PptxGenJS</cp:lastModifiedBy>
  <cp:revision>1</cp:revision>
  <dcterms:created xsi:type="dcterms:W3CDTF">2026-04-01T00:36:00Z</dcterms:created>
  <dcterms:modified xsi:type="dcterms:W3CDTF">2026-04-01T00:36:00Z</dcterms:modified>
</cp:coreProperties>
</file>