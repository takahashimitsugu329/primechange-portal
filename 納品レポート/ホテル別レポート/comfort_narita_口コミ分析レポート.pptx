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Google</c:v>
                  </c:pt>
                  <c:pt idx="2">
                    <c:v>楽天トラベル</c:v>
                  </c:pt>
                  <c:pt idx="3">
                    <c:v>Booking.com</c:v>
                  </c:pt>
                  <c:pt idx="4">
                    <c:v>じゃらん</c:v>
                  </c:pt>
                  <c:pt idx="5">
                    <c:v>Agoda</c:v>
                  </c:pt>
                </c:lvl>
              </c:multiLvlStrCache>
            </c:multiLvlStrRef>
          </c:cat>
          <c:val>
            <c:numRef>
              <c:f>Sheet1!$B$2:$B$7</c:f>
              <c:numCache>
                <c:formatCode>General</c:formatCode>
                <c:ptCount val="6"/>
                <c:pt idx="0">
                  <c:v>9.57</c:v>
                </c:pt>
                <c:pt idx="1">
                  <c:v>8.78</c:v>
                </c:pt>
                <c:pt idx="2">
                  <c:v>8.57</c:v>
                </c:pt>
                <c:pt idx="3">
                  <c:v>8.22</c:v>
                </c:pt>
                <c:pt idx="4">
                  <c:v>8.13</c:v>
                </c:pt>
                <c:pt idx="5">
                  <c:v>7.27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114</c:v>
                </c:pt>
                <c:pt idx="1">
                  <c:v>22</c:v>
                </c:pt>
                <c:pt idx="2">
                  <c:v>5</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53</c:v>
                </c:pt>
                <c:pt idx="1">
                  <c:v>17</c:v>
                </c:pt>
                <c:pt idx="2">
                  <c:v>44</c:v>
                </c:pt>
                <c:pt idx="3">
                  <c:v>9</c:v>
                </c:pt>
                <c:pt idx="4">
                  <c:v>12</c:v>
                </c:pt>
                <c:pt idx="5">
                  <c:v>1</c:v>
                </c:pt>
                <c:pt idx="6">
                  <c:v>3</c:v>
                </c:pt>
                <c:pt idx="7">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レビュー総数：141件（6サイト）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Bahkan 1 hari setelah nya rambut masih halus  Udah 2x ngi...</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冬でも暖房の温度を自分で調整できるので、暑すぎることもなく、とても快適でした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バスルームの隅々に少し埃や汚れがありました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臭い・匂い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部屋の方はリニューアル後の為、綺麗でタバコの臭いもなく広さも充分</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Trip.com(9.57)が最高スコア。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114件（80.9%）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22件（15.6%）</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5件（3.5%）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「無料の朝食が用意されていてとても良かったです」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「スタッフのサービスがとても良く、丁寧で気持ちの良い対応でした」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「駅近く、飲食店やショップも多く便利でした」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サービスがとても良く、スタッフの対応も親切で快適に過ごせました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「部屋はコンパクトですが何も不自由することなく快適に過ごせました」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また他の部屋の掃除をしているスタッフさんが全員必ず「おはようございます」と挨拶をして下さり、とにかく全体的に接客面...</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「部屋も清潔で居心地がよく、ゆっくり休むことができました」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料金もお手頃</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冬でも暖房の温度を自分で調整できるので、暑すぎることもなく、とても快適でした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部屋の方はリニューアル後の為、綺麗でタバコの臭いもなく広さも充分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設備は少し古いですが、とても清潔で快適です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員工態度親切 一進房間有股臭味（發霉味），地毯稍嫌不乾淨 部屋に入るとカビ臭い匂いがして、カーペットも少し汚れていた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朝食は品数は多くはないが充分、野菜を沢山食べました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2026-04-02T08:56:36Z</dcterms:created>
  <dcterms:modified xsi:type="dcterms:W3CDTF">2026-04-02T08:56:36Z</dcterms:modified>
</cp:coreProperties>
</file>