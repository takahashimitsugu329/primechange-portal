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9.69</c:v>
                </c:pt>
                <c:pt idx="1">
                  <c:v>9.5</c:v>
                </c:pt>
                <c:pt idx="2">
                  <c:v>8.43</c:v>
                </c:pt>
                <c:pt idx="3">
                  <c:v>8.17</c:v>
                </c:pt>
                <c:pt idx="4">
                  <c:v>8</c:v>
                </c:pt>
                <c:pt idx="5">
                  <c:v>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20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</c:v>
                </c:pt>
                <c:pt idx="1">
                  <c:v>16</c:v>
                </c:pt>
                <c:pt idx="2">
                  <c:v>29</c:v>
                </c:pt>
                <c:pt idx="3">
                  <c:v>7</c:v>
                </c:pt>
                <c:pt idx="4">
                  <c:v>12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レビュー総数：119件（6サイト）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アメニティ：無料のコーヒーと美味しい朝食メニューは大変ありがたかったです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チェックインも遅かったのですが、丁寧に対応頂き気分良かったです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立地が非常に便利で、空港を利用する方にとって理想的なホテルです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Complimentary parking ticket for parking at nearby carpar...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good location,  nice staff, Too small, bathroom entr...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good location,  nice staff, Too small, bathroom entr...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Trip.com(9.69)が最高スコア。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Agoda(6.9)が相対的に低い。口コミ返信の強化が急務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96件（80.7%）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20件（16.8%）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アメニティ：無料のコーヒーと美味しい朝食メニューは大変ありがたかったです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「バイキングとても美味しかったです」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チェックインも遅かったのですが、丁寧に対応頂き気分良かったです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「何よりも滞在を特別なものにしてくれたのは、素晴らしいスタッフの方々でした」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立地が非常に便利で、空港を利用する方にとって理想的なホテルです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「Very good location,  nice staff, Too small, bathroom entr...」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bed and pillow were uncomfortable to sleep in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「部屋もベッドも広くて大満足」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清潔さ：部屋は隅々まで清潔で、手入れが行き届いていました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and tidy, tv has Netflix which is a huge plus for me」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Overall, this hotel offers excellent value for money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「お手頃価格で、フレンドリーなホテルです」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Complimentary parking ticket for parking at nearby carpar...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good location,  nice staff, Too small, bathroom entr...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good location,  nice staff, Too small, bathroom entr...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部屋の方はリニューアル後の為、綺麗でタバコの臭いもなく広さも充分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朝食なしのホテルと同じ価格なのに、朝食は無料です。 成田市で一番のお気に入り。朝食なしのホテルと同じ価格なのに、朝...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員工態度親切 一進房間有股臭味（發霉味），地毯稍嫌不乾淨 部屋に入るとカビ臭い匂いがして、カーペットも少し汚れていた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員工態度親切 一進房間有股臭味（發霉味），地毯稍嫌不乾淨 部屋に入るとカビ臭い匂いがして、カーペットも少し汚れていた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風呂が少し古い感じだった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部屋が明るくきれいだった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2026-03-16T22:42:41Z</dcterms:created>
  <dcterms:modified xsi:type="dcterms:W3CDTF">2026-03-16T22:42:41Z</dcterms:modified>
</cp:coreProperties>
</file>