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24355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73152" cy="16459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レビュー総数: 139件　全体平均: 8.46/10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作成日: 2026年3月28日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 | 全139件分析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8.46/10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6888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246888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79.1%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中評価率(6-7点)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17.3%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685800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0" y="1005840"/>
            <a:ext cx="201168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低評価率(~5点)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3.6%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274320" y="2240280"/>
            <a:ext cx="85953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2331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主要発見事項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全体平均スコア 8.46/10 — 高水準を維持しています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0998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高評価(8点以上)が全体の79.1%を占めています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502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低評価(5点以下)は3.6%で管理可能な水準です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対象サイト: Booking.com / 楽天トラベル / Trip.com / Google / じゃらん / Agoda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各予約サイト・口コミサイト別スコア詳細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サイト名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件数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平均評価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評価判定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8.39/10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8.39/10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0" name="Shape 28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4.17/5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8.35/10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9.53/10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9.53/10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0" name="Shape 48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2" name="Shape 50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4.44/5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8.88/10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4/5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8/10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1" name="Shape 69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2" name="Shape 70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3" name="Shape 71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4" name="Text 72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6.78/10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6.78/10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評価スコア分布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10点換算スコア別件数・割合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100584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97280" y="1033272"/>
            <a:ext cx="548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0058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52件 (37.4%)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353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9点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1380744"/>
            <a:ext cx="2004646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3193366" y="13533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 (13.7%)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170078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1728216"/>
            <a:ext cx="41148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5303520" y="17007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 (28.1%)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204825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2075688"/>
            <a:ext cx="949569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2138289" y="2048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 (6.5%)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239572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2423160"/>
            <a:ext cx="1582615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771335" y="2395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15件 (10.8%)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27432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97280" y="2770632"/>
            <a:ext cx="105508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1294228" y="27432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(0.7%)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309067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4点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97280" y="3118104"/>
            <a:ext cx="316523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1505243" y="309067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 (2.2%)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343814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3点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97280" y="3465576"/>
            <a:ext cx="105508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1294228" y="343814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(0.7%)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顧客フィードバック分析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主要ポジティブ・ネガティブポイント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好評ポイント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立地が良い。朝食もまあまあ。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スタッフは親切で、チェックインも手伝ってくれました。設備は充実していましたが、部屋が少し狭く、大きな荷物を置くスペースがありませんでした。全体的には、とても良かったです！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部屋はかなり広々としていて、スーツケースを全開にするのにも全く問題ありませんでした！全体的に清潔で快適な環境でした。朝食の種類は多くはありませんでしたが、驚くほど美味しかったです！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受付のお姉さんがとても親切に接してくださり、旅の疲れがとれました。優しさ笑顔にに感激。ありがとうございました☺️✨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46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改善課題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設備は少し古いですが、とても清潔で快適です！ただ、トイレが狭すぎて少し使いづらいのが難点です。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洗濯乾燥機はありません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なし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937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異常に暑い日には、室温を調節する方法はシステムをオフにする以外になかった。暖房モードになっていて、部屋を冷やすオプションはなかったのだ。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改善アクションプラン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優先度別施策ロードマップ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60120"/>
            <a:ext cx="8595360" cy="11887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103327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即時対応（~2週間）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134416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低評価の根本原因特定とオペレーション改善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169164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スタッフサービス品質トレーニング強化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286000"/>
            <a:ext cx="8595360" cy="118872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235915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短期対応（1ヶ月以内）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267004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口コミ返信率向上によるブランド管理強化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301752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多言語対応改善による外国人ゲスト満足度向上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3611880"/>
            <a:ext cx="8595360" cy="118872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368503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中期対応（3ヶ月以内）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99592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設備・アメニティ定期点検・更新サイクル確立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68680" y="434340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ゲストフィードバック収集システムの整備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2026-03-28T22:44:15Z</dcterms:created>
  <dcterms:modified xsi:type="dcterms:W3CDTF">2026-03-28T22:44:15Z</dcterms:modified>
</cp:coreProperties>
</file>