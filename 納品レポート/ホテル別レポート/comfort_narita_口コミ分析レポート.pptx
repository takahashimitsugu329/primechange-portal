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Google</c:v>
                  </c:pt>
                  <c:pt idx="2">
                    <c:v>Booking.com</c:v>
                  </c:pt>
                  <c:pt idx="3">
                    <c:v>じゃらん</c:v>
                  </c:pt>
                  <c:pt idx="4">
                    <c:v>楽天トラベル</c:v>
                  </c:pt>
                  <c:pt idx="5">
                    <c:v>Agoda</c:v>
                  </c:pt>
                </c:lvl>
              </c:multiLvlStrCache>
            </c:multiLvlStrRef>
          </c:cat>
          <c:val>
            <c:numRef>
              <c:f>Sheet1!$B$2:$B$7</c:f>
              <c:numCache>
                <c:formatCode>General</c:formatCode>
                <c:ptCount val="6"/>
                <c:pt idx="0">
                  <c:v>9.53</c:v>
                </c:pt>
                <c:pt idx="1">
                  <c:v>9.36</c:v>
                </c:pt>
                <c:pt idx="2">
                  <c:v>8.45</c:v>
                </c:pt>
                <c:pt idx="3">
                  <c:v>8.17</c:v>
                </c:pt>
                <c:pt idx="4">
                  <c:v>7.88</c:v>
                </c:pt>
                <c:pt idx="5">
                  <c:v>6.88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102</c:v>
                </c:pt>
                <c:pt idx="1">
                  <c:v>21</c:v>
                </c:pt>
                <c:pt idx="2">
                  <c:v>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3点</c:v>
                  </c:pt>
                </c:lvl>
              </c:multiLvlStrCache>
            </c:multiLvlStrRef>
          </c:cat>
          <c:val>
            <c:numRef>
              <c:f>Sheet1!$B$2:$B$9</c:f>
              <c:numCache>
                <c:formatCode>General</c:formatCode>
                <c:ptCount val="8"/>
                <c:pt idx="0">
                  <c:v>53</c:v>
                </c:pt>
                <c:pt idx="1">
                  <c:v>16</c:v>
                </c:pt>
                <c:pt idx="2">
                  <c:v>33</c:v>
                </c:pt>
                <c:pt idx="3">
                  <c:v>8</c:v>
                </c:pt>
                <c:pt idx="4">
                  <c:v>12</c:v>
                </c:pt>
                <c:pt idx="5">
                  <c:v>1</c:v>
                </c:pt>
                <c:pt idx="6">
                  <c:v>3</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レビュー総数：127件（6サイト）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駅からも近く、コンビニもすぐそばにあるため便利でした  朝食も五穀米やスープ、スムージーがおいしくていつもの朝食よ...</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駅からも近く、コンビニもすぐそばにあるため便利でした  朝食も五穀米やスープ、スムージーがおいしくていつもの朝食よ...</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チェックインも遅かったのですが、丁寧に対応頂き気分良かったです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Complimentary parking ticket for parking at nearby carpar...</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good location,  nice staff, Too small, bathroom entr...</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good location,  nice staff, Too small, bathroom entr...</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102件（80.3%）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21件（16.5%）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4件（3.1%）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駅からも近く、コンビニもすぐそばにあるため便利でした  朝食も五穀米やスープ、スムージーがおいしくていつもの朝食よ...</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「朝食も軽食とは言えないほどボリュームありました」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駅からも近く、コンビニもすぐそばにあるため便利でした  朝食も五穀米やスープ、スムージーがおいしくていつもの朝食よ...</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「駅から近く、室内もきれいでした」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チェックインも遅かったのですが、丁寧に対応頂き気分良かったです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「何よりも滞在を特別なものにしてくれたのは、素晴らしいスタッフの方々でした」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室内、アメニティ含めて問題ない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「ベッドヘッドに白い汚れがたくさん付いていてすごく不快だったので改善してほしいです」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駅から近く、室内もきれいでした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「清潔さ：部屋は隅々まで清潔で、手入れが行き届いていました」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Overall, this hotel offers excellent value for money</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「お手頃価格で、フレンドリーなホテルです」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Complimentary parking ticket for parking at nearby carpar...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good location,  nice staff, Too small, bathroom entr...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good location,  nice staff, Too small, bathroom entr...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部屋の方はリニューアル後の為、綺麗でタバコの臭いもなく広さも充分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ベッドヘッドに白い汚れがたくさん付いていてすごく不快だったので改善してほしいです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朝食なしのホテルと同じ価格なのに、朝食は無料です。 成田市で一番のお気に入り。朝食なしのホテルと同じ価格なのに、朝...</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員工態度親切 一進房間有股臭味（發霉味），地毯稍嫌不乾淨 部屋に入るとカビ臭い匂いがして、カーペットも少し汚れていた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風呂が少し古い感じだった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部屋が明るくきれいだった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2026-03-21T00:16:54Z</dcterms:created>
  <dcterms:modified xsi:type="dcterms:W3CDTF">2026-03-21T00:16:54Z</dcterms:modified>
</cp:coreProperties>
</file>