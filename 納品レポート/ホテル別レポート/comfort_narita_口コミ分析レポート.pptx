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コンフォートホテル成田</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8.48点 (概ね良好)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3B7DD8"/>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8.48点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79.1%</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2.7%</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コンフォートホテル成田は分析対象148件の口コミで、10点換算平均8.48点（概ね良好）を記録。高評価（8〜10点）が117件（79.1%）、低評価（1〜4点）が4件（2.7%）。6サイトにわたる評価傾向を分析しました。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8.4/10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8.4点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4.12/5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8.25点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19件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9.53/10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38.5%</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57件</a:t>
            </a:r>
            <a:endParaRPr lang="en-US" sz="800" dirty="0"/>
          </a:p>
        </p:txBody>
      </p:sp>
      <p:sp>
        <p:nvSpPr>
          <p:cNvPr id="12" name="Shape 10"/>
          <p:cNvSpPr/>
          <p:nvPr/>
        </p:nvSpPr>
        <p:spPr>
          <a:xfrm>
            <a:off x="1325880" y="3490762"/>
            <a:ext cx="685800" cy="898358"/>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26216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13.5%</a:t>
            </a:r>
            <a:endParaRPr lang="en-US" sz="800" dirty="0"/>
          </a:p>
        </p:txBody>
      </p:sp>
      <p:sp>
        <p:nvSpPr>
          <p:cNvPr id="15" name="Text 13"/>
          <p:cNvSpPr/>
          <p:nvPr/>
        </p:nvSpPr>
        <p:spPr>
          <a:xfrm>
            <a:off x="1234440" y="303356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20件</a:t>
            </a:r>
            <a:endParaRPr lang="en-US" sz="800" dirty="0"/>
          </a:p>
        </p:txBody>
      </p:sp>
      <p:sp>
        <p:nvSpPr>
          <p:cNvPr id="16" name="Shape 14"/>
          <p:cNvSpPr/>
          <p:nvPr/>
        </p:nvSpPr>
        <p:spPr>
          <a:xfrm>
            <a:off x="2194560" y="2592404"/>
            <a:ext cx="685800" cy="1796716"/>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2363804"/>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27.0%</a:t>
            </a:r>
            <a:endParaRPr lang="en-US" sz="800" dirty="0"/>
          </a:p>
        </p:txBody>
      </p:sp>
      <p:sp>
        <p:nvSpPr>
          <p:cNvPr id="19" name="Text 17"/>
          <p:cNvSpPr/>
          <p:nvPr/>
        </p:nvSpPr>
        <p:spPr>
          <a:xfrm>
            <a:off x="2103120" y="2135204"/>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40件</a:t>
            </a:r>
            <a:endParaRPr lang="en-US" sz="800" dirty="0"/>
          </a:p>
        </p:txBody>
      </p:sp>
      <p:sp>
        <p:nvSpPr>
          <p:cNvPr id="20" name="Shape 18"/>
          <p:cNvSpPr/>
          <p:nvPr/>
        </p:nvSpPr>
        <p:spPr>
          <a:xfrm>
            <a:off x="3063240" y="3984859"/>
            <a:ext cx="685800" cy="404261"/>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75625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6.1%</a:t>
            </a:r>
            <a:endParaRPr lang="en-US" sz="800" dirty="0"/>
          </a:p>
        </p:txBody>
      </p:sp>
      <p:sp>
        <p:nvSpPr>
          <p:cNvPr id="23" name="Text 21"/>
          <p:cNvSpPr/>
          <p:nvPr/>
        </p:nvSpPr>
        <p:spPr>
          <a:xfrm>
            <a:off x="2971800" y="352765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9件</a:t>
            </a:r>
            <a:endParaRPr lang="en-US" sz="800" dirty="0"/>
          </a:p>
        </p:txBody>
      </p:sp>
      <p:sp>
        <p:nvSpPr>
          <p:cNvPr id="24" name="Shape 22"/>
          <p:cNvSpPr/>
          <p:nvPr/>
        </p:nvSpPr>
        <p:spPr>
          <a:xfrm>
            <a:off x="3931920" y="3625516"/>
            <a:ext cx="685800" cy="763604"/>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39691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11.5%</a:t>
            </a:r>
            <a:endParaRPr lang="en-US" sz="800" dirty="0"/>
          </a:p>
        </p:txBody>
      </p:sp>
      <p:sp>
        <p:nvSpPr>
          <p:cNvPr id="27" name="Text 25"/>
          <p:cNvSpPr/>
          <p:nvPr/>
        </p:nvSpPr>
        <p:spPr>
          <a:xfrm>
            <a:off x="3840480" y="316831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17件</a:t>
            </a:r>
            <a:endParaRPr lang="en-US" sz="800" dirty="0"/>
          </a:p>
        </p:txBody>
      </p:sp>
      <p:sp>
        <p:nvSpPr>
          <p:cNvPr id="28" name="Shape 26"/>
          <p:cNvSpPr/>
          <p:nvPr/>
        </p:nvSpPr>
        <p:spPr>
          <a:xfrm>
            <a:off x="4800600" y="4343400"/>
            <a:ext cx="685800" cy="45720"/>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1" name="Text 29"/>
          <p:cNvSpPr/>
          <p:nvPr/>
        </p:nvSpPr>
        <p:spPr>
          <a:xfrm>
            <a:off x="470916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5669280" y="4254366"/>
            <a:ext cx="685800" cy="134754"/>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402576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2.0%</a:t>
            </a:r>
            <a:endParaRPr lang="en-US" sz="800" dirty="0"/>
          </a:p>
        </p:txBody>
      </p:sp>
      <p:sp>
        <p:nvSpPr>
          <p:cNvPr id="35" name="Text 33"/>
          <p:cNvSpPr/>
          <p:nvPr/>
        </p:nvSpPr>
        <p:spPr>
          <a:xfrm>
            <a:off x="5577840" y="379716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36" name="Shape 34"/>
          <p:cNvSpPr/>
          <p:nvPr/>
        </p:nvSpPr>
        <p:spPr>
          <a:xfrm>
            <a:off x="6537960" y="4343400"/>
            <a:ext cx="685800" cy="45720"/>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9" name="Text 37"/>
          <p:cNvSpPr/>
          <p:nvPr/>
        </p:nvSpPr>
        <p:spPr>
          <a:xfrm>
            <a:off x="644652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9点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立地が良い。朝食もまあまあ。</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スタッフは親切で、チェックインも手伝ってくれました。設備は充実していましたが、部屋が少し狭く、大きな荷物を置くスペースがありませんでした。全体的には、とても良かったです！</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8点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部屋はかなり広々としていて、スーツケースを全開にするのにも全く問題ありませんでした！全体的に清潔で快適な環境でした。朝食の種類は多くはありませんでしたが、驚くほど美味しかったです！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楽天トラベル / 4点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ホテルとしては普通です。ベッドヘッドに白い汚れがたくさん付いていてすごく不快だったので改善してほしいです。</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ロビーが狭くて</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楽天トラベル / 4点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京成成田駅の東通路から行くと近い。成田空港への前泊するためだけのホテルという印象。 部屋も狭く、朝食もあるだけという感じ。料金は安いので、割り切っての宿泊ならお勧め。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8.48点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9.0点以上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79.1%</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84.1%以上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2.7%</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コンフォートホテル成田の口コミ分析の結果、10点換算で平均8.48点（概ね良好）を記録しました。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分析対象148件のうち、高評価（8〜10点）が79.1%を占めており、継続的なサービス改善により更なる満足度向上が期待できます。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2026-03-28T22:02:49Z</dcterms:created>
  <dcterms:modified xsi:type="dcterms:W3CDTF">2026-03-28T22:02:49Z</dcterms:modified>
</cp:coreProperties>
</file>