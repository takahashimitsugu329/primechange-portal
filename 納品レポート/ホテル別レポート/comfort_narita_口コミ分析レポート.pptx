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9.4</c:v>
                </c:pt>
                <c:pt idx="1">
                  <c:v>8.83</c:v>
                </c:pt>
                <c:pt idx="2">
                  <c:v>8.55</c:v>
                </c:pt>
                <c:pt idx="3">
                  <c:v>8.5</c:v>
                </c:pt>
                <c:pt idx="4">
                  <c:v>8.37</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61</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28</c:v>
                </c:pt>
                <c:pt idx="1">
                  <c:v>10</c:v>
                </c:pt>
                <c:pt idx="2">
                  <c:v>23</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レビュー総数：73件（6サイト）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作成日：2026年4月13日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朝食で「これは…」と少し思った出来事があり近くのスタッフさんにお伝えしたところ、大変丁寧に対応してくださいました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Bahkan 1 hari setelah nya rambut masih halus  Udah 2x ngi...</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冬でも暖房の温度を自分で調整できるので、暑すぎることもなく、とても快適でした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設備は少し古いですが、とても清潔で快適です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8.56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73件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61件（83.6%）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10件（13.7%）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「スタッフのサービスがとても良く、丁寧で気持ちの良い対応でした」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「無料の朝食が用意されていてとても良かったです」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「駅近く、飲食店やショップも多く便利でした」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サービスがとても良く、スタッフの対応も親切で快適に過ごせました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「部屋はコンパクトですが何も不自由することなく快適に過ごせました」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「部屋も清潔で居心地がよく、ゆっくり休むことができました」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冬でも暖房の温度を自分で調整できるので、暑すぎることもなく、とても快適でした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設備は少し古いですが、とても清潔で快適です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Bahkan 1 hari setelah nya rambut masih halus  Udah 2x ngi...</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約9件/期間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2026-04-13T23:44:47Z</dcterms:created>
  <dcterms:modified xsi:type="dcterms:W3CDTF">2026-04-13T23:44:47Z</dcterms:modified>
</cp:coreProperties>
</file>