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分析対象期間：2026-02-05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1188720" cy="19202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74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1936242"/>
            <a:ext cx="1188720" cy="217855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61620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228850"/>
            <a:ext cx="1188720" cy="188595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90881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36826"/>
            <a:ext cx="1188720" cy="207797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71678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583180"/>
            <a:ext cx="1188720" cy="15316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22631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全体平均評価：8.48点 / 高評価率：79.1% / 低評価率：2.7%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2026-03-28T22:02:38Z</dcterms:created>
  <dcterms:modified xsi:type="dcterms:W3CDTF">2026-03-28T22:02:38Z</dcterms:modified>
</cp:coreProperties>
</file>