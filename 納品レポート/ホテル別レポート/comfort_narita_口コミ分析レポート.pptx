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楽天トラベル</c:v>
                  </c:pt>
                  <c:pt idx="2">
                    <c:v>Google</c:v>
                  </c:pt>
                  <c:pt idx="3">
                    <c:v>じゃらん</c:v>
                  </c:pt>
                  <c:pt idx="4">
                    <c:v>Booking.com</c:v>
                  </c:pt>
                  <c:pt idx="5">
                    <c:v>Agoda</c:v>
                  </c:pt>
                </c:lvl>
              </c:multiLvlStrCache>
            </c:multiLvlStrRef>
          </c:cat>
          <c:val>
            <c:numRef>
              <c:f>Sheet1!$B$2:$B$7</c:f>
              <c:numCache>
                <c:formatCode>General</c:formatCode>
                <c:ptCount val="6"/>
                <c:pt idx="0">
                  <c:v>9.5</c:v>
                </c:pt>
                <c:pt idx="1">
                  <c:v>8.83</c:v>
                </c:pt>
                <c:pt idx="2">
                  <c:v>8.75</c:v>
                </c:pt>
                <c:pt idx="3">
                  <c:v>8.5</c:v>
                </c:pt>
                <c:pt idx="4">
                  <c:v>8.43</c:v>
                </c:pt>
                <c:pt idx="5">
                  <c:v>7.4</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73</c:v>
                </c:pt>
                <c:pt idx="1">
                  <c:v>10</c:v>
                </c:pt>
                <c:pt idx="2">
                  <c:v>2</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C2626"/>
              </a:solidFill>
              <a:effectLst/>
            </c:spPr>
          </c:dPt>
          <c:dPt>
            <c:idx val="6"/>
            <c:invertIfNegative val="0"/>
            <c:bubble3D val="0"/>
            <c:spPr>
              <a:solidFill>
                <a:srgbClr val="DC2626"/>
              </a:solidFill>
              <a:effectLst/>
            </c:spPr>
          </c:dPt>
          <c:cat>
            <c:multiLvlStrRef>
              <c:f>Sheet1!$A$2:$A$8</c:f>
              <c:multiLvlStrCache>
                <c:ptCount val="7"/>
                <c:lvl>
                  <c:pt idx="0">
                    <c:v>10点</c:v>
                  </c:pt>
                  <c:pt idx="1">
                    <c:v>9点</c:v>
                  </c:pt>
                  <c:pt idx="2">
                    <c:v>8点</c:v>
                  </c:pt>
                  <c:pt idx="3">
                    <c:v>7点</c:v>
                  </c:pt>
                  <c:pt idx="4">
                    <c:v>6点</c:v>
                  </c:pt>
                  <c:pt idx="5">
                    <c:v>4点</c:v>
                  </c:pt>
                  <c:pt idx="6">
                    <c:v>3点</c:v>
                  </c:pt>
                </c:lvl>
              </c:multiLvlStrCache>
            </c:multiLvlStrRef>
          </c:cat>
          <c:val>
            <c:numRef>
              <c:f>Sheet1!$B$2:$B$8</c:f>
              <c:numCache>
                <c:formatCode>General</c:formatCode>
                <c:ptCount val="7"/>
                <c:pt idx="0">
                  <c:v>35</c:v>
                </c:pt>
                <c:pt idx="1">
                  <c:v>12</c:v>
                </c:pt>
                <c:pt idx="2">
                  <c:v>26</c:v>
                </c:pt>
                <c:pt idx="3">
                  <c:v>4</c:v>
                </c:pt>
                <c:pt idx="4">
                  <c:v>6</c:v>
                </c:pt>
                <c:pt idx="5">
                  <c:v>1</c:v>
                </c:pt>
                <c:pt idx="6">
                  <c:v>1</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コンフォートホテル成田</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分析対象期間：2026年3月〜4月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レビュー総数：85件（6サイト）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作成日：2026年4月5日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8.67</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85.9%</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16A34A"/>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2.4%</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85件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成田空港近くのホテルは古いまま以上してるところが多い一方、コンフォート成田は清潔、かつとてもきめ細やかなサービスな...</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朝食サービスが内容、時間共に最高でした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ที่พักอาจจะเก่าไปนิด แต่สะดวกเพราะอยู่ใกล้รถไฟ ใกล้สนามบิ...</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エアコン・空調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The staff at this place were very helpful and friendly</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バスルームの隅々に少し埃や汚れがありました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設備の老朽化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ที่พักอาจจะเก่าไปนิด แต่สะดวกเพราะอยู่ใกล้รถไฟ ใกล้สนามบิ...</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2196F3"/>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2196F3"/>
                </a:solidFill>
                <a:latin typeface="Arial" pitchFamily="34" charset="0"/>
                <a:ea typeface="Arial" pitchFamily="34" charset="-122"/>
                <a:cs typeface="Arial" pitchFamily="34" charset="-120"/>
              </a:rPr>
              <a:t>8.67</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16A34A"/>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85.9%</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16A34A"/>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2.4%</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85件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Trip.com(9.50)が最高スコア。</a:t>
            </a:r>
            <a:endParaRPr lang="en-US" sz="1100" dirty="0"/>
          </a:p>
          <a:p>
            <a:pPr indent="0" marL="0">
              <a:spcAft>
                <a:spcPts val="200"/>
              </a:spcAft>
              <a:buNone/>
            </a:pPr>
            <a:endParaRPr lang="en-US" sz="1100" dirty="0"/>
          </a:p>
          <a:p>
            <a:pPr indent="0" marL="0">
              <a:spcAft>
                <a:spcPts val="200"/>
              </a:spcAft>
              <a:buNone/>
            </a:pPr>
            <a:r>
              <a:rPr lang="en-US" sz="1100" b="1" dirty="0">
                <a:solidFill>
                  <a:srgbClr val="DC2626"/>
                </a:solidFill>
                <a:latin typeface="Arial" pitchFamily="34" charset="0"/>
                <a:ea typeface="Arial" pitchFamily="34" charset="-122"/>
                <a:cs typeface="Arial" pitchFamily="34" charset="-120"/>
              </a:rPr>
              <a:t>改善対象サイト</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Agoda(7.4)が相対的に低い。口コミ返信の強化が急務</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4.42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8.83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4.38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8.75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8.43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7.4</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73件（85.9%）</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10件（11.8%）</a:t>
            </a:r>
            <a:endParaRPr lang="en-US" sz="1100" dirty="0"/>
          </a:p>
        </p:txBody>
      </p:sp>
      <p:sp>
        <p:nvSpPr>
          <p:cNvPr id="13" name="Shape 9"/>
          <p:cNvSpPr/>
          <p:nvPr/>
        </p:nvSpPr>
        <p:spPr>
          <a:xfrm>
            <a:off x="6126480" y="4160520"/>
            <a:ext cx="2651760" cy="502920"/>
          </a:xfrm>
          <a:prstGeom prst="rect">
            <a:avLst/>
          </a:prstGeom>
          <a:solidFill>
            <a:srgbClr val="DCFCE7"/>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2件（2.4%）</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成田空港近くのホテルは古いまま以上してるところが多い一方、コンフォート成田は清潔、かつとてもきめ細やかなサービスな...</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「朝食サービスが内容、時間共に最高でした」</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朝食サービスが内容、時間共に最高でした</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「朝食で「これは…」と少し思った出来事があり近くのスタッフさんにお伝えしたところ、大変丁寧に対応してくださいました」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ที่พักอาจจะเก่าไปนิด แต่สะดวกเพราะอยู่ใกล้รถไฟ ใกล้สนามบิ...</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「成田空港近くのホテルは古いまま以上してるところが多い一方、コンフォート成田は清潔、かつとてもきめ細やかなサービスな...」</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客室は広々としていて、とても快適でした</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「福岡で泊まったホテルよりも断然快適でした」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成田空港近くのホテルは古いまま以上してるところが多い一方、コンフォート成田は清潔、かつとてもきめ細やかなサービスな...</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「また他の部屋の掃除をしているスタッフさんが全員必ず「おはようございます」と挨拶をして下さり、とにかく全体的に接客面...」</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6件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コストパフォーマンス</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料金もお手頃</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  無料の朝食サービスもあり、種類はシンプルながら満足度は高く、コストパフォーマンスの良さを感じました」</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The staff at this place were very helpful and friendly</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バスルームの隅々に少し埃や汚れがありました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8件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ที่พักอาจจะเก่าไปนิด แต่สะดวกเพราะอยู่ใกล้รถไฟ ใกล้สนามบิ...</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It also overlooks a small part of the city</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スタッフの皆さんが、明るく、丁寧にもてなしてくださり、朝食も素晴らしく、安心して滞在できました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清掃不備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バスルームの隅々に少し埃や汚れがありました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空調電源を切ってるのに 奥でずっと音がしていて寝れない 朝ごはんは美味しい 駅の近くで立地は良いです 空調電源を切...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清掃品質の向上</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清掃チェックリストの見直しと強化（ベッド下・隅の重点確認）</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清掃後のダブルチェック体制の導入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清掃スタッフへの再研修実施</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ゲストコミュニケーションの強化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チェックイン時の挨拶・案内の標準化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チェックアウト時の簡易アンケート実施</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リピーターへの感謝メッセージの導入</a:t>
            </a:r>
            <a:endParaRPr lang="en-US" sz="900" dirty="0"/>
          </a:p>
        </p:txBody>
      </p:sp>
      <p:sp>
        <p:nvSpPr>
          <p:cNvPr id="18" name="Shape 16"/>
          <p:cNvSpPr/>
          <p:nvPr/>
        </p:nvSpPr>
        <p:spPr>
          <a:xfrm>
            <a:off x="0" y="4800600"/>
            <a:ext cx="9144000" cy="342900"/>
          </a:xfrm>
          <a:prstGeom prst="rect">
            <a:avLst/>
          </a:prstGeom>
          <a:solidFill>
            <a:srgbClr val="1A2744"/>
          </a:solidFill>
          <a:ln/>
        </p:spPr>
      </p:sp>
      <p:sp>
        <p:nvSpPr>
          <p:cNvPr id="19" name="Text 1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0" name="Text 1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8.67点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9.0点以上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85.9%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91%以上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2.4%</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0%以下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Agoda平均評価</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8.4点以上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エアコン・空調クレーム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約12件/期間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6件以下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6" name="Shape 3"/>
          <p:cNvSpPr/>
          <p:nvPr/>
        </p:nvSpPr>
        <p:spPr>
          <a:xfrm>
            <a:off x="457200" y="342900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429000"/>
            <a:ext cx="54864" cy="640080"/>
          </a:xfrm>
          <a:prstGeom prst="rect">
            <a:avLst/>
          </a:prstGeom>
          <a:solidFill>
            <a:srgbClr val="3B7DD8"/>
          </a:solidFill>
          <a:ln/>
        </p:spPr>
      </p:sp>
      <p:sp>
        <p:nvSpPr>
          <p:cNvPr id="8" name="Text 5"/>
          <p:cNvSpPr/>
          <p:nvPr/>
        </p:nvSpPr>
        <p:spPr>
          <a:xfrm>
            <a:off x="640080" y="342900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コンフォートホテル成田 口コミ分析改善レポート</dc:title>
  <dc:subject>PptxGenJS Presentation</dc:subject>
  <dc:creator>Hotel Consulting</dc:creator>
  <cp:lastModifiedBy>Hotel Consulting</cp:lastModifiedBy>
  <cp:revision>1</cp:revision>
  <dcterms:created xsi:type="dcterms:W3CDTF">2026-04-05T10:02:49Z</dcterms:created>
  <dcterms:modified xsi:type="dcterms:W3CDTF">2026-04-05T10:02:49Z</dcterms:modified>
</cp:coreProperties>
</file>