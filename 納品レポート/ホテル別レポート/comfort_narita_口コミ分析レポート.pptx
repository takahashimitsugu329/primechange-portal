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コンフォートホテル成田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8.50点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79.6%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2.9%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137件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コンフォートホテル成田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9.53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9.53/10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4.52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9.05/10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8.36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8.36/10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4.17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8.35/10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4.00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6.78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6.78/10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54件 (39.4%)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18件 (13.1%)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37件 (27.0%)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8件 (5.8%)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15件 (10.9%)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1件 (0.7%)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3件 (2.2%)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3点: 1件 (0.7%)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