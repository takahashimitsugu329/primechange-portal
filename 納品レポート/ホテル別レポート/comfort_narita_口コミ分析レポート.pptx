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楽天トラベル</c:v>
                  </c:pt>
                  <c:pt idx="4">
                    <c:v>じゃらん</c:v>
                  </c:pt>
                  <c:pt idx="5">
                    <c:v>Agoda</c:v>
                  </c:pt>
                </c:lvl>
              </c:multiLvlStrCache>
            </c:multiLvlStrRef>
          </c:cat>
          <c:val>
            <c:numRef>
              <c:f>Sheet1!$B$2:$B$7</c:f>
              <c:numCache>
                <c:formatCode>General</c:formatCode>
                <c:ptCount val="6"/>
                <c:pt idx="0">
                  <c:v>9.53</c:v>
                </c:pt>
                <c:pt idx="1">
                  <c:v>9</c:v>
                </c:pt>
                <c:pt idx="2">
                  <c:v>8.44</c:v>
                </c:pt>
                <c:pt idx="3">
                  <c:v>8.19</c:v>
                </c:pt>
                <c:pt idx="4">
                  <c:v>8.18</c:v>
                </c:pt>
                <c:pt idx="5">
                  <c:v>6.78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106</c:v>
                </c:pt>
                <c:pt idx="1">
                  <c:v>24</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54</c:v>
                </c:pt>
                <c:pt idx="1">
                  <c:v>17</c:v>
                </c:pt>
                <c:pt idx="2">
                  <c:v>35</c:v>
                </c:pt>
                <c:pt idx="3">
                  <c:v>8</c:v>
                </c:pt>
                <c:pt idx="4">
                  <c:v>15</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空調電源を切ってるのに 奥でずっと音がしていて寝れない 朝ごはんは美味しい 駅の近くで立地は良いです 空調電源を切...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staff were very friendly There was no way to control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空調電源を切ってるのに 奥でずっと音がしていて寝れない 朝ごはんは美味しい 駅の近くで立地は良いです 空調電源を切...</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空調電源を切ってるのに 奥でずっと音がしていて寝れない 朝ごはんは美味しい 駅の近くで立地は良いです 空調電源を切...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staff, Too small, bathroom entr...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臭い・匂い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部屋の方はリニューアル後の為、綺麗でタバコの臭いもなく広さも充分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79.1%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106件（79.1%）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24件（17.9%）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4件（3.0%）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breakfast was very good with excellent coffee」</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staff were very friendly There was no way to control ...</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「またフロントに然り、朝食会場に然り、ホテルマンの方々が、本当に働いているなというくらい、挨拶と動きが良いです」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「Location None なし」</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It is very conveniently located near the Keisei train sta...</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「室内、アメニティ含めて問題ない」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It is very conveniently located near the Keisei train sta...</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「駅から近く、室内もきれいでした」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Overall, this hotel offers excellent value for money</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「お手頃価格で、フレンドリーなホテルです」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風呂が少し古い感じだった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2026-03-24T01:12:43Z</dcterms:created>
  <dcterms:modified xsi:type="dcterms:W3CDTF">2026-03-24T01:12:43Z</dcterms:modified>
</cp:coreProperties>
</file>