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Google</c:v>
                  </c:pt>
                  <c:pt idx="3">
                    <c:v>じゃらん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</c:v>
                </c:pt>
                <c:pt idx="1">
                  <c:v>8.83</c:v>
                </c:pt>
                <c:pt idx="2">
                  <c:v>8.55</c:v>
                </c:pt>
                <c:pt idx="3">
                  <c:v>8.5</c:v>
                </c:pt>
                <c:pt idx="4">
                  <c:v>8.37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</c:v>
                </c:pt>
                <c:pt idx="1">
                  <c:v>10</c:v>
                </c:pt>
                <c:pt idx="2">
                  <c:v>23</c:v>
                </c:pt>
                <c:pt idx="3">
                  <c:v>4</c:v>
                </c:pt>
                <c:pt idx="4">
                  <c:v>6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8.56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61件（83.6%）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10件（13.7%）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8.56点 → 目標 9.06点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83.6% → 目標 88.6%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2.7% → 目標 0.7%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コンフォートホテル成田は全体平均8.56点（10pt換算）、高評価率83.6%を達成しています。本レポートで示した改善施策を段階的に実施することで、さらなる顧客満足度向上が期待できます。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