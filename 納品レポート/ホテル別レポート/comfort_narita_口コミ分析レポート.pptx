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楽天トラベル</c:v>
                  </c:pt>
                  <c:pt idx="4">
                    <c:v>じゃらん</c:v>
                  </c:pt>
                  <c:pt idx="5">
                    <c:v>Agoda</c:v>
                  </c:pt>
                </c:lvl>
              </c:multiLvlStrCache>
            </c:multiLvlStrRef>
          </c:cat>
          <c:val>
            <c:numRef>
              <c:f>Sheet1!$B$2:$B$7</c:f>
              <c:numCache>
                <c:formatCode>General</c:formatCode>
                <c:ptCount val="6"/>
                <c:pt idx="0">
                  <c:v>9.53</c:v>
                </c:pt>
                <c:pt idx="1">
                  <c:v>9.05</c:v>
                </c:pt>
                <c:pt idx="2">
                  <c:v>8.36</c:v>
                </c:pt>
                <c:pt idx="3">
                  <c:v>8.35</c:v>
                </c:pt>
                <c:pt idx="4">
                  <c:v>8</c:v>
                </c:pt>
                <c:pt idx="5">
                  <c:v>6.78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109</c:v>
                </c:pt>
                <c:pt idx="1">
                  <c:v>24</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54</c:v>
                </c:pt>
                <c:pt idx="1">
                  <c:v>18</c:v>
                </c:pt>
                <c:pt idx="2">
                  <c:v>37</c:v>
                </c:pt>
                <c:pt idx="3">
                  <c:v>8</c:v>
                </c:pt>
                <c:pt idx="4">
                  <c:v>15</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朝食もまあまあ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スタッフは親切で、チェックインも手伝ってくれました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立地が良い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空調電源を切ってるのに 奥でずっと音がしていて寝れない 朝ごはんは美味しい 駅の近くで立地は良いです 空調電源を切...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ただ、トイレが狭すぎて少し使いづらいのが難点です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臭い・匂い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部屋の方はリニューアル後の為、綺麗でタバコの臭いもなく広さも充分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79.6%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109件（79.6%）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24件（17.5%）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4件（2.9%）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朝食もまあまあ</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スタッフは親切で、チェックインも手伝ってくれました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「受付のお姉さんがとても親切に接してくださり、旅の疲れがとれました」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立地が良い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「京成成田駅から徒歩2分ほど、JR成田駅からも徒歩圏内とアクセスが非常に良く、成田空港への移動にも便利な立地です」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設備は充実していましたが、部屋が少し狭く、大きな荷物を置くスペースがありませんでした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「設備は少し古いですが、とても清潔で快適です」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客室はコンパクトながら清潔感があり、全室禁煙で快適に過ごせました」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「Overall, this hotel offers excellent value for money」</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ただ、トイレが狭すぎて少し使いづらいのが難点です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2026-03-29T07:52:10Z</dcterms:created>
  <dcterms:modified xsi:type="dcterms:W3CDTF">2026-03-29T07:52:10Z</dcterms:modified>
</cp:coreProperties>
</file>