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9.5</c:v>
                </c:pt>
                <c:pt idx="1">
                  <c:v>8.83</c:v>
                </c:pt>
                <c:pt idx="2">
                  <c:v>8.75</c:v>
                </c:pt>
                <c:pt idx="3">
                  <c:v>8.5</c:v>
                </c:pt>
                <c:pt idx="4">
                  <c:v>8.43</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73</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35</c:v>
                </c:pt>
                <c:pt idx="1">
                  <c:v>12</c:v>
                </c:pt>
                <c:pt idx="2">
                  <c:v>26</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成田空港近くのホテルは古いまま以上してるところが多い一方、コンフォート成田は清潔、かつとてもきめ細やかなサービスな...</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朝食サービスが内容、時間共に最高でした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ที่พักอาจจะเก่าไปนิด แต่สะดวกเพราะอยู่ใกล้รถไฟ ใกล้สนามบิ...</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at this place were very helpful and friendly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ที่พักอาจจะเก่าไปนิด แต่สะดวกเพราะอยู่ใกล้รถไฟ ใกล้สนามบิ...</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73件（85.9%）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10件（11.8%）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「朝食サービスが内容、時間共に最高でした」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朝食サービスが内容、時間共に最高でした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ที่พักอาจจะเก่าไปนิด แต่สะดวกเพราะอยู่ใกล้รถไฟ ใกล้สนามบิ...</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客室は広々としていて、とても快適でした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「福岡で泊まったホテルよりも断然快適でした」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staff at this place were very helpful and friendly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ที่พักอาจจะเก่าไปนิด แต่สะดวกเพราะอยู่ใกล้รถไฟ ใกล้สนามบิ...</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also overlooks a small part of the city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2026-04-04T23:43:28Z</dcterms:created>
  <dcterms:modified xsi:type="dcterms:W3CDTF">2026-04-04T23:43:28Z</dcterms:modified>
</cp:coreProperties>
</file>