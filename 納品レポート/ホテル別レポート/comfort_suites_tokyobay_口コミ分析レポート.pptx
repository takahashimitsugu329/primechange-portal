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じゃらん</c:v>
                  </c:pt>
                  <c:pt idx="5">
                    <c:v>Booking.com</c:v>
                  </c:pt>
                </c:lvl>
              </c:multiLvlStrCache>
            </c:multiLvlStrRef>
          </c:cat>
          <c:val>
            <c:numRef>
              <c:f>Sheet1!$B$2:$B$7</c:f>
              <c:numCache>
                <c:formatCode>General</c:formatCode>
                <c:ptCount val="6"/>
                <c:pt idx="0">
                  <c:v>9.62</c:v>
                </c:pt>
                <c:pt idx="1">
                  <c:v>9.5</c:v>
                </c:pt>
                <c:pt idx="2">
                  <c:v>9.25</c:v>
                </c:pt>
                <c:pt idx="3">
                  <c:v>9.22</c:v>
                </c:pt>
                <c:pt idx="4">
                  <c:v>9.16</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139</c:v>
                </c:pt>
                <c:pt idx="1">
                  <c:v>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15</c:v>
                </c:pt>
                <c:pt idx="2">
                  <c:v>41</c:v>
                </c:pt>
                <c:pt idx="3">
                  <c:v>2</c:v>
                </c:pt>
                <c:pt idx="4">
                  <c:v>1</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朝食は大人も子どもも大満足で種類豊富で、食べるのが楽しかったです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とても広々したお部屋、お風呂もトイレと別れており快適でした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清潔感もあり、コンセントもいくつもあったので、スマホやモバイルバッテリー、子どものカメラなど複数充電できました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とても広々したお部屋、お風呂もトイレと別れており快適でした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本当はもっと沢山食べたかったけれど朝なのであまりお腹に入らず残念でした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Trip.com(9.62)が最高スコア。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139件（97.2%）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朝食は大人も子どもも大満足で種類豊富で、食べるのが楽しかったです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とても広々したお部屋、お風呂もトイレと別れており快適でした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「ベッドも広く添い寝でものびのび寝れたし、お風呂、洗面所、トイレも別になっているので、自宅のように～自宅以上に快適に...」</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清潔感もあり、コンセントもいくつもあったので、スマホやモバイルバッテリー、子どものカメラなど複数充電できました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「部屋が綺麗で広い お風呂とトイレが別でよかった ウェルカムドリンクがあってよかった 部屋が綺麗で広い お風呂とトイ...」</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「（もちろんAI対応でもありがたいです」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部屋は広く電子レンジもあるため、とても便利でした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とても広々したお部屋、お風呂もトイレと別れており快適でした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本当はもっと沢山食べたかったけれど朝なのであまりお腹に入らず残念でした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97.2%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2026-03-25T22:27:25Z</dcterms:created>
  <dcterms:modified xsi:type="dcterms:W3CDTF">2026-03-25T22:27:25Z</dcterms:modified>
</cp:coreProperties>
</file>