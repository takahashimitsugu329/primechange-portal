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</c:v>
                </c:pt>
                <c:pt idx="1">
                  <c:v>9.5</c:v>
                </c:pt>
                <c:pt idx="2">
                  <c:v>9.25</c:v>
                </c:pt>
                <c:pt idx="3">
                  <c:v>9.21</c:v>
                </c:pt>
                <c:pt idx="4">
                  <c:v>9.19</c:v>
                </c:pt>
                <c:pt idx="5">
                  <c:v>8.85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16</c:v>
                </c:pt>
                <c:pt idx="2">
                  <c:v>40</c:v>
                </c:pt>
                <c:pt idx="3">
                  <c:v>2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97.2%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139件（97.2%）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9.22点 → 目標 9.72点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97.2%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0.7%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コンフォートスイーツ東京ベイは全体平均9.22点（10pt換算）、高評価率97.2%を達成しています。本レポートで示した改善施策を段階的に実施することで、さらなる顧客満足度向上が期待できます。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