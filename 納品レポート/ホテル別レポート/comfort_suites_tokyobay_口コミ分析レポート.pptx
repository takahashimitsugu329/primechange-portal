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Agoda</c:v>
                  </c:pt>
                  <c:pt idx="3">
                    <c:v>Trip.com</c:v>
                  </c:pt>
                  <c:pt idx="4">
                    <c:v>Booking.com</c:v>
                  </c:pt>
                  <c:pt idx="5">
                    <c:v>じゃらん</c:v>
                  </c:pt>
                </c:lvl>
              </c:multiLvlStrCache>
            </c:multiLvlStrRef>
          </c:cat>
          <c:val>
            <c:numRef>
              <c:f>Sheet1!$B$2:$B$7</c:f>
              <c:numCache>
                <c:formatCode>General</c:formatCode>
                <c:ptCount val="6"/>
                <c:pt idx="0">
                  <c:v>9.33</c:v>
                </c:pt>
                <c:pt idx="1">
                  <c:v>9.33</c:v>
                </c:pt>
                <c:pt idx="2">
                  <c:v>9.25</c:v>
                </c:pt>
                <c:pt idx="3">
                  <c:v>9.21</c:v>
                </c:pt>
                <c:pt idx="4">
                  <c:v>8.65</c:v>
                </c:pt>
                <c:pt idx="5">
                  <c:v>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85</c:v>
                </c:pt>
                <c:pt idx="1">
                  <c:v>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49</c:v>
                </c:pt>
                <c:pt idx="1">
                  <c:v>10</c:v>
                </c:pt>
                <c:pt idx="2">
                  <c:v>26</c:v>
                </c:pt>
                <c:pt idx="3">
                  <c:v>2</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朝食が美味しいと口コミにあったので、期待しておりましたが、なんだかイマイチです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フロントのスタッフの方達の接客も明るく親切でとても印象がよかったですし、お部屋もキレイで広くて、快適に過ごせました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無料の送迎バスがあって便利でした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無料の送迎バスがあって便利でした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Lawsons onsite - great for after Disney snack 😝 Easy to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じゃらん(8.5)が相対的に低い。口コミ返信の強化が急務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85件（94.4%）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3件（3.3%）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朝食が美味しいと口コミにあったので、期待しておりましたが、なんだかイマイチです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「朝食もスイーツバイキングで、品数も多く、子供の喜ぶ物も多くて大変満足でした」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「スタッフの対応もよく、大変満足してます」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無料の送迎バスがあって便利でした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「立地的にも車で２０分も掛からない場所にあり、スタッフの方々対応も良く、気持ち良く利用させていただく事が出来ました」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「ディズニーリゾートを満喫するために利用させて頂きました☺️ 清潔感があり、パズル調のかわいいお部屋で大満足です」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ホテル内にレストランもなく、夕食困り、隣のホテルのレストランを利用しました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「ローソンもついているので、ありがたかったです」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無料の送迎バスがあって便利でした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Lawsons onsite - great for after Disney snack 😝 Easy to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朝食もスイーツバイキングで、品数も多く、子供の喜ぶ物も多くて大変満足でした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フロントのスタッフの方達の接客も明るく親切でとても印象がよかったですし、お部屋もキレイで広くて、快適に過ごせました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約34件/期間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2026-04-06T04:03:18Z</dcterms:created>
  <dcterms:modified xsi:type="dcterms:W3CDTF">2026-04-06T04:03:18Z</dcterms:modified>
</cp:coreProperties>
</file>