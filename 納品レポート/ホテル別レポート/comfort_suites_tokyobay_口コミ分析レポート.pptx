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9.47</c:v>
                </c:pt>
                <c:pt idx="1">
                  <c:v>9.41</c:v>
                </c:pt>
                <c:pt idx="2">
                  <c:v>9.4</c:v>
                </c:pt>
                <c:pt idx="3">
                  <c:v>9.25</c:v>
                </c:pt>
                <c:pt idx="4">
                  <c:v>9.22</c:v>
                </c:pt>
                <c:pt idx="5">
                  <c:v>8.76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16</c:v>
                </c:pt>
                <c:pt idx="2">
                  <c:v>38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137件（95.8%）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9.20点 → 目標 9.70点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95.8%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コンフォートスイーツ東京ベイは全体平均9.20点（10pt換算）、高評価率95.8%を達成しています。本レポートで示した改善施策を段階的に実施することで、さらなる顧客満足度向上が期待できます。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