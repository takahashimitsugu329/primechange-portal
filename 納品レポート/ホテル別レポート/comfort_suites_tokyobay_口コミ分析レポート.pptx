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Agoda</c:v>
                  </c:pt>
                  <c:pt idx="1">
                    <c:v>Trip.com</c:v>
                  </c:pt>
                  <c:pt idx="2">
                    <c:v>楽天トラベル</c:v>
                  </c:pt>
                  <c:pt idx="3">
                    <c:v>じゃらん</c:v>
                  </c:pt>
                  <c:pt idx="4">
                    <c:v>Google</c:v>
                  </c:pt>
                  <c:pt idx="5">
                    <c:v>Booking.com</c:v>
                  </c:pt>
                </c:lvl>
              </c:multiLvlStrCache>
            </c:multiLvlStrRef>
          </c:cat>
          <c:val>
            <c:numRef>
              <c:f>Sheet1!$B$2:$B$7</c:f>
              <c:numCache>
                <c:formatCode>General</c:formatCode>
                <c:ptCount val="6"/>
                <c:pt idx="0">
                  <c:v>9.4</c:v>
                </c:pt>
                <c:pt idx="1">
                  <c:v>9.33</c:v>
                </c:pt>
                <c:pt idx="2">
                  <c:v>9.28</c:v>
                </c:pt>
                <c:pt idx="3">
                  <c:v>9.26</c:v>
                </c:pt>
                <c:pt idx="4">
                  <c:v>8.83</c:v>
                </c:pt>
                <c:pt idx="5">
                  <c:v>8.71</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129</c:v>
                </c:pt>
                <c:pt idx="1">
                  <c:v>9</c:v>
                </c:pt>
                <c:pt idx="2">
                  <c:v>1</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C2626"/>
              </a:solidFill>
              <a:effectLst/>
            </c:spPr>
          </c:dPt>
          <c:cat>
            <c:multiLvlStrRef>
              <c:f>Sheet1!$A$2:$A$7</c:f>
              <c:multiLvlStrCache>
                <c:ptCount val="6"/>
                <c:lvl>
                  <c:pt idx="0">
                    <c:v>10点</c:v>
                  </c:pt>
                  <c:pt idx="1">
                    <c:v>9点</c:v>
                  </c:pt>
                  <c:pt idx="2">
                    <c:v>8点</c:v>
                  </c:pt>
                  <c:pt idx="3">
                    <c:v>7点</c:v>
                  </c:pt>
                  <c:pt idx="4">
                    <c:v>6点</c:v>
                  </c:pt>
                  <c:pt idx="5">
                    <c:v>4点</c:v>
                  </c:pt>
                </c:lvl>
              </c:multiLvlStrCache>
            </c:multiLvlStrRef>
          </c:cat>
          <c:val>
            <c:numRef>
              <c:f>Sheet1!$B$2:$B$7</c:f>
              <c:numCache>
                <c:formatCode>General</c:formatCode>
                <c:ptCount val="6"/>
                <c:pt idx="0">
                  <c:v>85</c:v>
                </c:pt>
                <c:pt idx="1">
                  <c:v>11</c:v>
                </c:pt>
                <c:pt idx="2">
                  <c:v>33</c:v>
                </c:pt>
                <c:pt idx="3">
                  <c:v>4</c:v>
                </c:pt>
                <c:pt idx="4">
                  <c:v>5</c:v>
                </c:pt>
                <c:pt idx="5">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コンフォートスイーツ東京ベイ</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レビュー総数：139件（6サイト）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作成日：2026年3月20日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9.17</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92.8%</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0.7%</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139件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小学6年生まで添寝が無料なうえ、朝食ビュッフェ付きでとても良かったです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とっても綺麗なホテルで、宝探し</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今回連泊で利用させていただきましたが、毎日ベッドメイキングをしてくださり、とても気持ちよく利用できました</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To Narita Airport need 2900 yen/person Need to walk to Hy...</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ディズニーまでのバスの本数が少ないのと、最終時間が早いのが残念</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朝食の改善要望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朝食はそれなりの品数で美味しかったし。ドリンクサービスあり　コンビニ併設。駐車場あり。1泊1500円。ディズニーに...</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7AE6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7AE60"/>
                </a:solidFill>
                <a:latin typeface="Arial" pitchFamily="34" charset="0"/>
                <a:ea typeface="Arial" pitchFamily="34" charset="-122"/>
                <a:cs typeface="Arial" pitchFamily="34" charset="-120"/>
              </a:rPr>
              <a:t>9.17</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92.8%</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0.7%</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139件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Agoda(9.40)が最高スコア。</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4.42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8.83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8.71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8.71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129件（92.8%）</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9件（6.5%）</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1件（0.7%）</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小学6年生まで添寝が無料なうえ、朝食ビュッフェ付きでとても良かったです</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「朝食も必要ないし、寝るだけなので、安く泊まれて良かったです」</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とっても綺麗なホテルで、宝探し</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「お部屋も綺麗で親切な対応をしていただいたのでとても良かったです」</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今回連泊で利用させていただきましたが、毎日ベッドメイキングをしてくださり、とても気持ちよく利用できました</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「』と声が出てしまう程広く、ベッドもとても大きくて広い」</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みたいな事をやってたみたいで、部屋で隠されてるカードを探してフロントに持って行ったら、お菓子もらえた</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「お部屋も綺麗で親切な対応をしていただいたのでとても良かったです」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バス乗り場はハイアットリージェンシーまで徒歩約3分です</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「ディズニーリゾートも近いし駐車場もあるため使いやすい、コスパいいんじゃないかな」</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お部屋が可愛く、ちょっとした仕掛けもあって、楽しかったです⭐︎ ローソンがホテルにあるので便利でした</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「ドリンクサービスあり　コンビニ併設」</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To Narita Airport need 2900 yen/person Need to walk to Hy...</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ディズニーまでのバスの本数が少ないのと、最終時間が早いのが残念</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8件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朝食はそれなりの品数で美味しかったし。ドリンクサービスあり　コンビニ併設。駐車場あり。1泊1500円。ディズニーに...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小さいキッズスペースがあったり、ウェルカムドリンクをゆっくり飲めるスペースがあったりととても過ごしやすかったです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All facilities are excellent, free coffee downstairs and ...</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小さな子連れが多いホテルな印象でしたが廊下や隣の部屋から声や音が聞こえてくる事もなく快適に過ごすことができました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お風呂も綺麗で明るく子どもと一緒に入ってもリフレッシュできました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18" name="Shape 16"/>
          <p:cNvSpPr/>
          <p:nvPr/>
        </p:nvSpPr>
        <p:spPr>
          <a:xfrm>
            <a:off x="0" y="4800600"/>
            <a:ext cx="9144000" cy="342900"/>
          </a:xfrm>
          <a:prstGeom prst="rect">
            <a:avLst/>
          </a:prstGeom>
          <a:solidFill>
            <a:srgbClr val="1A2744"/>
          </a:solidFill>
          <a:ln/>
        </p:spPr>
      </p:sp>
      <p:sp>
        <p:nvSpPr>
          <p:cNvPr id="19" name="Text 1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0" name="Text 1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客室設備のアップグレード</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内装の定期的なリフレッシュ計画の策定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照明・電源周りの設備更新</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快適性向上のための設備投資計画の立案</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9.17点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9.4点以上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92.8%</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95%以上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0.7%</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0%維持</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約47件/期間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23件以下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Shape 3"/>
          <p:cNvSpPr/>
          <p:nvPr/>
        </p:nvSpPr>
        <p:spPr>
          <a:xfrm>
            <a:off x="457200" y="310896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108960"/>
            <a:ext cx="54864" cy="640080"/>
          </a:xfrm>
          <a:prstGeom prst="rect">
            <a:avLst/>
          </a:prstGeom>
          <a:solidFill>
            <a:srgbClr val="3B7DD8"/>
          </a:solidFill>
          <a:ln/>
        </p:spPr>
      </p:sp>
      <p:sp>
        <p:nvSpPr>
          <p:cNvPr id="8" name="Text 5"/>
          <p:cNvSpPr/>
          <p:nvPr/>
        </p:nvSpPr>
        <p:spPr>
          <a:xfrm>
            <a:off x="640080" y="310896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コンフォートスイーツ東京ベイ 口コミ分析改善レポート</dc:title>
  <dc:subject>PptxGenJS Presentation</dc:subject>
  <dc:creator>Hotel Consulting</dc:creator>
  <cp:lastModifiedBy>Hotel Consulting</cp:lastModifiedBy>
  <cp:revision>1</cp:revision>
  <dcterms:created xsi:type="dcterms:W3CDTF">2026-03-19T23:27:40Z</dcterms:created>
  <dcterms:modified xsi:type="dcterms:W3CDTF">2026-03-19T23:27:40Z</dcterms:modified>
</cp:coreProperties>
</file>