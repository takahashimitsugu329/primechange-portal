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9.47</c:v>
                </c:pt>
                <c:pt idx="1">
                  <c:v>9.41</c:v>
                </c:pt>
                <c:pt idx="2">
                  <c:v>9.4</c:v>
                </c:pt>
                <c:pt idx="3">
                  <c:v>9.25</c:v>
                </c:pt>
                <c:pt idx="4">
                  <c:v>9.22</c:v>
                </c:pt>
                <c:pt idx="5">
                  <c:v>8.76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</c:v>
                </c:pt>
                <c:pt idx="1">
                  <c:v>16</c:v>
                </c:pt>
                <c:pt idx="2">
                  <c:v>38</c:v>
                </c:pt>
                <c:pt idx="3">
                  <c:v>3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137件（95.8%）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1件（0.7%）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137件）の分析から、主要な強みテーマを抽出しています。立地・アクセス、客室清潔感、スタッフ対応が高評価の中心的テーマです。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9.20点 → 目標 9.70点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95.8% → 目標 100.0%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0.7%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コンフォートスイーツ東京ベイは全体平均9.20点（10pt換算）、高評価率95.8%を達成しています。本レポートで示した改善施策を段階的に実施することで、さらなる顧客満足度向上が期待できます。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コンフォートスイーツ東京ベイ 口コミ分析レポート</dc:title>
  <dc:subject>PptxGenJS Presentation</dc:subject>
  <dc:creator>PptxGenJS</dc:creator>
  <cp:lastModifiedBy>PptxGenJS</cp:lastModifiedBy>
  <cp:revision>1</cp:revision>
  <dcterms:created xsi:type="dcterms:W3CDTF">2026-03-30T05:25:33Z</dcterms:created>
  <dcterms:modified xsi:type="dcterms:W3CDTF">2026-03-30T05:25:33Z</dcterms:modified>
</cp:coreProperties>
</file>