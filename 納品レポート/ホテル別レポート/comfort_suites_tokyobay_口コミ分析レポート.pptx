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楽天トラベル</c:v>
                  </c:pt>
                  <c:pt idx="3">
                    <c:v>Agoda</c:v>
                  </c:pt>
                  <c:pt idx="4">
                    <c:v>Booking.com</c:v>
                  </c:pt>
                  <c:pt idx="5">
                    <c:v>じゃらん</c:v>
                  </c:pt>
                </c:lvl>
              </c:multiLvlStrCache>
            </c:multiLvlStrRef>
          </c:cat>
          <c:val>
            <c:numRef>
              <c:f>Sheet1!$B$2:$B$7</c:f>
              <c:numCache>
                <c:formatCode>General</c:formatCode>
                <c:ptCount val="6"/>
                <c:pt idx="0">
                  <c:v>9.42</c:v>
                </c:pt>
                <c:pt idx="1">
                  <c:v>9.33</c:v>
                </c:pt>
                <c:pt idx="2">
                  <c:v>9.29</c:v>
                </c:pt>
                <c:pt idx="3">
                  <c:v>9.25</c:v>
                </c:pt>
                <c:pt idx="4">
                  <c:v>8.65</c:v>
                </c:pt>
                <c:pt idx="5">
                  <c:v>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82</c:v>
                </c:pt>
                <c:pt idx="1">
                  <c:v>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47</c:v>
                </c:pt>
                <c:pt idx="1">
                  <c:v>9</c:v>
                </c:pt>
                <c:pt idx="2">
                  <c:v>26</c:v>
                </c:pt>
                <c:pt idx="3">
                  <c:v>1</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95.3%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朝食ビュッフェも種類は物凄い多いわけではないですが、大人も子供も満足です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無料の送迎バスがあって便利でした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立地的にも車で２０分も掛からない場所にあり、スタッフの方々対応も良く、気持ち良く利用させていただく事が出来ました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無料の送迎バスがあって便利でした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Lawsons onsite - great for after Disney snack 😝 Easy to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95.3%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Trip.com(9.42)が最高スコア。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じゃらん(8.5)が相対的に低い。口コミ返信の強化が急務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82件（95.3%）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2件（2.3%）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朝食ビュッフェも種類は物凄い多いわけではないですが、大人も子供も満足です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「朝食もバイキング形式になっており、子供たちも好きなものを食べて嬉しそうでした」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無料の送迎バスがあって便利でした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「立地的にも車で２０分も掛からない場所にあり、スタッフの方々対応も良く、気持ち良く利用させていただく事が出来ました」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立地的にも車で２０分も掛からない場所にあり、スタッフの方々対応も良く、気持ち良く利用させていただく事が出来ました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「無料送迎バス1本でディズニーに行けるので、とても便利でした♡ お部屋の壁のパズルのところに、隠されたカードがあって...」</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色々なアメニティグッズがあって少ない荷物で宿泊することができました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「とっても広くて快適なお部屋でした」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ディズニーリゾートを満喫するために利用させて頂きました☺️ 清潔感があり、パズル調のかわいいお部屋で大満足です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「ホテルは綺麗でローソンが入っているのでとても便利でした」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ローソンもついているので、ありがたかったです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無料の送迎バスがあって便利でした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Lawsons onsite - great for after Disney snack 😝 Easy to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豊富な朝食メニューも楽しめました。ただ、印刷などのビジネス設備がなかったのは少し残念でした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95.3%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約32件/期間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2026-04-05T10:02:49Z</dcterms:created>
  <dcterms:modified xsi:type="dcterms:W3CDTF">2026-04-05T10:02:49Z</dcterms:modified>
</cp:coreProperties>
</file>