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分析対象期間：2026-02-15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13966"/>
            <a:ext cx="1188720" cy="210083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9392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1920240"/>
            <a:ext cx="1188720" cy="21945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000250"/>
            <a:ext cx="1188720" cy="211455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6802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09394"/>
            <a:ext cx="1188720" cy="210540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68935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1943100"/>
            <a:ext cx="1188720" cy="21717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6230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114550"/>
            <a:ext cx="1188720" cy="200025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7945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全体平均評価：9.18点 / 高評価率：96.6% / 低評価率：0.7%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2026-03-28T22:02:39Z</dcterms:created>
  <dcterms:modified xsi:type="dcterms:W3CDTF">2026-03-28T22:02:39Z</dcterms:modified>
</cp:coreProperties>
</file>