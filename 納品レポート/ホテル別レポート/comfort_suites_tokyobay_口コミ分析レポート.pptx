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Agoda</c:v>
                  </c:pt>
                  <c:pt idx="1">
                    <c:v>Trip.com</c:v>
                  </c:pt>
                  <c:pt idx="2">
                    <c:v>楽天トラベル</c:v>
                  </c:pt>
                  <c:pt idx="3">
                    <c:v>じゃらん</c:v>
                  </c:pt>
                  <c:pt idx="4">
                    <c:v>Google</c:v>
                  </c:pt>
                  <c:pt idx="5">
                    <c:v>Booking.com</c:v>
                  </c:pt>
                </c:lvl>
              </c:multiLvlStrCache>
            </c:multiLvlStrRef>
          </c:cat>
          <c:val>
            <c:numRef>
              <c:f>Sheet1!$B$2:$B$7</c:f>
              <c:numCache>
                <c:formatCode>General</c:formatCode>
                <c:ptCount val="6"/>
                <c:pt idx="0">
                  <c:v>9.4</c:v>
                </c:pt>
                <c:pt idx="1">
                  <c:v>9.38</c:v>
                </c:pt>
                <c:pt idx="2">
                  <c:v>9.32</c:v>
                </c:pt>
                <c:pt idx="3">
                  <c:v>9.29</c:v>
                </c:pt>
                <c:pt idx="4">
                  <c:v>9.09</c:v>
                </c:pt>
                <c:pt idx="5">
                  <c:v>8.75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132</c:v>
                </c:pt>
                <c:pt idx="1">
                  <c:v>7</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4点</c:v>
                  </c:pt>
                </c:lvl>
              </c:multiLvlStrCache>
            </c:multiLvlStrRef>
          </c:cat>
          <c:val>
            <c:numRef>
              <c:f>Sheet1!$B$2:$B$7</c:f>
              <c:numCache>
                <c:formatCode>General</c:formatCode>
                <c:ptCount val="6"/>
                <c:pt idx="0">
                  <c:v>86</c:v>
                </c:pt>
                <c:pt idx="1">
                  <c:v>12</c:v>
                </c:pt>
                <c:pt idx="2">
                  <c:v>34</c:v>
                </c:pt>
                <c:pt idx="3">
                  <c:v>4</c:v>
                </c:pt>
                <c:pt idx="4">
                  <c:v>3</c:v>
                </c:pt>
                <c:pt idx="5">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コンフォートスイーツ東京ベイ</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レビュー総数：140件（6サイト）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作成日：2026年3月21日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9.21</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94.3%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朝食も本当に美味しくて、種類もたくさんで是非また泊まらせていただきたいです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ホテルのお部屋の中もとても綺麗で清潔でした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スタッフの方々もすごく親切で快適に宿泊できました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To Narita Airport need 2900 yen/person Need to walk to Hy...</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ディズニーまでのバスの本数が少ないのと、最終時間が早いのが残念</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朝食の改善要望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朝食はそれなりの品数で美味しかったし。ドリンクサービスあり　コンビニ併設。駐車場あり。1泊1500円。ディズニーに...</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7AE6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7AE60"/>
                </a:solidFill>
                <a:latin typeface="Arial" pitchFamily="34" charset="0"/>
                <a:ea typeface="Arial" pitchFamily="34" charset="-122"/>
                <a:cs typeface="Arial" pitchFamily="34" charset="-120"/>
              </a:rPr>
              <a:t>9.21</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94.3%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Agoda(9.40)が最高スコア。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132件（94.3%）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7件（5.0%）</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1件（0.7%）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朝食も本当に美味しくて、種類もたくさんで是非また泊まらせていただきたいです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「小学6年生まで添寝が無料なうえ、朝食ビュッフェ付きでとても良かったです」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ホテルのお部屋の中もとても綺麗で清潔でした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「とっても綺麗なホテルで、宝探し」</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スタッフの方々もすごく親切で快適に宿泊できました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「フロントの方も親切でとても快適に過ごしました」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スタッフの方々もすごく親切で快適に宿泊できました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「フロントの方も親切でとても快適に過ごしました」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バス乗り場はハイアットリージェンシーまで徒歩約3分です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「ディズニーまでのシャトルバスが出ており、とても便利でありがたかったです」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お部屋が可愛く、ちょっとした仕掛けもあって、楽しかったです⭐︎ ローソンがホテルにあるので便利でした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「ドリンクサービスあり　コンビニ併設」</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To Narita Airport need 2900 yen/person Need to walk to Hy...</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ディズニーまでのバスの本数が少ないのと、最終時間が早いのが残念</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朝食はそれなりの品数で美味しかったし。ドリンクサービスあり　コンビニ併設。駐車場あり。1泊1500円。ディズニーに...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小さいキッズスペースがあったり、ウェルカムドリンクをゆっくり飲めるスペースがあったりととても過ごしやすかったです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All facilities are excellent, free coffee downstairs and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小さな子連れが多いホテルな印象でしたが廊下や隣の部屋から声や音が聞こえてくる事もなく快適に過ごすことができました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お風呂も綺麗で明るく子どもと一緒に入ってもリフレッシュできました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9.21点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9.4点以上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94.3%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96%以上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0.7%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約47件/期間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23件以下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コンフォートスイーツ東京ベイ 口コミ分析改善レポート</dc:title>
  <dc:subject>PptxGenJS Presentation</dc:subject>
  <dc:creator>Hotel Consulting</dc:creator>
  <cp:lastModifiedBy>Hotel Consulting</cp:lastModifiedBy>
  <cp:revision>1</cp:revision>
  <dcterms:created xsi:type="dcterms:W3CDTF">2026-03-21T00:16:54Z</dcterms:created>
  <dcterms:modified xsi:type="dcterms:W3CDTF">2026-03-21T00:16:54Z</dcterms:modified>
</cp:coreProperties>
</file>