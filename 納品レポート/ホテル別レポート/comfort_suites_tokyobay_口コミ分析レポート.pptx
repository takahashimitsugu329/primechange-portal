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9.43</c:v>
                </c:pt>
                <c:pt idx="1">
                  <c:v>9.36</c:v>
                </c:pt>
                <c:pt idx="2">
                  <c:v>9.27</c:v>
                </c:pt>
                <c:pt idx="3">
                  <c:v>9.25</c:v>
                </c:pt>
                <c:pt idx="4">
                  <c:v>8.57</c:v>
                </c:pt>
                <c:pt idx="5">
                  <c:v>8.55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40</c:v>
                </c:pt>
                <c:pt idx="1">
                  <c:v>8</c:v>
                </c:pt>
                <c:pt idx="2">
                  <c:v>21</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今回初めて自動チェックインを利用しましたが、便利ですし早いと思いますがフロントの方とお話せずだったのでわからないこ...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朝食もプリンセスエリアにはケーキありませんでした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色々なアメニティグッズがあって少ない荷物で宿泊することができました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コンビニがホテル内にあることとディズニーリゾートへの無料シャトルバスがあってとても便利でした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Nothing near by hotel but they have bus to drop and pick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69件（94.5%）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e servizio impeccabili stanza troppo stretta 部屋が狭すぎる」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朝食もプリンセスエリアにはケーキありませんでした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「ディズニーシャトル良い 朝食安い（子供メニュー中心運営） 周辺食堂はいくつもありません（ホテル1階ローソンあり） ...」</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「以前も泊まったことがあり部屋のパズルの中に何かあるサプライズ、部屋の綺麗さやベッドの寝心地の良さ、朝食も種類が豊富...」</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「コンビニが一階に入ってて便利でした」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Nothing near by hotel but they have bus to drop and pick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2026-04-13T23:44:45Z</dcterms:created>
  <dcterms:modified xsi:type="dcterms:W3CDTF">2026-04-13T23:44:45Z</dcterms:modified>
</cp:coreProperties>
</file>