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Google</c:v>
                  </c:pt>
                  <c:pt idx="1">
                    <c:v>Trip.com</c:v>
                  </c:pt>
                  <c:pt idx="2">
                    <c:v>楽天トラベル</c:v>
                  </c:pt>
                  <c:pt idx="3">
                    <c:v>Agoda</c:v>
                  </c:pt>
                  <c:pt idx="4">
                    <c:v>Booking.com</c:v>
                  </c:pt>
                  <c:pt idx="5">
                    <c:v>じゃらん</c:v>
                  </c:pt>
                </c:lvl>
              </c:multiLvlStrCache>
            </c:multiLvlStrRef>
          </c:cat>
          <c:val>
            <c:numRef>
              <c:f>Sheet1!$B$2:$B$7</c:f>
              <c:numCache>
                <c:formatCode>General</c:formatCode>
                <c:ptCount val="6"/>
                <c:pt idx="0">
                  <c:v>9.43</c:v>
                </c:pt>
                <c:pt idx="1">
                  <c:v>9.36</c:v>
                </c:pt>
                <c:pt idx="2">
                  <c:v>9.27</c:v>
                </c:pt>
                <c:pt idx="3">
                  <c:v>9.25</c:v>
                </c:pt>
                <c:pt idx="4">
                  <c:v>8.57</c:v>
                </c:pt>
                <c:pt idx="5">
                  <c:v>8.55</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69</c:v>
                </c:pt>
                <c:pt idx="1">
                  <c:v>2</c:v>
                </c:pt>
                <c:pt idx="2">
                  <c:v>2</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C2626"/>
              </a:solidFill>
              <a:effectLst/>
            </c:spPr>
          </c:dPt>
          <c:cat>
            <c:multiLvlStrRef>
              <c:f>Sheet1!$A$2:$A$7</c:f>
              <c:multiLvlStrCache>
                <c:ptCount val="6"/>
                <c:lvl>
                  <c:pt idx="0">
                    <c:v>10点</c:v>
                  </c:pt>
                  <c:pt idx="1">
                    <c:v>9点</c:v>
                  </c:pt>
                  <c:pt idx="2">
                    <c:v>8点</c:v>
                  </c:pt>
                  <c:pt idx="3">
                    <c:v>7点</c:v>
                  </c:pt>
                  <c:pt idx="4">
                    <c:v>6点</c:v>
                  </c:pt>
                  <c:pt idx="5">
                    <c:v>4点</c:v>
                  </c:pt>
                </c:lvl>
              </c:multiLvlStrCache>
            </c:multiLvlStrRef>
          </c:cat>
          <c:val>
            <c:numRef>
              <c:f>Sheet1!$B$2:$B$7</c:f>
              <c:numCache>
                <c:formatCode>General</c:formatCode>
                <c:ptCount val="6"/>
                <c:pt idx="0">
                  <c:v>40</c:v>
                </c:pt>
                <c:pt idx="1">
                  <c:v>8</c:v>
                </c:pt>
                <c:pt idx="2">
                  <c:v>21</c:v>
                </c:pt>
                <c:pt idx="3">
                  <c:v>1</c:v>
                </c:pt>
                <c:pt idx="4">
                  <c:v>1</c:v>
                </c:pt>
                <c:pt idx="5">
                  <c:v>2</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コンフォートスイーツ東京ベイ</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レビュー総数：73件（6サイト）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作成日：2026年4月10日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9.05</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94.5%</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2.7%</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73件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今回初めて自動チェックインを利用しましたが、便利ですし早いと思いますがフロントの方とお話せずだったのでわからないこ...</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朝食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朝食もプリンセスエリアにはケーキありませんでした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快適さ・設備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色々なアメニティグッズがあって少ない荷物で宿泊することができました</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コンビニがホテル内にあることとディズニーリゾートへの無料シャトルバスがあってとても便利でした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対応・サービスの不満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部屋も上のフロアの足音が気になったり窓からの眺めは病院だったのは夢の国帰りにはちょっと残念なものがありました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エアコン・空調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Nothing near by hotel but they have bus to drop and pick ...</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27AE60"/>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27AE60"/>
                </a:solidFill>
                <a:latin typeface="Arial" pitchFamily="34" charset="0"/>
                <a:ea typeface="Arial" pitchFamily="34" charset="-122"/>
                <a:cs typeface="Arial" pitchFamily="34" charset="-120"/>
              </a:rPr>
              <a:t>9.05</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16A34A"/>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94.5%</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16A34A"/>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2.7%</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73件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Google(9.43)が最高スコア。</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4.71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9.43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4.64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9.27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4.27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69件（94.5%）</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2件（2.7%）</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2件（2.7%）</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今回初めて自動チェックインを利用しましたが、便利ですし早いと思いますがフロントの方とお話せずだったのでわからないこ...</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「staff e servizio impeccabili stanza troppo stretta 部屋が狭すぎる」</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朝食もプリンセスエリアにはケーキありませんでした</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「ディズニーシャトル良い 朝食安い（子供メニュー中心運営） 周辺食堂はいくつもありません（ホテル1階ローソンあり） ...」</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色々なアメニティグッズがあって少ない荷物で宿泊することができました</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「とっても広くて快適なお部屋でした」</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コンビニがホテル内にあることとディズニーリゾートへの無料シャトルバスがあってとても便利でした</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「今回初めて自動チェックインを利用しましたが、便利ですし早いと思いますがフロントの方とお話せずだったのでわからないこ...」</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ホテルは綺麗でローソンが入っているのでとても便利でした</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「以前も泊まったことがあり部屋のパズルの中に何かあるサプライズ、部屋の綺麗さやベッドの寝心地の良さ、朝食も種類が豊富...」</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コンビニ・周辺施設</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コンビニがホテル内にあることとディズニーリゾートへの無料シャトルバスがあってとても便利でした</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「コンビニが一階に入ってて便利でした」</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コンビニがホテル内にあることとディズニーリゾートへの無料シャトルバスがあってとても便利でした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27件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部屋も上のフロアの足音が気になったり窓からの眺めは病院だったのは夢の国帰りにはちょっと残念なものがありました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Nothing near by hotel but they have bus to drop and pick ...</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朝食の改善要望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豊富な朝食メニューも楽しめました。ただ、印刷などのビジネス設備がなかったのは少し残念でした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部屋も上のフロアの足音が気になったり窓からの眺めは病院だったのは夢の国帰りにはちょっと残念なものがありました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部屋も上のフロアの足音が気になったり窓からの眺めは病院だったのは夢の国帰りにはちょっと残念なものがありました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Small specific thin though</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朝食サービスの改善</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メニューの定期的な見直しとバリエーション追加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補充頻度の向上と品切れ防止</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宿泊客数に応じた朝食準備量の最適化</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スタッフ対応品質の統一</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接客マニュアルの見直しと全スタッフへの周知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ゲストからのクレーム対応フローの明確化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定期的なCS研修の実施</a:t>
            </a:r>
            <a:endParaRPr lang="en-US" sz="900" dirty="0"/>
          </a:p>
        </p:txBody>
      </p:sp>
      <p:sp>
        <p:nvSpPr>
          <p:cNvPr id="18" name="Shape 16"/>
          <p:cNvSpPr/>
          <p:nvPr/>
        </p:nvSpPr>
        <p:spPr>
          <a:xfrm>
            <a:off x="0" y="4800600"/>
            <a:ext cx="9144000" cy="342900"/>
          </a:xfrm>
          <a:prstGeom prst="rect">
            <a:avLst/>
          </a:prstGeom>
          <a:solidFill>
            <a:srgbClr val="1A2744"/>
          </a:solidFill>
          <a:ln/>
        </p:spPr>
      </p:sp>
      <p:sp>
        <p:nvSpPr>
          <p:cNvPr id="19" name="Text 1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0" name="Text 1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客室設備のアップグレード</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内装の定期的なリフレッシュ計画の策定</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照明・電源周りの設備更新</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快適性向上のための設備投資計画の立案</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9.05点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9.3点以上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94.5%</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97%以上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2.7%</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0%以下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浴室・水回りクレーム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約27件/期間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13件以下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Shape 3"/>
          <p:cNvSpPr/>
          <p:nvPr/>
        </p:nvSpPr>
        <p:spPr>
          <a:xfrm>
            <a:off x="457200" y="310896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108960"/>
            <a:ext cx="54864" cy="640080"/>
          </a:xfrm>
          <a:prstGeom prst="rect">
            <a:avLst/>
          </a:prstGeom>
          <a:solidFill>
            <a:srgbClr val="3B7DD8"/>
          </a:solidFill>
          <a:ln/>
        </p:spPr>
      </p:sp>
      <p:sp>
        <p:nvSpPr>
          <p:cNvPr id="8" name="Text 5"/>
          <p:cNvSpPr/>
          <p:nvPr/>
        </p:nvSpPr>
        <p:spPr>
          <a:xfrm>
            <a:off x="640080" y="310896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コンフォートスイーツ東京ベイ 口コミ分析改善レポート</dc:title>
  <dc:subject>PptxGenJS Presentation</dc:subject>
  <dc:creator>Hotel Consulting</dc:creator>
  <cp:lastModifiedBy>Hotel Consulting</cp:lastModifiedBy>
  <cp:revision>1</cp:revision>
  <dcterms:created xsi:type="dcterms:W3CDTF">2026-04-10T23:34:15Z</dcterms:created>
  <dcterms:modified xsi:type="dcterms:W3CDTF">2026-04-10T23:34:15Z</dcterms:modified>
</cp:coreProperties>
</file>