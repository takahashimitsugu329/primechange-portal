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7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8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Google</c:v>
                  </c:pt>
                  <c:pt idx="2">
                    <c:v>Agoda</c:v>
                  </c:pt>
                  <c:pt idx="3">
                    <c:v>じゃらん</c:v>
                  </c:pt>
                  <c:pt idx="4">
                    <c:v>楽天トラベル</c:v>
                  </c:pt>
                  <c:pt idx="5">
                    <c:v>Booking.com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9.41</c:v>
                </c:pt>
                <c:pt idx="1">
                  <c:v>9.4</c:v>
                </c:pt>
                <c:pt idx="2">
                  <c:v>9.39</c:v>
                </c:pt>
                <c:pt idx="3">
                  <c:v>9.27</c:v>
                </c:pt>
                <c:pt idx="4">
                  <c:v>9.22</c:v>
                </c:pt>
                <c:pt idx="5">
                  <c:v>8.73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4点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82</c:v>
                </c:pt>
                <c:pt idx="1">
                  <c:v>16</c:v>
                </c:pt>
                <c:pt idx="2">
                  <c:v>39</c:v>
                </c:pt>
                <c:pt idx="3">
                  <c:v>3</c:v>
                </c:pt>
                <c:pt idx="4">
                  <c:v>2</c:v>
                </c:pt>
                <c:pt idx="5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レビュー総数：143件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9.18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95.8%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0.7%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143件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9.41/10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9.39/10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4.64/5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4.61/5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8.73/10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137件（95.8%）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5件（3.5%）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1件（0.7%）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137件）の分析から、主要な強みテーマを抽出しています。立地・アクセス、客室清潔感、スタッフ対応が高評価の中心的テーマです。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低評価・中評価レビュー（6件）から改善課題を優先度別に整理しています。S/A/B/Cの4段階で優先度を設定し、計画的な改善を推進します。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9.18点 → 目標 9.68点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95.8% → 目標 100.0%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0.7% → 目標 0.0%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コンフォートスイーツ東京ベイは全体平均9.18点（10pt換算）、高評価率95.8%を達成しています。本レポートで示した改善施策を段階的に実施することで、さらなる顧客満足度向上が期待できます。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コンフォートスイーツ東京ベイ 口コミ分析レポート</dc:title>
  <dc:subject>PptxGenJS Presentation</dc:subject>
  <dc:creator>PptxGenJS</dc:creator>
  <cp:lastModifiedBy>PptxGenJS</cp:lastModifiedBy>
  <cp:revision>1</cp:revision>
  <dcterms:created xsi:type="dcterms:W3CDTF">2026-04-01T23:10:00Z</dcterms:created>
  <dcterms:modified xsi:type="dcterms:W3CDTF">2026-04-01T23:10:00Z</dcterms:modified>
</cp:coreProperties>
</file>