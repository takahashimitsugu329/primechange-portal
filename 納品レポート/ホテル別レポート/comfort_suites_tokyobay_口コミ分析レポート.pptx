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Trip.com</c:v>
                  </c:pt>
                  <c:pt idx="2">
                    <c:v>じゃらん</c:v>
                  </c:pt>
                  <c:pt idx="3">
                    <c:v>楽天トラベル</c:v>
                  </c:pt>
                  <c:pt idx="4">
                    <c:v>Google</c:v>
                  </c:pt>
                  <c:pt idx="5">
                    <c:v>Booking.com</c:v>
                  </c:pt>
                </c:lvl>
              </c:multiLvlStrCache>
            </c:multiLvlStrRef>
          </c:cat>
          <c:val>
            <c:numRef>
              <c:f>Sheet1!$B$2:$B$7</c:f>
              <c:numCache>
                <c:formatCode>General</c:formatCode>
                <c:ptCount val="6"/>
                <c:pt idx="0">
                  <c:v>9.56</c:v>
                </c:pt>
                <c:pt idx="1">
                  <c:v>9.38</c:v>
                </c:pt>
                <c:pt idx="2">
                  <c:v>9.31</c:v>
                </c:pt>
                <c:pt idx="3">
                  <c:v>9.29</c:v>
                </c:pt>
                <c:pt idx="4">
                  <c:v>9.09</c:v>
                </c:pt>
                <c:pt idx="5">
                  <c:v>8.85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136</c:v>
                </c:pt>
                <c:pt idx="1">
                  <c:v>5</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87</c:v>
                </c:pt>
                <c:pt idx="1">
                  <c:v>13</c:v>
                </c:pt>
                <c:pt idx="2">
                  <c:v>36</c:v>
                </c:pt>
                <c:pt idx="3">
                  <c:v>3</c:v>
                </c:pt>
                <c:pt idx="4">
                  <c:v>2</c:v>
                </c:pt>
                <c:pt idx="5">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レビュー総数：142件（6サイト）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9.24</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95.8%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142件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・内装が綺麗 ・チェックイン、チェックアウトが楽 ・ホテル内にコンビニが併設 ・部屋が広かった ・強いて言うならお...</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朝食も本当に美味しくて、種類もたくさんで是非また泊まらせていただきたいです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お部屋はベッドがくっついているのがよくて選んだので、快適でよかったです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送迎バスのドライバーさんのホスピタリティに溢れた対応に感謝です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ディズニーまでのバスの本数が少ないのと、最終時間が早いのが残念</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朝食はそれなりの品数で美味しかったし。ドリンクサービスあり　コンビニ併設。駐車場あり。1泊1500円。ディズニーに...</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9.24</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95.8%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142件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Agoda(9.56)が最高スコア。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136件（95.8%）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5件（3.5%）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・内装が綺麗 ・チェックイン、チェックアウトが楽 ・ホテル内にコンビニが併設 ・部屋が広かった ・強いて言うならお...</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「ホテルも清潔で、快適でした」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朝食も本当に美味しくて、種類もたくさんで是非また泊まらせていただきたいです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「小学6年生まで添寝が無料なうえ、朝食ビュッフェ付きでとても良かったです」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お部屋はベッドがくっついているのがよくて選んだので、快適でよかったです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「ホテルも清潔で、快適でした」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送迎バスのドライバーさんのホスピタリティに溢れた対応に感謝です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「とても丁寧な接客で気持ちが良かったです」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イベント会場や駅に近くてとても便利でした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「チェックインやチェックアウトが機械でできるのが便利です」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・内装が綺麗 ・チェックイン、チェックアウトが楽 ・ホテル内にコンビニが併設 ・部屋が広かった ・強いて言うならお...</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「ホテルにはローソンもある」</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送迎バスのドライバーさんのホスピタリティに溢れた対応に感謝です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ディズニーまでのバスの本数が少ないのと、最終時間が早いのが残念</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朝食はそれなりの品数で美味しかったし。ドリンクサービスあり　コンビニ併設。駐車場あり。1泊1500円。ディズニーに...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エアコンや冷蔵庫の音が気になりました エアコンや冷蔵庫の音が気になりました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エアコンや冷蔵庫の音が気になりました エアコンや冷蔵庫の音が気になりました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小さいキッズスペースがあったり、ウェルカムドリンクをゆっくり飲めるスペースがあったりととても過ごしやすかったです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お風呂も綺麗で明るく子どもと一緒に入ってもリフレッシュできました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9.24点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95.8%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約46件/期間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2026-03-23T00:05:49Z</dcterms:created>
  <dcterms:modified xsi:type="dcterms:W3CDTF">2026-03-23T00:05:49Z</dcterms:modified>
</cp:coreProperties>
</file>