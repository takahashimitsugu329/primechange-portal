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じゃらん</c:v>
                  </c:pt>
                  <c:pt idx="4">
                    <c:v>楽天トラベル</c:v>
                  </c:pt>
                  <c:pt idx="5">
                    <c:v>Booking.com</c:v>
                  </c:pt>
                </c:lvl>
              </c:multiLvlStrCache>
            </c:multiLvlStrRef>
          </c:cat>
          <c:val>
            <c:numRef>
              <c:f>Sheet1!$B$2:$B$7</c:f>
              <c:numCache>
                <c:formatCode>General</c:formatCode>
                <c:ptCount val="6"/>
                <c:pt idx="0">
                  <c:v>9.57</c:v>
                </c:pt>
                <c:pt idx="1">
                  <c:v>9.5</c:v>
                </c:pt>
                <c:pt idx="2">
                  <c:v>9.25</c:v>
                </c:pt>
                <c:pt idx="3">
                  <c:v>9.2</c:v>
                </c:pt>
                <c:pt idx="4">
                  <c:v>9.17</c:v>
                </c:pt>
                <c:pt idx="5">
                  <c:v>8.85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139</c:v>
                </c:pt>
                <c:pt idx="1">
                  <c:v>3</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82</c:v>
                </c:pt>
                <c:pt idx="1">
                  <c:v>16</c:v>
                </c:pt>
                <c:pt idx="2">
                  <c:v>41</c:v>
                </c:pt>
                <c:pt idx="3">
                  <c:v>2</c:v>
                </c:pt>
                <c:pt idx="4">
                  <c:v>1</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朝食は子どもが好きなメニューが多く、たくさん食べることができました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子ども2人と添い寝しても十分な大きさのベッドで、しっかり休めました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スタッフの方が親切で、声をかけてくれたり、ディズニー帰りで混み合っていてもスムーズな流れで何でも出来て良かった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ひとつ問題をあげるなら、ディズニーからホテルへ戻る時のバスが止まる場所が曖昧なことくらいです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本当はもっと沢山食べたかったけれど朝なのであまりお腹に入らず残念でした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エアコンや冷蔵庫の音が気になりました エアコンや冷蔵庫の音が気になりました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139件（97.2%）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3件（2.1%）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朝食は子どもが好きなメニューが多く、たくさん食べることができました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「部屋に入った時のお楽しみ、ウェルカムドリンク、モーニングビュッフェのキッズメニューやおまけのお菓子など、子供を楽し...」</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子ども2人と添い寝しても十分な大きさのベッドで、しっかり休めました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「とても広々したお部屋、お風呂もトイレと別れており快適でした」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スタッフの方が親切で、声をかけてくれたり、ディズニー帰りで混み合っていてもスムーズな流れで何でも出来て良かった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清潔感もあり、コンセントもいくつもあったので、スマホやモバイルバッテリー、子どものカメラなど複数充電できました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「日曜から月曜の宿泊でしたが、豪華な朝食ビュッフェもついてお値段も安く、部屋もきれいでした」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部屋は広く電子レンジもあるため、とても便利でした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「立地もディズニーから車ですぐで良かったです」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「隣接しているローソンも大変助かりました」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ひとつ問題をあげるなら、ディズニーからホテルへ戻る時のバスが止まる場所が曖昧なことくらいです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本当はもっと沢山食べたかったけれど朝なのであまりお腹に入らず残念でした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97.2%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2026-03-27T00:18:59Z</dcterms:created>
  <dcterms:modified xsi:type="dcterms:W3CDTF">2026-03-27T00:18:59Z</dcterms:modified>
</cp:coreProperties>
</file>