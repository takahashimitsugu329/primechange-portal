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Agoda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9.41</c:v>
                </c:pt>
                <c:pt idx="1">
                  <c:v>9.4</c:v>
                </c:pt>
                <c:pt idx="2">
                  <c:v>9.39</c:v>
                </c:pt>
                <c:pt idx="3">
                  <c:v>9.2</c:v>
                </c:pt>
                <c:pt idx="4">
                  <c:v>9.04</c:v>
                </c:pt>
                <c:pt idx="5">
                  <c:v>8.73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</c:v>
                </c:pt>
                <c:pt idx="1">
                  <c:v>16</c:v>
                </c:pt>
                <c:pt idx="2">
                  <c:v>39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136件（95.1%）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9.14点 → 目標 9.64点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95.1%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コンフォートスイーツ東京ベイは全体平均9.14点（10pt換算）、高評価率95.1%を達成しています。本レポートで示した改善施策を段階的に実施することで、さらなる顧客満足度向上が期待できます。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