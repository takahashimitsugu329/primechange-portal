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楽天トラベル</c:v>
                  </c:pt>
                  <c:pt idx="1">
                    <c:v>Google</c:v>
                  </c:pt>
                  <c:pt idx="2">
                    <c:v>Agoda</c:v>
                  </c:pt>
                  <c:pt idx="3">
                    <c:v>Trip.com</c:v>
                  </c:pt>
                  <c:pt idx="4">
                    <c:v>Booking.com</c:v>
                  </c:pt>
                  <c:pt idx="5">
                    <c:v>じゃらん</c:v>
                  </c:pt>
                </c:lvl>
              </c:multiLvlStrCache>
            </c:multiLvlStrRef>
          </c:cat>
          <c:val>
            <c:numRef>
              <c:f>Sheet1!$B$2:$B$7</c:f>
              <c:numCache>
                <c:formatCode>General</c:formatCode>
                <c:ptCount val="6"/>
                <c:pt idx="0">
                  <c:v>9.35</c:v>
                </c:pt>
                <c:pt idx="1">
                  <c:v>9.33</c:v>
                </c:pt>
                <c:pt idx="2">
                  <c:v>9.22</c:v>
                </c:pt>
                <c:pt idx="3">
                  <c:v>9.21</c:v>
                </c:pt>
                <c:pt idx="4">
                  <c:v>8.65</c:v>
                </c:pt>
                <c:pt idx="5">
                  <c:v>8.46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88</c:v>
                </c:pt>
                <c:pt idx="1">
                  <c:v>3</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50</c:v>
                </c:pt>
                <c:pt idx="1">
                  <c:v>11</c:v>
                </c:pt>
                <c:pt idx="2">
                  <c:v>27</c:v>
                </c:pt>
                <c:pt idx="3">
                  <c:v>2</c:v>
                </c:pt>
                <c:pt idx="4">
                  <c:v>1</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レビュー総数：93件（6サイト）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9.06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94.6%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93件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朝食ビュッフェは品数が豊富でどれも美味しく、子ども向けのメニューも充実していて家族全員が大満足でした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フロントのスタッフの方達の接客も明るく親切でとても印象がよかったですし、お部屋もキレイで広くて、快適に過ごせました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無料の送迎バスがあって便利でした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また、トイレとバスが別になっており、お風呂も洗い場とバスタブが分かれているため、子どもと一緒でも入りやすく使い勝手...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Lawsons onsite - great for after Disney snack 😝 Easy to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部屋も上のフロアの足音が気になったり窓からの眺めは病院だったのは夢の国帰りにはちょっと残念なものがありました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9.06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94.6%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93件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楽天トラベル(9.35)が最高スコア。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じゃらん(8.5)が相対的に低い。口コミ返信の強化が急務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88件（94.6%）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3件（3.2%）</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朝食ビュッフェは品数が豊富でどれも美味しく、子ども向けのメニューも充実していて家族全員が大満足でした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「朝食が美味しいと口コミにあったので、期待しておりましたが、なんだかイマイチです」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フロントのスタッフの方達の接客も明るく親切でとても印象がよかったですし、お部屋もキレイで広くて、快適に過ごせました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「スタッフの対応もよく、大変満足してます」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無料の送迎バスがあって便利でした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「立地的にも車で２０分も掛からない場所にあり、スタッフの方々対応も良く、気持ち良く利用させていただく事が出来ました」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5人家族で宿泊しましたが、部屋がとても広く清潔で、ゆったりと快適に過ごすことができました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「フロントのスタッフの方達の接客も明るく親切でとても印象がよかったですし、お部屋もキレイで広くて、快適に過ごせました」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5人家族で宿泊しましたが、部屋がとても広く清潔で、ゆったりと快適に過ごすことができました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「フロントのスタッフの方達の接客も明るく親切でとても印象がよかったですし、お部屋もキレイで広くて、快適に過ごせました」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ホテル内にレストランもなく、夕食困り、隣のホテルのレストランを利用しました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「ローソンもついているので、ありがたかったです」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また、トイレとバスが別になっており、お風呂も洗い場とバスタブが分かれているため、子どもと一緒でも入りやすく使い勝手...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Lawsons onsite - great for after Disney snack 😝 Easy to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朝食ビュッフェは品数が豊富でどれも美味しく、子ども向けのメニューも充実していて家族全員が大満足でした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フロントのスタッフの方達の接客も明るく親切でとても印象がよかったですし、お部屋もキレイで広くて、快適に過ごせました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Small specific thin though</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9.06点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94.6%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じゃらん平均評価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約36件/期間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2026-04-07T00:35:03Z</dcterms:created>
  <dcterms:modified xsi:type="dcterms:W3CDTF">2026-04-07T00:35:03Z</dcterms:modified>
</cp:coreProperties>
</file>