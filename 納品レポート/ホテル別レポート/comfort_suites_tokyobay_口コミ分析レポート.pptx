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Google</c:v>
                  </c:pt>
                  <c:pt idx="1">
                    <c:v>Trip.com</c:v>
                  </c:pt>
                  <c:pt idx="2">
                    <c:v>楽天トラベル</c:v>
                  </c:pt>
                  <c:pt idx="3">
                    <c:v>Agoda</c:v>
                  </c:pt>
                  <c:pt idx="4">
                    <c:v>Booking.com</c:v>
                  </c:pt>
                  <c:pt idx="5">
                    <c:v>じゃらん</c:v>
                  </c:pt>
                </c:lvl>
              </c:multiLvlStrCache>
            </c:multiLvlStrRef>
          </c:cat>
          <c:val>
            <c:numRef>
              <c:f>Sheet1!$B$2:$B$7</c:f>
              <c:numCache>
                <c:formatCode>General</c:formatCode>
                <c:ptCount val="6"/>
                <c:pt idx="0">
                  <c:v>9.43</c:v>
                </c:pt>
                <c:pt idx="1">
                  <c:v>9.36</c:v>
                </c:pt>
                <c:pt idx="2">
                  <c:v>9.27</c:v>
                </c:pt>
                <c:pt idx="3">
                  <c:v>9.25</c:v>
                </c:pt>
                <c:pt idx="4">
                  <c:v>8.57</c:v>
                </c:pt>
                <c:pt idx="5">
                  <c:v>8.55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69</c:v>
                </c:pt>
                <c:pt idx="1">
                  <c:v>2</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4点</c:v>
                  </c:pt>
                </c:lvl>
              </c:multiLvlStrCache>
            </c:multiLvlStrRef>
          </c:cat>
          <c:val>
            <c:numRef>
              <c:f>Sheet1!$B$2:$B$7</c:f>
              <c:numCache>
                <c:formatCode>General</c:formatCode>
                <c:ptCount val="6"/>
                <c:pt idx="0">
                  <c:v>40</c:v>
                </c:pt>
                <c:pt idx="1">
                  <c:v>8</c:v>
                </c:pt>
                <c:pt idx="2">
                  <c:v>21</c:v>
                </c:pt>
                <c:pt idx="3">
                  <c:v>1</c:v>
                </c:pt>
                <c:pt idx="4">
                  <c:v>1</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コンフォートスイーツ東京ベイ</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作成日：2026年4月22日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9.05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94.5%</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今回初めて自動チェックインを利用しましたが、便利ですし早いと思いますがフロントの方とお話せずだったのでわからないこ...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朝食もプリンセスエリアにはケーキありませんでした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色々なアメニティグッズがあって少ない荷物で宿泊することができました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コンビニがホテル内にあることとディズニーリゾートへの無料シャトルバスがあってとても便利でした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部屋も上のフロアの足音が気になったり窓からの眺めは病院だったのは夢の国帰りにはちょっと残念なものがありました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Nothing near by hotel but they have bus to drop and pick ...</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7AE6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7AE60"/>
                </a:solidFill>
                <a:latin typeface="Arial" pitchFamily="34" charset="0"/>
                <a:ea typeface="Arial" pitchFamily="34" charset="-122"/>
                <a:cs typeface="Arial" pitchFamily="34" charset="-120"/>
              </a:rPr>
              <a:t>9.05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94.5%</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Google(9.43)が最高スコア。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69件（94.5%）</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2件（2.7%）</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2件（2.7%）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今回初めて自動チェックインを利用しましたが、便利ですし早いと思いますがフロントの方とお話せずだったのでわからないこ...</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「staff e servizio impeccabili stanza troppo stretta 部屋が狭すぎる」</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朝食もプリンセスエリアにはケーキありませんでした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「ディズニーシャトル良い 朝食安い（子供メニュー中心運営） 周辺食堂はいくつもありません（ホテル1階ローソンあり） ...」</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色々なアメニティグッズがあって少ない荷物で宿泊することができました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「とっても広くて快適なお部屋でした」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コンビニがホテル内にあることとディズニーリゾートへの無料シャトルバスがあってとても便利でした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「今回初めて自動チェックインを利用しましたが、便利ですし早いと思いますがフロントの方とお話せずだったのでわからないこ...」</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ホテルは綺麗でローソンが入っているのでとても便利でした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「以前も泊まったことがあり部屋のパズルの中に何かあるサプライズ、部屋の綺麗さやベッドの寝心地の良さ、朝食も種類が豊富...」</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コンビニがホテル内にあることとディズニーリゾートへの無料シャトルバスがあってとても便利でした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「コンビニが一階に入ってて便利でした」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コンビニがホテル内にあることとディズニーリゾートへの無料シャトルバスがあってとても便利でした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Nothing near by hotel but they have bus to drop and pick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豊富な朝食メニューも楽しめました。ただ、印刷などのビジネス設備がなかったのは少し残念でした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Small specific thin though</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9.05点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94.5%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コンフォートスイーツ東京ベイ 口コミ分析改善レポート</dc:title>
  <dc:subject>PptxGenJS Presentation</dc:subject>
  <dc:creator>Hotel Consulting</dc:creator>
  <cp:lastModifiedBy>Hotel Consulting</cp:lastModifiedBy>
  <cp:revision>1</cp:revision>
  <dcterms:created xsi:type="dcterms:W3CDTF">2026-04-22T23:46:38Z</dcterms:created>
  <dcterms:modified xsi:type="dcterms:W3CDTF">2026-04-22T23:46:38Z</dcterms:modified>
</cp:coreProperties>
</file>