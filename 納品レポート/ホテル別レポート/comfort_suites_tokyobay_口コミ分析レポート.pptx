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Agoda</c:v>
                  </c:pt>
                  <c:pt idx="1">
                    <c:v>Trip.com</c:v>
                  </c:pt>
                  <c:pt idx="2">
                    <c:v>じゃらん</c:v>
                  </c:pt>
                  <c:pt idx="3">
                    <c:v>楽天トラベル</c:v>
                  </c:pt>
                  <c:pt idx="4">
                    <c:v>Google</c:v>
                  </c:pt>
                  <c:pt idx="5">
                    <c:v>Booking.com</c:v>
                  </c:pt>
                </c:lvl>
              </c:multiLvlStrCache>
            </c:multiLvlStrRef>
          </c:cat>
          <c:val>
            <c:numRef>
              <c:f>Sheet1!$B$2:$B$7</c:f>
              <c:numCache>
                <c:formatCode>General</c:formatCode>
                <c:ptCount val="6"/>
                <c:pt idx="0">
                  <c:v>9.38</c:v>
                </c:pt>
                <c:pt idx="1">
                  <c:v>9.36</c:v>
                </c:pt>
                <c:pt idx="2">
                  <c:v>9.31</c:v>
                </c:pt>
                <c:pt idx="3">
                  <c:v>9.27</c:v>
                </c:pt>
                <c:pt idx="4">
                  <c:v>8.83</c:v>
                </c:pt>
                <c:pt idx="5">
                  <c:v>8.71</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125</c:v>
                </c:pt>
                <c:pt idx="1">
                  <c:v>9</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83</c:v>
                </c:pt>
                <c:pt idx="1">
                  <c:v>11</c:v>
                </c:pt>
                <c:pt idx="2">
                  <c:v>31</c:v>
                </c:pt>
                <c:pt idx="3">
                  <c:v>4</c:v>
                </c:pt>
                <c:pt idx="4">
                  <c:v>5</c:v>
                </c:pt>
                <c:pt idx="5">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作成日：2026年3月18日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9.18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お部屋も綺麗で親切な対応をしていただいたのでとても良かったです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朝食も必要ないし、寝るだけなので、安く泊まれて良かったです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』と声が出てしまう程広く、ベッドもとても大きくて広い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バストイレ別で、浴槽もとても大きくて大満足でした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ディズニーまでのバスの本数が少ないのと、最終時間が早いのが残念</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朝食はそれなりの品数で美味しかったし。ドリンクサービスあり　コンビニ併設。駐車場あり。1泊1500円。ディズニーに...</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9.18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92.6%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0.7%</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Agoda(9.38)が最高スコア。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125件（92.6%）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9件（6.7%）</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1件（0.7%）</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お部屋も綺麗で親切な対応をしていただいたのでとても良かったです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「部屋も清潔で、スタッフの感じもよくてよかったです」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朝食も必要ないし、寝るだけなので、安く泊まれて良かったです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「朝食はそれなりの品数で美味しかったし」</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』と声が出てしまう程広く、ベッドもとても大きくて広い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「ホテルスタッフさんの対応が親切で部屋も快適で大満足です」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お部屋も綺麗で親切な対応をしていただいたのでとても良かったです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「喫煙者の為、エレベーターで22時頃に1階の喫煙所に行くと、恐らくDisney帰りの人達が長蛇の列でエレベーター待ち...」</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ディズニーリゾートも近いし駐車場もあるため使いやすい、コスパいいんじゃないかな</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お部屋が可愛く、ちょっとした仕掛けもあって、楽しかったです⭐︎ ローソンがホテルにあるので便利でした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「ドリンクサービスあり　コンビニ併設」</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バストイレ別で、浴槽もとても大きくて大満足でした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ディズニーまでのバスの本数が少ないのと、最終時間が早いのが残念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朝食はそれなりの品数で美味しかったし。ドリンクサービスあり　コンビニ併設。駐車場あり。1泊1500円。ディズニーに...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小さいキッズスペースがあったり、ウェルカムドリンクをゆっくり飲めるスペースがあったりととても過ごしやすかったです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All facilities are excellent, free coffee downstairs and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小さな子連れが多いホテルな印象でしたが廊下や隣の部屋から声や音が聞こえてくる事もなく快適に過ごすことができました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お風呂も綺麗で明るく子どもと一緒に入ってもリフレッシュできました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9.18点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92.6%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95%以上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0.7%</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約46件/期間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2026-03-18T01:37:43Z</dcterms:created>
  <dcterms:modified xsi:type="dcterms:W3CDTF">2026-03-18T01:37:43Z</dcterms:modified>
</cp:coreProperties>
</file>