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9.36</c:v>
                </c:pt>
                <c:pt idx="2">
                  <c:v>9.27</c:v>
                </c:pt>
                <c:pt idx="3">
                  <c:v>9.25</c:v>
                </c:pt>
                <c:pt idx="4">
                  <c:v>8.57</c:v>
                </c:pt>
                <c:pt idx="5">
                  <c:v>8.55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8</c:v>
                </c:pt>
                <c:pt idx="2">
                  <c:v>21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69件（94.5%）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9.05点 → 目標 9.55点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94.5% → 目標 99.5%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コンフォートスイーツ東京ベイは全体平均9.05点（10pt換算）、高評価率94.5%を達成しています。本レポートで示した改善施策を段階的に実施することで、さらなる顧客満足度向上が期待できます。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