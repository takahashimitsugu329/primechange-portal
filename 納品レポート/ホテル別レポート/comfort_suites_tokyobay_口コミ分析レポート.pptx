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7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8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Agoda</c:v>
                  </c:pt>
                  <c:pt idx="2">
                    <c:v>Google</c:v>
                  </c:pt>
                  <c:pt idx="3">
                    <c:v>じゃらん</c:v>
                  </c:pt>
                  <c:pt idx="4">
                    <c:v>楽天トラベル</c:v>
                  </c:pt>
                  <c:pt idx="5">
                    <c:v>Booking.com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9.6</c:v>
                </c:pt>
                <c:pt idx="1">
                  <c:v>9.5</c:v>
                </c:pt>
                <c:pt idx="2">
                  <c:v>9.25</c:v>
                </c:pt>
                <c:pt idx="3">
                  <c:v>9.21</c:v>
                </c:pt>
                <c:pt idx="4">
                  <c:v>9.19</c:v>
                </c:pt>
                <c:pt idx="5">
                  <c:v>8.85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4点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83</c:v>
                </c:pt>
                <c:pt idx="1">
                  <c:v>16</c:v>
                </c:pt>
                <c:pt idx="2">
                  <c:v>40</c:v>
                </c:pt>
                <c:pt idx="3">
                  <c:v>2</c:v>
                </c:pt>
                <c:pt idx="4">
                  <c:v>1</c:v>
                </c:pt>
                <c:pt idx="5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レビュー総数：143件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9.22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97.2%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143件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4.62/5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4.61/5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139件（97.2%）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3件（2.1%）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1件（0.7%）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139件）の分析から、主要な強みテーマを抽出しています。立地・アクセス、客室清潔感、スタッフ対応が高評価の中心的テーマです。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低評価・中評価レビュー（4件）から改善課題を優先度別に整理しています。S/A/B/Cの4段階で優先度を設定し、計画的な改善を推進します。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9.22点 → 目標 9.72点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97.2% → 目標 100.0%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0.7%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コンフォートスイーツ東京ベイは全体平均9.22点（10pt換算）、高評価率97.2%を達成しています。本レポートで示した改善施策を段階的に実施することで、さらなる顧客満足度向上が期待できます。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コンフォートスイーツ東京ベイ 口コミ分析レポート</dc:title>
  <dc:subject>PptxGenJS Presentation</dc:subject>
  <dc:creator>PptxGenJS</dc:creator>
  <cp:lastModifiedBy>PptxGenJS</cp:lastModifiedBy>
  <cp:revision>1</cp:revision>
  <dcterms:created xsi:type="dcterms:W3CDTF">2026-03-29T08:34:29Z</dcterms:created>
  <dcterms:modified xsi:type="dcterms:W3CDTF">2026-03-29T08:34:29Z</dcterms:modified>
</cp:coreProperties>
</file>