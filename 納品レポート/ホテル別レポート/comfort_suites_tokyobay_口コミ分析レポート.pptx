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じゃらん</c:v>
                  </c:pt>
                  <c:pt idx="3">
                    <c:v>楽天トラベル</c:v>
                  </c:pt>
                  <c:pt idx="4">
                    <c:v>Google</c:v>
                  </c:pt>
                  <c:pt idx="5">
                    <c:v>Booking.com</c:v>
                  </c:pt>
                </c:lvl>
              </c:multiLvlStrCache>
            </c:multiLvlStrRef>
          </c:cat>
          <c:val>
            <c:numRef>
              <c:f>Sheet1!$B$2:$B$7</c:f>
              <c:numCache>
                <c:formatCode>General</c:formatCode>
                <c:ptCount val="6"/>
                <c:pt idx="0">
                  <c:v>9.35</c:v>
                </c:pt>
                <c:pt idx="1">
                  <c:v>9.33</c:v>
                </c:pt>
                <c:pt idx="2">
                  <c:v>9.33</c:v>
                </c:pt>
                <c:pt idx="3">
                  <c:v>9.27</c:v>
                </c:pt>
                <c:pt idx="4">
                  <c:v>8.89</c:v>
                </c:pt>
                <c:pt idx="5">
                  <c:v>8.77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124</c:v>
                </c:pt>
                <c:pt idx="1">
                  <c:v>9</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83</c:v>
                </c:pt>
                <c:pt idx="1">
                  <c:v>12</c:v>
                </c:pt>
                <c:pt idx="2">
                  <c:v>29</c:v>
                </c:pt>
                <c:pt idx="3">
                  <c:v>4</c:v>
                </c:pt>
                <c:pt idx="4">
                  <c:v>5</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9.19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92.5%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部屋も清潔で、スタッフの感じもよくてよかったです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朝食はそれなりの品数で美味しかったし</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ホテルスタッフさんの対応が親切で部屋も快適で大満足です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ディズニーランドにいきましたが、無料シャトルバスがでてたので助かりました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個人的な意見ですが、バスタオルなどの場所が分かりづらかったので部屋に入ってすぐにお風呂に入りたい我が家にとっては（...</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朝食はそれなりの品数で美味しかったし。ドリンクサービスあり　コンビニ併設。駐車場あり。1泊1500円。ディズニーに...</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9.19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92.5%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Agoda(9.35)が最高スコア。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124件（92.5%）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9件（6.7%）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部屋も清潔で、スタッフの感じもよくてよかったです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「また備え付けのティッシュケースがあるのですが四角い容器にこれでもかと言うほどティッシュが限界パンパンに入っていてそ...」</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「朝食は品数がそこまで多く無いですが、キッズメニューは充実してるので子連れには良かったです」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ホテルスタッフさんの対応が親切で部屋も快適で大満足です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「部屋も広く、コミュニティもたくさんありとても快適に過ごせました🙆‍♀️ 次行く機会があればまた、泊まりたいです❤...」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ホテルスタッフさんの対応が親切で部屋も快適で大満足です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「部屋も清潔で、スタッフの感じもよくてよかったです」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お部屋が可愛く、ちょっとした仕掛けもあって、楽しかったです⭐︎ ローソンがホテルにあるので便利でした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「駅から少し離れている以外はよかったです」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お部屋が可愛く、ちょっとした仕掛けもあって、楽しかったです⭐︎ ローソンがホテルにあるので便利でした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「ドリンクサービスあり　コンビニ併設」</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ディズニーランドにいきましたが、無料シャトルバスがでてたので助かりました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個人的な意見ですが、バスタオルなどの場所が分かりづらかったので部屋に入ってすぐにお風呂に入りたい我が家にとっては（...</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All facilities are excellent, free coffee downstairs and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小さな子連れが多いホテルな印象でしたが廊下や隣の部屋から声や音が聞こえてくる事もなく快適に過ごすことができました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お風呂も綺麗で明るく子どもと一緒に入ってもリフレッシュできました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9.19点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2026-03-16T22:42:40Z</dcterms:created>
  <dcterms:modified xsi:type="dcterms:W3CDTF">2026-03-16T22:42:40Z</dcterms:modified>
</cp:coreProperties>
</file>