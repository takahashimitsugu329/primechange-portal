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コンフォートスイーツ東京ベイ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9.22点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97.2%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0.7%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143件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コンフォートスイーツ東京ベイ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9.60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9.60/10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9.50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9.50/10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4.62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9.25/10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4.61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9.21/10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4.60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9.19/10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8.85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8.85/10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83件 (58.0%)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16件 (11.2%)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40件 (28.0%)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2件 (1.4%)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1件 (0.7%)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1件 (0.7%)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