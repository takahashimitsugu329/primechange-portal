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Agoda</c:v>
                  </c:pt>
                  <c:pt idx="1">
                    <c:v>Trip.com</c:v>
                  </c:pt>
                  <c:pt idx="2">
                    <c:v>じゃらん</c:v>
                  </c:pt>
                  <c:pt idx="3">
                    <c:v>楽天トラベル</c:v>
                  </c:pt>
                  <c:pt idx="4">
                    <c:v>Google</c:v>
                  </c:pt>
                  <c:pt idx="5">
                    <c:v>Booking.com</c:v>
                  </c:pt>
                </c:lvl>
              </c:multiLvlStrCache>
            </c:multiLvlStrRef>
          </c:cat>
          <c:val>
            <c:numRef>
              <c:f>Sheet1!$B$2:$B$7</c:f>
              <c:numCache>
                <c:formatCode>General</c:formatCode>
                <c:ptCount val="6"/>
                <c:pt idx="0">
                  <c:v>9.56</c:v>
                </c:pt>
                <c:pt idx="1">
                  <c:v>9.38</c:v>
                </c:pt>
                <c:pt idx="2">
                  <c:v>9.27</c:v>
                </c:pt>
                <c:pt idx="3">
                  <c:v>9.24</c:v>
                </c:pt>
                <c:pt idx="4">
                  <c:v>9.09</c:v>
                </c:pt>
                <c:pt idx="5">
                  <c:v>8.85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137</c:v>
                </c:pt>
                <c:pt idx="1">
                  <c:v>5</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4点</c:v>
                  </c:pt>
                </c:lvl>
              </c:multiLvlStrCache>
            </c:multiLvlStrRef>
          </c:cat>
          <c:val>
            <c:numRef>
              <c:f>Sheet1!$B$2:$B$7</c:f>
              <c:numCache>
                <c:formatCode>General</c:formatCode>
                <c:ptCount val="6"/>
                <c:pt idx="0">
                  <c:v>86</c:v>
                </c:pt>
                <c:pt idx="1">
                  <c:v>13</c:v>
                </c:pt>
                <c:pt idx="2">
                  <c:v>38</c:v>
                </c:pt>
                <c:pt idx="3">
                  <c:v>3</c:v>
                </c:pt>
                <c:pt idx="4">
                  <c:v>2</c:v>
                </c:pt>
                <c:pt idx="5">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コンフォートスイーツ東京ベイ</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作成日：2026年3月24日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9.22</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95.8%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朝食のバイキングは子供も食べられるものがおおくてありがたかったです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お部屋はベッドがくっついているのがよくて選んだので、快適でよかったです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・内装が綺麗 ・チェックイン、チェックアウトが楽 ・ホテル内にコンビニが併設 ・部屋が広かった ・強いて言うならお...</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送迎バスのドライバーさんのホスピタリティに溢れた対応に感謝です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ディズニーまでのバスの本数が少ないのと、最終時間が早いのが残念</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エアコンや冷蔵庫の音が気になりました エアコンや冷蔵庫の音が気になりました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7AE6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7AE60"/>
                </a:solidFill>
                <a:latin typeface="Arial" pitchFamily="34" charset="0"/>
                <a:ea typeface="Arial" pitchFamily="34" charset="-122"/>
                <a:cs typeface="Arial" pitchFamily="34" charset="-120"/>
              </a:rPr>
              <a:t>9.22</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95.8%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Agoda(9.56)が最高スコア。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137件（95.8%）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5件（3.5%）</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1件（0.7%）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朝食のバイキングは子供も食べられるものがおおくてありがたかったです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「ウェルカムドリンクや朝食のブュッフェ、それに部屋も過ごしやく1日楽しんで疲れた体を休めることができました」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お部屋はベッドがくっついているのがよくて選んだので、快適でよかったです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「小学生までなら添い寝無料で、小6・小3と添い寝しましたが大きめのベッドだったので4人でも余裕でした」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・内装が綺麗 ・チェックイン、チェックアウトが楽 ・ホテル内にコンビニが併設 ・部屋が広かった ・強いて言うならお...</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「ホテルも清潔で、快適でした」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（もちろんAI対応でもありがたいです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「送迎バスのドライバーさんのホスピタリティに溢れた対応に感謝です」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立地もディズニーから車ですぐで良かったです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「イベント会場や駅に近くてとても便利でした」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隣接しているローソンも大変助かりました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「・内装が綺麗 ・チェックイン、チェックアウトが楽 ・ホテル内にコンビニが併設 ・部屋が広かった ・強いて言うならお...」</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送迎バスのドライバーさんのホスピタリティに溢れた対応に感謝です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ディズニーまでのバスの本数が少ないのと、最終時間が早いのが残念</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エアコンや冷蔵庫の音が気になりました エアコンや冷蔵庫の音が気になりました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朝食はそれなりの品数で美味しかったし。ドリンクサービスあり　コンビニ併設。駐車場あり。1泊1500円。ディズニーに...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エアコンや冷蔵庫の音が気になりました エアコンや冷蔵庫の音が気になりました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小さいキッズスペースがあったり、ウェルカムドリンクをゆっくり飲めるスペースがあったりととても過ごしやすかったです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お風呂も綺麗で明るく子どもと一緒に入ってもリフレッシュできました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9.22点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95.8%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0.7%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約46件/期間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コンフォートスイーツ東京ベイ 口コミ分析改善レポート</dc:title>
  <dc:subject>PptxGenJS Presentation</dc:subject>
  <dc:creator>Hotel Consulting</dc:creator>
  <cp:lastModifiedBy>Hotel Consulting</cp:lastModifiedBy>
  <cp:revision>1</cp:revision>
  <dcterms:created xsi:type="dcterms:W3CDTF">2026-03-24T01:12:43Z</dcterms:created>
  <dcterms:modified xsi:type="dcterms:W3CDTF">2026-03-24T01:12:43Z</dcterms:modified>
</cp:coreProperties>
</file>