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8.62</c:v>
                </c:pt>
                <c:pt idx="3">
                  <c:v>8.5</c:v>
                </c:pt>
                <c:pt idx="4">
                  <c:v>8.25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125</c:v>
                </c:pt>
                <c:pt idx="1">
                  <c:v>16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</c:v>
                </c:pt>
                <c:pt idx="1">
                  <c:v>15</c:v>
                </c:pt>
                <c:pt idx="2">
                  <c:v>46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客室の快適性・設備の充実度への好評（135件）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駅近・交通利便性に関する好評価（104件）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フロントスタッフの丁寧な対応への好評（76件）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騒音問題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9.45点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「ベッドが少し堅かった。」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「ホテルの立地は最高でした。観光スポットへのアクセスも抜群で」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「。とにかくスタッフに電話したら、とても親切に対応してくれて、」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「ったです。食事の種類も豊富で気に入りました。」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「敵でお手頃価格」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「屋は広くて清潔です…また東京に行く機会があれば、このホテルに」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breakfast is super interesting. Very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かなり古い建物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最初は、洗濯機の音が煩いと思っていたが、換気扇の音だった。　煩くて眠れなかった！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部屋の風呂の栓が壊れていたので、お湯をためておくことができなっかた。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エレベーター待ち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エレベーターは少し気まぐれで、ベッドは少し硬かった。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朝食品質の即時改善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設備老朽化への即時対応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緊急修繕リストの作成と優先対応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老朽化設備の在庫把握と交換計画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スタッフによる日常点検の徹底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故障時のバックアップ体制整備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騒音対策の即時対応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水回り不具合の即時対応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設備更新の計画的実施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中長期設備更新ロードマップの策定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高頻度使用備品の計画的交換サイクル確立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省エネ設備への転換による維持費削減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防音設備の強化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防音カーテン・防音パネルの設置計画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騒音の多い部屋の用途転換検討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建物外部騒音対策の工事計画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月次でOTA評価スコアを確認し、朝食品質改善の進捗をトラッキングします。四半期ごとに目標値を見直し、継続的な改善サイクルを確立してください。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リッチモンドホテル東京目白の2025年12月〜2026年3月口コミ分析（146件）では、総合評価8.60点（10pt換算）、高評価率85.6%という結果が得られました。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6ヶ月以内に全体平均8.9点以上、高評価率91%以上を目指し、継続的な改善サイクルを確立することを推奨します。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2026-04-04T01:16:13Z</dcterms:created>
  <dcterms:modified xsi:type="dcterms:W3CDTF">2026-04-04T01:16:13Z</dcterms:modified>
</cp:coreProperties>
</file>