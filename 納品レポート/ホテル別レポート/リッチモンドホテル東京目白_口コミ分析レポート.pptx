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Agoda</c:v>
                  </c:pt>
                  <c:pt idx="2">
                    <c:v>じゃらん</c:v>
                  </c:pt>
                  <c:pt idx="3">
                    <c:v>楽天トラベル</c:v>
                  </c:pt>
                  <c:pt idx="4">
                    <c:v>Google</c:v>
                  </c:pt>
                  <c:pt idx="5">
                    <c:v>Booking.com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9.26</c:v>
                </c:pt>
                <c:pt idx="1">
                  <c:v>9.2</c:v>
                </c:pt>
                <c:pt idx="2">
                  <c:v>9.2</c:v>
                </c:pt>
                <c:pt idx="3">
                  <c:v>8.56</c:v>
                </c:pt>
                <c:pt idx="4">
                  <c:v>8.46</c:v>
                </c:pt>
                <c:pt idx="5">
                  <c:v>7.86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84</c:v>
                </c:pt>
                <c:pt idx="1">
                  <c:v>11</c:v>
                </c:pt>
                <c:pt idx="2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2点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43</c:v>
                </c:pt>
                <c:pt idx="1">
                  <c:v>10</c:v>
                </c:pt>
                <c:pt idx="2">
                  <c:v>31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リッチモンドホテル東京目白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分析対象期間：2026年2月〜3月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レビュー総数：97件（6サイト）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作成日：2026年3月8日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駅近の好立地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目白駅徒歩2-3分。周辺にコンビニ・飲食店・ドラッグストアが充実し利便性が極めて高い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スタッフの丁寧な対応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受験生への合格祈願セット、キッズアメニティなど、きめ細かなホスピタリティが高評価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充実のアメニティ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豊富なティーセレクション、ReFaドライヤー、雪肌精など高品質アメニティが好評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設備の経年劣化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建物・水回りの古さが複数サイトで指摘（8件）。リッチモンド基準との比較で見劣り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清掃品質のばらつき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ベッドメイキング未実施、排水溝の臭い、廊下の異臭など（5件）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朝食への期待ギャップ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リッチモンドブランドへの期待に対しガストで残念との声。利用条件の説明不足も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海外OTA（9点以上）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Trip.com・Agodaで9.2点以上の優秀評価。立地とサービスが高評価の主因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国内サイト（8.5点以上）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じゃらん9.2点、楽天8.56点。設備の古さへの言及があるも高い満足度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じゃらん・楽天・Googleは5点満点×2で10点換算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84件（86.6%）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11件（11.3%）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2件（2.1%）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駅近・好立地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目白駅から徒歩2-3分。周辺にコンビニ・ドラッグストア・飲食店が充実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「駅から近くて便利」「周辺環境も静かで治安も良い」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丁寧な接客と柔軟な対応。受験生や子連れへの特別な心遣い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「スタッフの方が優しくてよかった」「合格祈願セットに感動」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アメニティ充実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豊富なティーセレクション、ReFaドライヤー、雪肌精などブランドアメニティ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「お茶の種類がすごく多い」「アメニティが充実していて感動」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広々とした部屋、快適なベッド、バス・トイレ別の設計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「部屋はとても広々として快適」「ベッドも広くてぐっすり眠れた」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朝食（ガスト）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ガストの朝食バイキングは豊富なメニューと手頃な価格が好評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「朝食バイキングのメニューが豊富で大満足」「1500円でお得」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コストパフォーマンス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立地・設備・サービスに対して価格が手頃との評価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「この価格で宿泊できてお得」「コスパが高い」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設備の経年劣化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建物・水回りの古さが複数サイトで指摘。リッチモンド基準との比較で見劣り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清掃品質のばらつき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ベッドメイキング未実施、カップ未洗浄、排水溝の臭い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朝食への期待ギャップ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リッチモンドブランドで期待したがガストで残念。利用条件の説明不足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一部客室の狭さ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トリプル利用時の狭さ、1階客室の採光不足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ゲスト要望の対応漏れ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備考欄の要望（エキストラベッド不要）が反映されず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廊下の換気・臭い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廊下の通風が悪く異臭がするとの指摘（海外ゲスト）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清掃時の私物紛失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洗って乾かしていた化粧パフがゴミと間違えて廃棄された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Booking.com低評価傾向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他サイトに比べ平均7.86点とやや低め。海外ゲストの期待値との差異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清掃品質の標準化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清掃完了チェックリストの作成・配布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ベッドメイキング・カップ洗浄を必須項目化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スーパーバイザーの抜き打ちチェック（週3回）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ゲスト私物の取り扱いルール明文化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ゲスト要望確認プロセス強化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チェックイン時の備考欄確認フロー導入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予約特記事項のシステム自動ハイライト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朝食チケット利用条件の説明統一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廊下の換気・消臭対策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定期換気スケジュール策定（朝・昼・夕）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消臭剤・芳香剤の設置箇所見直し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換気扇の稼働状況チェック・清掃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口コミ返信の強化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全サイトの口コミ返信率100%を目標設定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48時間以内の返信ルール策定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海外ゲストへの英語返信テンプレート作成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水回りリフレッシュ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排水溝の高圧洗浄（隔週実施）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シャワーヘッド・水栓パーツ交換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バスルームのコーキング打ち直し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朝食体験の向上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ガスト朝食の独自メニュー追加検討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朝食案内チラシの改訂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ウェルカムドリンクチケットの説明強化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海外ゲスト対応強化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多言語案内（英語・中国語）の充実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Booking.com口コミへの丁寧な返信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客室設備リノベーション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経年劣化が著しい客室から順次改修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バスルーム・トイレの部分改修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家具・カーペットの更新計画策定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共用部の環境改善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廊下の換気システム改修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共用部の照明・内装リニューアル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1階客室の採光改善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照明器具のアップグレード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カーテン・窓回りの改善検討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インテリアでの明るさ演出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8.69点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0%維持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Booking.com平均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7.86点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清掃関連クレーム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設備関連指摘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3件以下/2ヶ月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2026年12月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月次で各サイトの口コミを集計・分析し、四半期ごとにKPI達成状況をレビュー。清掃品質は週次チェックリストの集計で早期に効果を検証します。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リッチモンドホテル東京目白は、全体平均8.69点・高評価率86.6%と高い顧客満足度を達成しています。「駅近の好立地」「スタッフの丁寧な対応」「充実したアメニティ」が競争優位性の核です。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設備の経年劣化と清掃品質のばらつきが主要課題ですが、Phase 1の即座対応（清掃標準化・要望確認強化）で短期間でのクレーム削減が期待できます。Phase 2・3の設備改善を計画的に進めることで、全サイト平均9.0点以上を目指します。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受験シーズンの合格祈願セットやキッズアメニティなど、「温かみのあるおもてなし」は他ホテルとの差別化要因として非常に有効です。この強みを維持・強化しながら改善を進めてまいります。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着実な改善の積み重ねにより、さらなる顧客満足度の向上とリピーター獲得を実現いたします。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リッチモンドホテル東京目白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2026-03-08T10:28:24Z</dcterms:created>
  <dcterms:modified xsi:type="dcterms:W3CDTF">2026-03-08T10:28:24Z</dcterms:modified>
</cp:coreProperties>
</file>