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125</c:v>
                </c:pt>
                <c:pt idx="1">
                  <c:v>16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客室の快適性・設備の充実度への好評（135件）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駅近・交通利便性に関する好評価（104件）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フロントスタッフの丁寧な対応への好評（76件）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9.45点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「ベッドが少し堅かった。」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「ホテルの立地は最高でした。観光スポットへのアクセスも抜群で」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「。とにかくスタッフに電話したら、とても親切に対応してくれて、」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「ったです。食事の種類も豊富で気に入りました。」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「敵でお手頃価格」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「屋は広くて清潔です…また東京に行く機会があれば、このホテルに」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breakfast is super interesting. Very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かなり古い建物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最初は、洗濯機の音が煩いと思っていたが、換気扇の音だった。　煩くて眠れなかった！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部屋の風呂の栓が壊れていたので、お湯をためておくことができなっかた。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エレベーター待ち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エレベーターは少し気まぐれで、ベッドは少し硬かった。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設備老朽化への即時対応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騒音対策の即時対応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水回り不具合の即時対応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リッチモンドホテル東京目白の2025年12月〜2026年4月口コミ分析（146件）では、総合評価8.60点（10pt換算）、高評価率85.6%という結果が得られました。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6ヶ月以内に全体平均8.9点以上、高評価率91%以上を目指し、継続的な改善サイクルを確立することを推奨します。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2026-04-12T23:43:32Z</dcterms:created>
  <dcterms:modified xsi:type="dcterms:W3CDTF">2026-04-12T23:43:32Z</dcterms:modified>
</cp:coreProperties>
</file>