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9.58</c:v>
                </c:pt>
                <c:pt idx="1">
                  <c:v>9</c:v>
                </c:pt>
                <c:pt idx="2">
                  <c:v>8.89</c:v>
                </c:pt>
                <c:pt idx="3">
                  <c:v>8.62</c:v>
                </c:pt>
                <c:pt idx="4">
                  <c:v>8.4</c:v>
                </c:pt>
                <c:pt idx="5">
                  <c:v>8.36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高評価(8-10)</c:v>
                </c:pt>
                <c:pt idx="1">
                  <c:v>中評価(5-7)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60</c:v>
                </c:pt>
                <c:pt idx="1">
                  <c:v>11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</c:v>
                </c:pt>
                <c:pt idx="1">
                  <c:v>9</c:v>
                </c:pt>
                <c:pt idx="2">
                  <c:v>19</c:v>
                </c:pt>
                <c:pt idx="3">
                  <c:v>5</c:v>
                </c:pt>
                <c:pt idx="4">
                  <c:v>5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分析対象期間：2026年1月〜2月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レビュー総数：71件（6サイト）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45%のレビューで言及。駅直結の利便性が最大の強み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清潔感・スタッフ対応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各17件で言及。基本品質の高さを示す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リピート率の高さ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5年以上の常連客あり。強固な顧客基盤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水回り・バスルーム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匂い・清掃不備・設備配置の問題（7件）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スーツケース展開困難、2名利用時の圧迫感（6件）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エレベーター混雑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チェックイン時に待ち時間が長い（3件）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全サイトで安定した高評価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海外OTA（10pt満点）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 9.58 / Booking 8.62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 8.40 — 高水準を安定維持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国内サイト（5pt→10pt換算）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9.00 / 楽天 8.89 / じゃらん 8.36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全サイト8点以上で良好〜優秀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国内5pt満点は×2で10pt換算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60件（84.5%）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11件（15.5%）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駅直結、徒歩3分、全天候型通路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「大崎駅南口から徒歩わずか3分、便利な立地」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快適な部屋、充実アメニティ、マッサージ機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「部屋は快適で居心地が良い」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館内・客室の清潔さ、リニューアル感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「何より綺麗で清潔感がある」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親切丁寧な接客、笑顔の対応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「スタッフは親切で丁寧」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美味しい朝食ビュッフェ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「朝食も美味しかった」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リピート意向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常連客多数、再訪希望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「5年前から年1〜2回利用」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水回り・バスルーム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風呂の匂い、湯船清掃不備、トイレ配置問題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スーツケース展開困難、2名利用時の圧迫感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エレベーター混雑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チェックイン時の長い待ち時間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周辺環境の案内不足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深夜コンビニ・レストラン情報が不十分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アクセス案内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ホテルへの道順が分かりにくい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チェックイン設備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タッチパネル反応不良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スタッフ情報提供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大浴場の案内誤り（隣接施設との混同）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騒音・防音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部屋内での物音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客室清掃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湯船の清掃不十分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水回り清掃の徹底強化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清掃チェックリストに湯船・排水口・換気扇を追加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清掃後の換気時間延長（最低30分）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排水管クリーニング月2回へ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エレベーター混雑の緩和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モバイルチェックインの積極案内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荷物先預かりサービスの強化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チェックイン時間帯の運行最適化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周辺情報・アクセス案内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深夜営業コンビニMAP配布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多言語パンフレット整備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HP・OTAに写真付きアクセスガイド掲載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スタッフ情報共有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隣接施設の正確な案内文作成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外国人スタッフ向けFAQマニュアル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電話予約時の品質モニタリング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客室の「広さ感」向上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折り畳み式バゲージラック設置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壁掛けテレビへの変更検討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ミラー配置による視覚的広がり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OTA写真・説明文の改善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バスルーム写真の刷新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口コミ全件48h以内返信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「駅直結」を各OTAに明記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特定フロアの防音状況調査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ドア下部の防音テープ設置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バスルームリニューアル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トイレ・ウォシュレット位置見直し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換気システムの更新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排水設備の大規模メンテナンス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エレベーター効率化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AI制御システムの導入検討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ピーク時運行パターン最適化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デジタル施策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モバイルキー・チェックイン導入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客室タブレットで多言語情報提供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チャットボットによる外国人対応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4.18/5点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4.5/5点以上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4.44/5点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4.6/5点以上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7件/2ヶ月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2件以下/2ヶ月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2026年7月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8862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四半期ごとにKPIをレビューし、目標未達の場合は追加施策を検討。月次で口コミモニタリングを実施し、新たな課題の早期発見に努める。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256032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当ホテルは10pt換算で全体平均8.77点、高評価率84.5%、低評価率0.0%と非常に高い水準を維持しています。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全6サイトで10pt換算8点以上を達成。「立地」「清潔感」「スタッフの質」の三大基本要素が確固たる競争基盤を形成しています。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現在の高水準を更に向上させるため、「水回り品質」「部屋の狭さ対策」「エレベーター混雑」を重点改善テーマとし、全体平均9.0点以上を目指します。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1を着実に推進し、月次モニタリングで効果を検証していきましょう。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ご清聴ありがとうございました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2026-03-07T10:35:27Z</dcterms:created>
  <dcterms:modified xsi:type="dcterms:W3CDTF">2026-03-07T10:35:27Z</dcterms:modified>
</cp:coreProperties>
</file>