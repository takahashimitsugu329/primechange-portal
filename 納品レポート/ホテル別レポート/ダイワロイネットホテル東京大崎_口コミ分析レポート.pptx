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Booking.com</c:v>
                  </c:pt>
                  <c:pt idx="2">
                    <c:v>Agoda</c:v>
                  </c:pt>
                  <c:pt idx="3">
                    <c:v>Google</c:v>
                  </c:pt>
                  <c:pt idx="4">
                    <c:v>楽天トラベル</c:v>
                  </c:pt>
                  <c:pt idx="5">
                    <c:v>じゃらん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8.81</c:v>
                </c:pt>
                <c:pt idx="2">
                  <c:v>8.25</c:v>
                </c:pt>
                <c:pt idx="3">
                  <c:v>8</c:v>
                </c:pt>
                <c:pt idx="4">
                  <c:v>8</c:v>
                </c:pt>
                <c:pt idx="5">
                  <c:v>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</c:v>
                </c:pt>
                <c:pt idx="1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2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ダイワロイネットホテル東京大崎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レビュー総数：37件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作成日：2026年4月3日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73.0%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客室の快適性・設備の充実度への好評（19件）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駅近・交通利便性に関する好評価（17件）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客室・共用部の清潔さへの高評価（11件）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朝食品質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6件の指摘あり。改善対応を推奨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口コミ返信率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サービス改善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継続的な品質管理・予防的対応を推奨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Trip.com: 10.00点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27件（73.0%）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10件（27.0%）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0件（0.0%）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「ています。部屋はシンプルで気に入りました。会社にも徒歩圏内で」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「地下鉄大斉駅もすぐ下にあります。また利用したいと思います。総」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「とても清潔」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「連休に2泊朝食付で泊まりました。  ホテル料金高騰の中で都心」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「重品は毎日フロントに預けなければなりませんでした。コットンボ」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「的にとても満足しています。部屋はシンプルで気に入りました。会」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以前、レストランが14階にあったと思うのですが、その時の朝食は素晴らしかったです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口コミへの返信対応を強化する余地あり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サービス改善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継続的なサービス品質向上が必要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設備メンテナンス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定期的なメンテナンス体制の整備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朝食品質の即時改善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朝食メニューへのフィードバック収集と改善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食材品質の見直しと産地表示の充実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混雑緩和のための時間帯分散対策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朝食スタッフへのホスピタリティ研修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口コミ返信率100%の実現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朝食体験の抜本的改善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メニュー拡充と季節限定品の導入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朝食会場レイアウト改善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地産地消食材の導入による差別化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OTA評価スコア向上施策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高評価レビュー投稿の依頼タイミング最適化（チェックアウト時）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満足度の高い宿泊者へのフォローアップメール送信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じゃらん・楽天の評価向上に向けた特典プログラム検討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「部屋・設備」の競争優位性強化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8.59点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月次でOTA評価スコアを確認し、朝食品質改善の進捗をトラッキングします。四半期ごとに目標値を見直し、継続的な改善サイクルを確立してください。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ダイワロイネットホテル東京大崎の2025年12月〜2026年3月口コミ分析（37件）では、総合評価8.59点（10pt換算）、高評価率73.0%という結果が得られました。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6ヶ月以内に全体平均8.9点以上、高評価率78%以上を目指し、継続的な改善サイクルを確立することを推奨します。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ダイワロイネットホテル東京大崎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2026-04-04T01:16:11Z</dcterms:created>
  <dcterms:modified xsi:type="dcterms:W3CDTF">2026-04-04T01:16:11Z</dcterms:modified>
</cp:coreProperties>
</file>