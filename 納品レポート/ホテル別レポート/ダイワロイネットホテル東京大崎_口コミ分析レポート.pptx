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27</c:v>
                </c:pt>
                <c:pt idx="1">
                  <c:v>10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客室の快適性・設備の充実度への好評（19件）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駅近・交通利便性に関する好評価（17件）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客室・共用部の清潔さへの高評価（11件）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6件の指摘あり。改善対応を推奨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口コミ返信率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サービス改善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10.00点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「ています。部屋はシンプルで気に入りました。会社にも徒歩圏内で」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「地下鉄大斉駅もすぐ下にあります。また利用したいと思います。総」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「とても清潔」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「連休に2泊朝食付で泊まりました。  ホテル料金高騰の中で都心」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「重品は毎日フロントに預けなければなりませんでした。コットンボ」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「的にとても満足しています。部屋はシンプルで気に入りました。会」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以前、レストランが14階にあったと思うのですが、その時の朝食は素晴らしかったです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口コミへの返信対応を強化する余地あり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サービス改善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継続的なサービス品質向上が必要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設備メンテナンス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定期的なメンテナンス体制の整備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朝食品質の即時改善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口コミ返信率100%の実現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「部屋・設備」の競争優位性強化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月次でOTA評価スコアを確認し、朝食品質改善の進捗をトラッキングします。四半期ごとに目標値を見直し、継続的な改善サイクルを確立してください。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ダイワロイネットホテル東京大崎の2025年12月〜2026年4月口コミ分析（37件）では、総合評価8.59点（10pt換算）、高評価率73.0%という結果が得られました。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6ヶ月以内に全体平均8.9点以上、高評価率78%以上を目指し、継続的な改善サイクルを確立することを推奨します。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2026-04-12T23:43:30Z</dcterms:created>
  <dcterms:modified xsi:type="dcterms:W3CDTF">2026-04-12T23:43:30Z</dcterms:modified>
</cp:coreProperties>
</file>