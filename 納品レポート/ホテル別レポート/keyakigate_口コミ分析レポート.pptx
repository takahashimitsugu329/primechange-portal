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楽天トラベル</c:v>
                  </c:pt>
                  <c:pt idx="3">
                    <c:v>Booking.com</c:v>
                  </c:pt>
                  <c:pt idx="4">
                    <c:v>じゃらん</c:v>
                  </c:pt>
                  <c:pt idx="5">
                    <c:v>Google</c:v>
                  </c:pt>
                </c:lvl>
              </c:multiLvlStrCache>
            </c:multiLvlStrRef>
          </c:cat>
          <c:val>
            <c:numRef>
              <c:f>Sheet1!$B$2:$B$7</c:f>
              <c:numCache>
                <c:formatCode>General</c:formatCode>
                <c:ptCount val="6"/>
                <c:pt idx="0">
                  <c:v>9.75</c:v>
                </c:pt>
                <c:pt idx="1">
                  <c:v>9.5</c:v>
                </c:pt>
                <c:pt idx="2">
                  <c:v>9.41</c:v>
                </c:pt>
                <c:pt idx="3">
                  <c:v>9</c:v>
                </c:pt>
                <c:pt idx="4">
                  <c:v>8.8</c:v>
                </c:pt>
                <c:pt idx="5">
                  <c:v>6</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54</c:v>
                </c:pt>
                <c:pt idx="1">
                  <c:v>5</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2点</c:v>
                  </c:pt>
                </c:lvl>
              </c:multiLvlStrCache>
            </c:multiLvlStrRef>
          </c:cat>
          <c:val>
            <c:numRef>
              <c:f>Sheet1!$B$2:$B$7</c:f>
              <c:numCache>
                <c:formatCode>General</c:formatCode>
                <c:ptCount val="6"/>
                <c:pt idx="0">
                  <c:v>39</c:v>
                </c:pt>
                <c:pt idx="1">
                  <c:v>3</c:v>
                </c:pt>
                <c:pt idx="2">
                  <c:v>12</c:v>
                </c:pt>
                <c:pt idx="3">
                  <c:v>1</c:v>
                </c:pt>
                <c:pt idx="4">
                  <c:v>4</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レビュー総数：61件（6サイト）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作成日：2026年4月6日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8.98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88.5%</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3.3%</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61件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府中駅からすぐの立地で本当に便利です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お部屋も綺麗、バスルームも広めでアメニティグッツも充実してます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お部屋も綺麗、バスルームも広めでアメニティグッツも充実してます</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朝食のメニューは少ないけど、非常に美味しくいただきました。スマホの動画をテレビへ転送できるシステムも良かったです。...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ただ最近はご飯茶碗が小さくなって来といたりと残念ポイントがあります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ベッドが小さい</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8.98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88.5%</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3.3%</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61件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Trip.com(9.75)が最高スコア。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Google(6.0)が相対的に低い。口コミ返信の強化が急務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54件（88.5%）</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5件（8.2%）</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2件（3.3%）</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府中駅からすぐの立地で本当に便利です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「駅から近く京王アリーナにも近くてとても便利」</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お部屋も綺麗、バスルームも広めでアメニティグッツも充実してます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「部屋もキレイで居心地も良いです」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お部屋も綺麗、バスルームも広めでアメニティグッツも充実してます</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「仕事の出張にて、何度か利用させて頂いておりますが、ホテルが綺麗かつ快適です」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朝食のメニューは少ないけど、非常に美味しくいただきました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「朝食は素晴らしく美味しかったです」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フロントの方も親切で府中にくるかたへぜひおすすめしたいホテルです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部屋の広さ</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お部屋も綺麗、バスルームも広めでアメニティグッツも充実してます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「通常のビジネスホテルよりも広いのは当たり前だが、お風呂もそれなりに広く疲れが取れる入浴剤のサービスもあり良かった」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朝食のメニューは少ないけど、非常に美味しくいただきました。スマホの動画をテレビへ転送できるシステムも良かったです。...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ただ最近はご飯茶碗が小さくなって来といたりと残念ポイントがあります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お部屋も綺麗、バスルームも広めでアメニティグッツも充実してます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1" name="Text 9"/>
          <p:cNvSpPr/>
          <p:nvPr/>
        </p:nvSpPr>
        <p:spPr>
          <a:xfrm>
            <a:off x="64008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2" name="Shape 10"/>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4709160" y="1005840"/>
            <a:ext cx="3977640" cy="365760"/>
          </a:xfrm>
          <a:prstGeom prst="rect">
            <a:avLst/>
          </a:prstGeom>
          <a:solidFill>
            <a:srgbClr val="1A2744"/>
          </a:solidFill>
          <a:ln/>
        </p:spPr>
      </p:sp>
      <p:sp>
        <p:nvSpPr>
          <p:cNvPr id="14" name="Text 12"/>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5" name="Text 13"/>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6" name="Text 14"/>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7" name="Text 15"/>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18" name="Text 16"/>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19" name="Text 17"/>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0" name="Text 18"/>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8.98点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2026-04-06T04:03:17Z</dcterms:created>
  <dcterms:modified xsi:type="dcterms:W3CDTF">2026-04-06T04:03:17Z</dcterms:modified>
</cp:coreProperties>
</file>