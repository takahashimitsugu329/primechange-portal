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9.02</c:v>
                </c:pt>
                <c:pt idx="2">
                  <c:v>8.93</c:v>
                </c:pt>
                <c:pt idx="3">
                  <c:v>8.67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6</c:v>
                </c:pt>
                <c:pt idx="2">
                  <c:v>27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94件（87.0%）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8.81点 → 目標 9.31点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87.0% → 目標 92.0%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3.7% → 目標 1.7%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ホテルケヤキゲート東京府中は全体平均8.81点（10pt換算）、高評価率87.0%を達成しています。本レポートで示した改善施策を段階的に実施することで、さらなる顧客満足度向上が期待できます。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