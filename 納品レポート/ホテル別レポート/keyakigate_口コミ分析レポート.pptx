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Agoda</c:v>
                  </c:pt>
                  <c:pt idx="3">
                    <c:v>Booking.com</c:v>
                  </c:pt>
                  <c:pt idx="4">
                    <c:v>じゃらん</c:v>
                  </c:pt>
                  <c:pt idx="5">
                    <c:v>Google</c:v>
                  </c:pt>
                </c:lvl>
              </c:multiLvlStrCache>
            </c:multiLvlStrRef>
          </c:cat>
          <c:val>
            <c:numRef>
              <c:f>Sheet1!$B$2:$B$7</c:f>
              <c:numCache>
                <c:formatCode>General</c:formatCode>
                <c:ptCount val="6"/>
                <c:pt idx="0">
                  <c:v>9.86</c:v>
                </c:pt>
                <c:pt idx="1">
                  <c:v>9.02</c:v>
                </c:pt>
                <c:pt idx="2">
                  <c:v>8.93</c:v>
                </c:pt>
                <c:pt idx="3">
                  <c:v>8.67</c:v>
                </c:pt>
                <c:pt idx="4">
                  <c:v>8.67</c:v>
                </c:pt>
                <c:pt idx="5">
                  <c:v>6.67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94</c:v>
                </c:pt>
                <c:pt idx="1">
                  <c:v>10</c:v>
                </c:pt>
                <c:pt idx="2">
                  <c:v>4</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4点</c:v>
                  </c:pt>
                  <c:pt idx="6">
                    <c:v>2点</c:v>
                  </c:pt>
                </c:lvl>
              </c:multiLvlStrCache>
            </c:multiLvlStrRef>
          </c:cat>
          <c:val>
            <c:numRef>
              <c:f>Sheet1!$B$2:$B$8</c:f>
              <c:numCache>
                <c:formatCode>General</c:formatCode>
                <c:ptCount val="7"/>
                <c:pt idx="0">
                  <c:v>61</c:v>
                </c:pt>
                <c:pt idx="1">
                  <c:v>6</c:v>
                </c:pt>
                <c:pt idx="2">
                  <c:v>27</c:v>
                </c:pt>
                <c:pt idx="3">
                  <c:v>1</c:v>
                </c:pt>
                <c:pt idx="4">
                  <c:v>9</c:v>
                </c:pt>
                <c:pt idx="5">
                  <c:v>1</c:v>
                </c:pt>
                <c:pt idx="6">
                  <c:v>3</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ホテルケヤキゲート東京府中</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レビュー総数：108件（6サイト）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8.81</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87.0%</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108件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駅から近く京王アリーナにも近くてとても便利</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附近最好的酒店了吧 部屋は少し狭かったものの、とても清潔でした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仕事の出張にて、何度か利用させて頂いておりますが、ホテルが綺麗かつ快適です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朝食の改善要望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朝食も美味しかったです。副菜も少しずついただきましたがどれも美味しかったです。  今回、無事にパンも焼くことができ...</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ただ最近はご飯茶碗が小さくなって来といたりと残念ポイントがあります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窓・採光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入室して、すりガラスの窓を見た時のガッカリ感と言ったらなかった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8.81</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87.0%</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108件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Trip.com(9.86)が最高スコア。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8.93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8.93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94件（87.0%）</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10件（9.3%）</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4件（3.7%）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駅から近く京王アリーナにも近くてとても便利</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「府中駅から直結ですので大きな荷物を持っていても不便なく移動できました」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附近最好的酒店了吧 部屋は少し狭かったものの、とても清潔でした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「駅からのアクセスと清潔さが最高でした」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仕事の出張にて、何度か利用させて頂いておりますが、ホテルが綺麗かつ快適です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「クッションやベッドでの寝心地よかった」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朝食は素晴らしく美味しかったです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「清掃も行き届いており朝食の和食もおいしかったです」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通常のビジネスホテルよりも広いのは当たり前だが、お風呂もそれなりに広く疲れが取れる入浴剤のサービスもあり良かった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「受付の方もスマートで丁寧で好印象」</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駅まで傘無しで1分、京王スーパーも駅直結です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「事前に買い物に行き、1Fから入ろうと思いましたが、出入り口が分かりにくく（駐輪場の奥に出入り口があるとも分からず）...」</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朝食も美味しかったです。副菜も少しずついただきましたがどれも美味しかったです。  今回、無事にパンも焼くことができ...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ただ最近はご飯茶碗が小さくなって来といたりと残念ポイントがあります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入室して、すりガラスの窓を見た時のガッカリ感と言ったらなかった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ベッドが小さい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ビジネスに利用するには少々高めではありますが、風呂とトイレは広く取られており、窮屈感がありません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紅茶、コーヒー、ほうじ茶があり寒い日には嬉しいアメニティでした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周辺の宿泊施設は老朽化が激しく小さなリクエストにも答えない施設があったりと・・・当施設は築浅で基本的な部分は申し分...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ただ１つ難を言わせていただくなら、部屋着の匂いがキツく残念でした｡ また、機会がありましたらお世話になりたいと思います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お風呂等設備が新しかったので綺麗だったんで良かったですが、ベッドのシーツに毛やゴミが残ってました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客室レイアウトの見直し</a:t>
            </a:r>
            <a:endParaRPr lang="en-US" sz="1000" dirty="0"/>
          </a:p>
        </p:txBody>
      </p:sp>
      <p:sp>
        <p:nvSpPr>
          <p:cNvPr id="22" name="Text 20"/>
          <p:cNvSpPr/>
          <p:nvPr/>
        </p:nvSpPr>
        <p:spPr>
          <a:xfrm>
            <a:off x="4892040" y="3602736"/>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家具配置の最適化による体感スペースの拡大</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コンパクト家具への入替検討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収納スペースの効率化</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8.81点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87.0%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92%以上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朝食の改善要望クレーム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約8件/期間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ホテルケヤキゲート東京府中 口コミ分析改善レポート</dc:title>
  <dc:subject>PptxGenJS Presentation</dc:subject>
  <dc:creator>Hotel Consulting</dc:creator>
  <cp:lastModifiedBy>Hotel Consulting</cp:lastModifiedBy>
  <cp:revision>1</cp:revision>
  <dcterms:created xsi:type="dcterms:W3CDTF">2026-04-02T08:56:35Z</dcterms:created>
  <dcterms:modified xsi:type="dcterms:W3CDTF">2026-04-02T08:56:35Z</dcterms:modified>
</cp:coreProperties>
</file>