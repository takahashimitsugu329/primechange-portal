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9.83</c:v>
                </c:pt>
                <c:pt idx="1">
                  <c:v>8.97</c:v>
                </c:pt>
                <c:pt idx="2">
                  <c:v>8.77</c:v>
                </c:pt>
                <c:pt idx="3">
                  <c:v>8.67</c:v>
                </c:pt>
                <c:pt idx="4">
                  <c:v>8.56</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72</c:v>
                </c:pt>
                <c:pt idx="1">
                  <c:v>9</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C2626"/>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6点</c:v>
                  </c:pt>
                  <c:pt idx="4">
                    <c:v>4点</c:v>
                  </c:pt>
                  <c:pt idx="5">
                    <c:v>2点</c:v>
                  </c:pt>
                </c:lvl>
              </c:multiLvlStrCache>
            </c:multiLvlStrRef>
          </c:cat>
          <c:val>
            <c:numRef>
              <c:f>Sheet1!$B$2:$B$7</c:f>
              <c:numCache>
                <c:formatCode>General</c:formatCode>
                <c:ptCount val="6"/>
                <c:pt idx="0">
                  <c:v>47</c:v>
                </c:pt>
                <c:pt idx="1">
                  <c:v>5</c:v>
                </c:pt>
                <c:pt idx="2">
                  <c:v>20</c:v>
                </c:pt>
                <c:pt idx="3">
                  <c:v>9</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駅から近いなどアクセスが良いのは分かるが 評価が高い理由が正直分からない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また、朝食も常にきれいにブュッフェが設えてあり、気持ちよく美味しくいただけました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また、朝食も常にきれいにブュッフェが設えてあり、気持ちよく美味しくいただけました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部屋は普通ですが、朝食が品数は多くはないですが、一ひねりあっておいしかったです（麹焼きだったか鮭や酢漬けの野菜など）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掛け布団を、どんなに引っ張り出して自由に使おうとしても、硬すぎて…、 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入室して、すりガラスの窓を見た時のガッカリ感と言ったらなかった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3.6%</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72件（85.7%）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9件（10.7%）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3件（3.6%）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駅から近いなどアクセスが良いのは分かるが 評価が高い理由が正直分からない</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「駅から大変近く、周りにも賑やかなお店がたくさんあり、仕事でも観光でもお勧めです」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また、朝食も常にきれいにブュッフェが設えてあり、気持ちよく美味しくいただけました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「コンパクトなお部屋でしたが清潔感があり快適」</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また、朝食も常にきれいにブュッフェが設えてあり、気持ちよく美味しくいただけました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「朝食ビュッフェは種類は多くはありませんが、ひとつひとつ美味しくいただきました」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ベッドサイドの照明が壊れていた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「コンパクトなお部屋でしたが清潔感があり快適」</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嬉しいサービスでした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「中に入ってしまえばバリアフリーでしたが、フロントに行くまでの表示をもっとわかりやすくしてほしかったです」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事前に買い物に行き、1Fから入ろうと思いましたが、出入り口が分かりにくく（駐輪場の奥に出入り口があるとも分からず）...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「駅周辺には、商業施設が立ち並んでいるので、飲食店やコンビニがたくさんあります」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部屋は普通ですが、朝食が品数は多くはないですが、一ひねりあっておいしかったです（麹焼きだったか鮭や酢漬けの野菜など）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掛け布団を、どんなに引っ張り出して自由に使おうとしても、硬すぎて…、 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入室して、すりガラスの窓を見た時のガッカリ感と言ったらなかった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紅茶、コーヒー、ほうじ茶があり寒い日には嬉しいアメニティでした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周辺の宿泊施設は老朽化が激しく小さなリクエストにも答えない施設があったりと・・・当施設は築浅で基本的な部分は申し分...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お風呂等設備が新しかったので綺麗だったんで良かったですが、ベッドのシーツに毛やゴミが残ってました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2026-03-19T01:52:11Z</dcterms:created>
  <dcterms:modified xsi:type="dcterms:W3CDTF">2026-03-19T01:52:11Z</dcterms:modified>
</cp:coreProperties>
</file>