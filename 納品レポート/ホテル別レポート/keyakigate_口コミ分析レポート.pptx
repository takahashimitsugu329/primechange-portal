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9.07</c:v>
                </c:pt>
                <c:pt idx="2">
                  <c:v>8.77</c:v>
                </c:pt>
                <c:pt idx="3">
                  <c:v>8.67</c:v>
                </c:pt>
                <c:pt idx="4">
                  <c:v>8.56</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72</c:v>
                </c:pt>
                <c:pt idx="1">
                  <c:v>8</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47</c:v>
                </c:pt>
                <c:pt idx="1">
                  <c:v>5</c:v>
                </c:pt>
                <c:pt idx="2">
                  <c:v>20</c:v>
                </c:pt>
                <c:pt idx="3">
                  <c:v>8</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駅から大変近く、周りにも賑やかなお店がたくさんあり、仕事でも観光でもお勧めです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また、朝食も常にきれいにブュッフェが設えてあり、気持ちよく美味しくいただけました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また、朝食も常にきれいにブュッフェが設えてあり、気持ちよく美味しくいただけました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部屋は普通ですが、朝食が品数は多くはないですが、一ひねりあっておいしかったです（麹焼きだったか鮭や酢漬けの野菜など）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72件（86.7%）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8件（9.6%）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3件（3.6%）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駅から大変近く、周りにも賑やかなお店がたくさんあり、仕事でも観光でもお勧めです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「駅直結で小さな子ども連れでも行きやすかったです」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また、朝食も常にきれいにブュッフェが設えてあり、気持ちよく美味しくいただけました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「コンパクトなお部屋でしたが清潔感があり快適」</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また、朝食も常にきれいにブュッフェが設えてあり、気持ちよく美味しくいただけました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「朝食ビュッフェは種類は多くはありませんが、ひとつひとつ美味しくいただきました」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コンパクトなお部屋でしたが清潔感があり快適</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「清潔感のあるお部屋でベッドが大きくぐっすりと眠れました」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嬉しいサービスでした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「中に入ってしまえばバリアフリーでしたが、フロントに行くまでの表示をもっとわかりやすくしてほしかったです」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部屋は普通ですが、朝食が品数は多くはないですが、一ひねりあっておいしかったです（麹焼きだったか鮭や酢漬けの野菜など）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2026-03-16T22:42:40Z</dcterms:created>
  <dcterms:modified xsi:type="dcterms:W3CDTF">2026-03-16T22:42:40Z</dcterms:modified>
</cp:coreProperties>
</file>