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8.92</c:v>
                </c:pt>
                <c:pt idx="2">
                  <c:v>8.86</c:v>
                </c:pt>
                <c:pt idx="3">
                  <c:v>8.69</c:v>
                </c:pt>
                <c:pt idx="4">
                  <c:v>8.67</c:v>
                </c:pt>
                <c:pt idx="5">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86</c:v>
                </c:pt>
                <c:pt idx="1">
                  <c:v>10</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55</c:v>
                </c:pt>
                <c:pt idx="1">
                  <c:v>5</c:v>
                </c:pt>
                <c:pt idx="2">
                  <c:v>26</c:v>
                </c:pt>
                <c:pt idx="3">
                  <c:v>1</c:v>
                </c:pt>
                <c:pt idx="4">
                  <c:v>9</c:v>
                </c:pt>
                <c:pt idx="5">
                  <c:v>1</c:v>
                </c:pt>
                <c:pt idx="6">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レビュー総数：100件（6サイト）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また駅から近く便利です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部屋は綺麗で、日本にしてはスペースがあった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クッションやベッドでの寝心地よかった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86件（86.0%）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4件（4.0%）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また駅から近く便利です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「駅と直結している」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「府中駅すぐの便利なホテルでしたし、部屋もきれいです」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「アメニティにリプトンの紅茶があり嬉しかったです」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朝食も選べて美味しかったです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スタッフはフレンドーでとても心地よかった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「下のカフェも利用しましたがルームキー提示で商品OFFサービスはなかなか他にはない点だと思いました」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2026-03-27T23:58:18Z</dcterms:created>
  <dcterms:modified xsi:type="dcterms:W3CDTF">2026-03-27T23:58:18Z</dcterms:modified>
</cp:coreProperties>
</file>