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Agoda</c:v>
                  </c:pt>
                  <c:pt idx="3">
                    <c:v>Booking.com</c:v>
                  </c:pt>
                  <c:pt idx="4">
                    <c:v>じゃらん</c:v>
                  </c:pt>
                  <c:pt idx="5">
                    <c:v>Google</c:v>
                  </c:pt>
                </c:lvl>
              </c:multiLvlStrCache>
            </c:multiLvlStrRef>
          </c:cat>
          <c:val>
            <c:numRef>
              <c:f>Sheet1!$B$2:$B$7</c:f>
              <c:numCache>
                <c:formatCode>General</c:formatCode>
                <c:ptCount val="6"/>
                <c:pt idx="0">
                  <c:v>9.83</c:v>
                </c:pt>
                <c:pt idx="1">
                  <c:v>8.92</c:v>
                </c:pt>
                <c:pt idx="2">
                  <c:v>8.86</c:v>
                </c:pt>
                <c:pt idx="3">
                  <c:v>8.6</c:v>
                </c:pt>
                <c:pt idx="4">
                  <c:v>8.6</c:v>
                </c:pt>
                <c:pt idx="5">
                  <c:v>6.67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84</c:v>
                </c:pt>
                <c:pt idx="1">
                  <c:v>10</c:v>
                </c:pt>
                <c:pt idx="2">
                  <c:v>4</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4点</c:v>
                  </c:pt>
                  <c:pt idx="6">
                    <c:v>2点</c:v>
                  </c:pt>
                </c:lvl>
              </c:multiLvlStrCache>
            </c:multiLvlStrRef>
          </c:cat>
          <c:val>
            <c:numRef>
              <c:f>Sheet1!$B$2:$B$8</c:f>
              <c:numCache>
                <c:formatCode>General</c:formatCode>
                <c:ptCount val="7"/>
                <c:pt idx="0">
                  <c:v>53</c:v>
                </c:pt>
                <c:pt idx="1">
                  <c:v>5</c:v>
                </c:pt>
                <c:pt idx="2">
                  <c:v>26</c:v>
                </c:pt>
                <c:pt idx="3">
                  <c:v>1</c:v>
                </c:pt>
                <c:pt idx="4">
                  <c:v>9</c:v>
                </c:pt>
                <c:pt idx="5">
                  <c:v>1</c:v>
                </c:pt>
                <c:pt idx="6">
                  <c:v>3</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ホテルケヤキゲート東京府中</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レビュー総数：98件（6サイト）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8.71</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85.7%</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4.1%</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98件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駅と直結している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部屋は綺麗で、日本にしてはスペースがあった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クッションやベッドでの寝心地よかった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朝食の改善要望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朝食も美味しかったです。副菜も少しずついただきましたがどれも美味しかったです。  今回、無事にパンも焼くことができ...</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掛け布団を、どんなに引っ張り出して自由に使おうとしても、硬すぎて…、 残念でした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窓・採光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入室して、すりガラスの窓を見た時のガッカリ感と言ったらなかった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8.71</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85.7%</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4.1%</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98件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Trip.com(9.83)が最高スコア。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Google(6.7)が相対的に低い。口コミ返信の強化が急務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84件（85.7%）</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10件（10.2%）</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4件（4.1%）</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駅と直結している</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「府中駅すぐの便利なホテルでしたし、部屋もきれいです」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部屋は綺麗で、日本にしてはスペースがあった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「府中駅すぐの便利なホテルでしたし、部屋もきれいです」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クッションやベッドでの寝心地よかった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「ただ、Wi-Fiは改善してください」</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朝食も選べて美味しかったです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「朝食も美味しかったです」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スタッフはフレンドーでとても心地よかった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「スタッフ良かった」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事前に買い物に行き、1Fから入ろうと思いましたが、出入り口が分かりにくく（駐輪場の奥に出入り口があるとも分からず）...</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「駅周辺には、商業施設が立ち並んでいるので、飲食店やコンビニがたくさんあります」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朝食も美味しかったです。副菜も少しずついただきましたがどれも美味しかったです。  今回、無事にパンも焼くことができ...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掛け布団を、どんなに引っ張り出して自由に使おうとしても、硬すぎて…、 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入室して、すりガラスの窓を見た時のガッカリ感と言ったらなかった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ベッドが小さい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ビジネスに利用するには少々高めではありますが、風呂とトイレは広く取られており、窮屈感がありません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紅茶、コーヒー、ほうじ茶があり寒い日には嬉しいアメニティでした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周辺の宿泊施設は老朽化が激しく小さなリクエストにも答えない施設があったりと・・・当施設は築浅で基本的な部分は申し分...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ただ１つ難を言わせていただくなら、部屋着の匂いがキツく残念でした｡ また、機会がありましたらお世話になりたいと思います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お風呂等設備が新しかったので綺麗だったんで良かったですが、ベッドのシーツに毛やゴミが残ってました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客室レイアウトの見直し</a:t>
            </a:r>
            <a:endParaRPr lang="en-US" sz="1000" dirty="0"/>
          </a:p>
        </p:txBody>
      </p:sp>
      <p:sp>
        <p:nvSpPr>
          <p:cNvPr id="22" name="Text 20"/>
          <p:cNvSpPr/>
          <p:nvPr/>
        </p:nvSpPr>
        <p:spPr>
          <a:xfrm>
            <a:off x="4892040" y="3602736"/>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家具配置の最適化による体感スペースの拡大</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コンパクト家具への入替検討</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収納スペースの効率化</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8.71点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朝食の改善要望クレーム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約8件/期間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ホテルケヤキゲート東京府中 口コミ分析改善レポート</dc:title>
  <dc:subject>PptxGenJS Presentation</dc:subject>
  <dc:creator>Hotel Consulting</dc:creator>
  <cp:lastModifiedBy>Hotel Consulting</cp:lastModifiedBy>
  <cp:revision>1</cp:revision>
  <dcterms:created xsi:type="dcterms:W3CDTF">2026-03-25T11:12:25Z</dcterms:created>
  <dcterms:modified xsi:type="dcterms:W3CDTF">2026-03-25T11:12:25Z</dcterms:modified>
</cp:coreProperties>
</file>