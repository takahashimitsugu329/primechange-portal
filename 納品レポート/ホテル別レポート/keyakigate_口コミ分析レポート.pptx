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楽天トラベル</c:v>
                  </c:pt>
                  <c:pt idx="3">
                    <c:v>Booking.com</c:v>
                  </c:pt>
                  <c:pt idx="4">
                    <c:v>じゃらん</c:v>
                  </c:pt>
                  <c:pt idx="5">
                    <c:v>Google</c:v>
                  </c:pt>
                </c:lvl>
              </c:multiLvlStrCache>
            </c:multiLvlStrRef>
          </c:cat>
          <c:val>
            <c:numRef>
              <c:f>Sheet1!$B$2:$B$7</c:f>
              <c:numCache>
                <c:formatCode>General</c:formatCode>
                <c:ptCount val="6"/>
                <c:pt idx="0">
                  <c:v>9.75</c:v>
                </c:pt>
                <c:pt idx="1">
                  <c:v>9.5</c:v>
                </c:pt>
                <c:pt idx="2">
                  <c:v>9.38</c:v>
                </c:pt>
                <c:pt idx="3">
                  <c:v>9</c:v>
                </c:pt>
                <c:pt idx="4">
                  <c:v>8.67</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52</c:v>
                </c:pt>
                <c:pt idx="1">
                  <c:v>5</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37</c:v>
                </c:pt>
                <c:pt idx="1">
                  <c:v>3</c:v>
                </c:pt>
                <c:pt idx="2">
                  <c:v>12</c:v>
                </c:pt>
                <c:pt idx="3">
                  <c:v>1</c:v>
                </c:pt>
                <c:pt idx="4">
                  <c:v>4</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駅から近く京王アリーナにも近くてとても便利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附近最好的酒店了吧 部屋は少し狭かったものの、とても清潔でした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仕事の出張にて、何度か利用させて頂いておりますが、ホテルが綺麗かつ快適です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朝食も美味しかったです。副菜も少しずついただきましたがどれも美味しかったです。  今回、無事にパンも焼くことができ...</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ただ最近はご飯茶碗が小さくなって来といたりと残念ポイントがあります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ベッドが小さい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Trip.com(9.75)が最高スコア。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52件（88.1%）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5件（8.5%）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2件（3.4%）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駅から近く京王アリーナにも近くてとても便利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「府中駅から直結ですので大きな荷物を持っていても不便なく移動できました」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附近最好的酒店了吧 部屋は少し狭かったものの、とても清潔でした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「駅からのアクセスと清潔さが最高でした」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仕事の出張にて、何度か利用させて頂いておりますが、ホテルが綺麗かつ快適です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「クッションやベッドでの寝心地よかった」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朝食は素晴らしく美味しかったです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「清掃も行き届いており朝食の和食もおいしかったです」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「受付の方もスマートで丁寧で好印象」</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4件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「部屋は綺麗で、日本にしてはスペースがあった」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朝食も美味しかったです。副菜も少しずついただきましたがどれも美味しかったです。  今回、無事にパンも焼くことができ...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ただ最近はご飯茶碗が小さくなって来といたりと残念ポイントがあります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ベッドが小さい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9" name="Text 7"/>
          <p:cNvSpPr/>
          <p:nvPr/>
        </p:nvSpPr>
        <p:spPr>
          <a:xfrm>
            <a:off x="640080" y="1719072"/>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0" name="Shape 8"/>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709160" y="1005840"/>
            <a:ext cx="3977640" cy="365760"/>
          </a:xfrm>
          <a:prstGeom prst="rect">
            <a:avLst/>
          </a:prstGeom>
          <a:solidFill>
            <a:srgbClr val="1A2744"/>
          </a:solidFill>
          <a:ln/>
        </p:spPr>
      </p:sp>
      <p:sp>
        <p:nvSpPr>
          <p:cNvPr id="12" name="Text 10"/>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3" name="Text 11"/>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4" name="Text 12"/>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5" name="Text 13"/>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16" name="Text 14"/>
          <p:cNvSpPr/>
          <p:nvPr/>
        </p:nvSpPr>
        <p:spPr>
          <a:xfrm>
            <a:off x="489204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17" name="Shape 15"/>
          <p:cNvSpPr/>
          <p:nvPr/>
        </p:nvSpPr>
        <p:spPr>
          <a:xfrm>
            <a:off x="0" y="4800600"/>
            <a:ext cx="9144000" cy="342900"/>
          </a:xfrm>
          <a:prstGeom prst="rect">
            <a:avLst/>
          </a:prstGeom>
          <a:solidFill>
            <a:srgbClr val="1A2744"/>
          </a:solidFill>
          <a:ln/>
        </p:spPr>
      </p:sp>
      <p:sp>
        <p:nvSpPr>
          <p:cNvPr id="18" name="Text 1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9" name="Text 1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8.95点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2026-04-15T23:40:59Z</dcterms:created>
  <dcterms:modified xsi:type="dcterms:W3CDTF">2026-04-15T23:40:59Z</dcterms:modified>
</cp:coreProperties>
</file>