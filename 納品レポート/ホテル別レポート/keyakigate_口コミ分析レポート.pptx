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9.75</c:v>
                </c:pt>
                <c:pt idx="1">
                  <c:v>9.5</c:v>
                </c:pt>
                <c:pt idx="2">
                  <c:v>9.38</c:v>
                </c:pt>
                <c:pt idx="3">
                  <c:v>9</c:v>
                </c:pt>
                <c:pt idx="4">
                  <c:v>8.67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3</c:v>
                </c:pt>
                <c:pt idx="2">
                  <c:v>12</c:v>
                </c:pt>
                <c:pt idx="3">
                  <c:v>1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レビュー総数：59件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52件（88.1%）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5件（8.5%）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2件（3.4%）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8.95点 → 目標 9.45点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88.1% → 目標 93.1%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3.4% → 目標 1.4%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ホテルケヤキゲート東京府中は全体平均8.95点（10pt換算）、高評価率88.1%を達成しています。本レポートで示した改善施策を段階的に実施することで、さらなる顧客満足度向上が期待できます。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口コミ分析レポート</dc:title>
  <dc:subject>PptxGenJS Presentation</dc:subject>
  <dc:creator>PptxGenJS</dc:creator>
  <cp:lastModifiedBy>PptxGenJS</cp:lastModifiedBy>
  <cp:revision>1</cp:revision>
  <dcterms:created xsi:type="dcterms:W3CDTF">2026-04-08T23:43:32Z</dcterms:created>
  <dcterms:modified xsi:type="dcterms:W3CDTF">2026-04-08T23:43:32Z</dcterms:modified>
</cp:coreProperties>
</file>