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9.83</c:v>
                </c:pt>
                <c:pt idx="1">
                  <c:v>8.92</c:v>
                </c:pt>
                <c:pt idx="2">
                  <c:v>8.86</c:v>
                </c:pt>
                <c:pt idx="3">
                  <c:v>8.69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</c:v>
                </c:pt>
                <c:pt idx="1">
                  <c:v>5</c:v>
                </c:pt>
                <c:pt idx="2">
                  <c:v>26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86件（86.0%）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86件）の分析から、主要な強みテーマを抽出しています。立地・アクセス、客室清潔感、スタッフ対応が高評価の中心的テーマです。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8.74点 → 目標 9.24点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86.0% → 目標 91.0%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ホテルケヤキゲート東京府中は全体平均8.74点（10pt換算）、高評価率86.0%を達成しています。本レポートで示した改善施策を段階的に実施することで、さらなる顧客満足度向上が期待できます。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2026-03-29T23:17:19Z</dcterms:created>
  <dcterms:modified xsi:type="dcterms:W3CDTF">2026-03-29T23:17:19Z</dcterms:modified>
</cp:coreProperties>
</file>