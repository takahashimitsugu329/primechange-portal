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分析対象期間：2026-02-01 〜 2026-03-26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8.76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86.3%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12264"/>
            <a:ext cx="1188720" cy="200253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9222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132838"/>
            <a:ext cx="1188720" cy="198196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81279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8.67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068830"/>
            <a:ext cx="1188720" cy="204597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74879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089404"/>
            <a:ext cx="1188720" cy="202539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7693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590038"/>
            <a:ext cx="1188720" cy="1524762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226999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1867662"/>
            <a:ext cx="1188720" cy="224713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54762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全体平均評価：8.76点 / 高評価率：86.3% / 低評価率：3.9%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2026-03-28T22:02:39Z</dcterms:created>
  <dcterms:modified xsi:type="dcterms:W3CDTF">2026-03-28T22:02:39Z</dcterms:modified>
</cp:coreProperties>
</file>