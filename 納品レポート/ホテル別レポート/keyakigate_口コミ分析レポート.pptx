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9</c:v>
                </c:pt>
                <c:pt idx="2">
                  <c:v>8.86</c:v>
                </c:pt>
                <c:pt idx="3">
                  <c:v>8.62</c:v>
                </c:pt>
                <c:pt idx="4">
                  <c:v>8.6</c:v>
                </c:pt>
                <c:pt idx="5">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80</c:v>
                </c:pt>
                <c:pt idx="1">
                  <c:v>9</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C2626"/>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6点</c:v>
                  </c:pt>
                  <c:pt idx="4">
                    <c:v>4点</c:v>
                  </c:pt>
                  <c:pt idx="5">
                    <c:v>2点</c:v>
                  </c:pt>
                </c:lvl>
              </c:multiLvlStrCache>
            </c:multiLvlStrRef>
          </c:cat>
          <c:val>
            <c:numRef>
              <c:f>Sheet1!$B$2:$B$7</c:f>
              <c:numCache>
                <c:formatCode>General</c:formatCode>
                <c:ptCount val="6"/>
                <c:pt idx="0">
                  <c:v>52</c:v>
                </c:pt>
                <c:pt idx="1">
                  <c:v>5</c:v>
                </c:pt>
                <c:pt idx="2">
                  <c:v>23</c:v>
                </c:pt>
                <c:pt idx="3">
                  <c:v>9</c:v>
                </c:pt>
                <c:pt idx="4">
                  <c:v>1</c:v>
                </c:pt>
                <c:pt idx="5">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レビュー総数：93件（6サイト）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府中駅前にあるこのホテル、特筆する部分はないですが、駅前だという事が優れた点だと思います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フロントの女性の方が対応いただきましたが非常に心地よく丁寧でした、部屋も綺麗でゆっくりできました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朝食も選べて美味しかったです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80件（86.0%）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9件（9.7%）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4件（4.3%）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府中駅前にあるこのホテル、特筆する部分はないですが、駅前だという事が優れた点だと思います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「添い寝で食事なしの子供にもタオルを用意してくれた ダブルベッドの部屋なら広さがあってベビーカー+スーツケースを置い...」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フロントの女性の方が対応いただきましたが非常に心地よく丁寧でした、部屋も綺麗でゆっくりできました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「清潔感あるホテルで、落ち着きある雰囲気がとても気に入っています」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朝食も選べて美味しかったです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添い寝で食事なしの子供にもタオルを用意してくれた ダブルベッドの部屋なら広さがあってベビーカー+スーツケースを置い...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「清潔感のあるお部屋で快適に過ごすことができました」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フロントの女性の方が対応いただきましたが非常に心地よく丁寧でした、部屋も綺麗でゆっくりできました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「店員さんのめんどくさそうに対応する系　カツラの支配人 店員さんのめんどくさそうに対応する系　カツラの支配人」</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2026-03-24T01:12:42Z</dcterms:created>
  <dcterms:modified xsi:type="dcterms:W3CDTF">2026-03-24T01:12:42Z</dcterms:modified>
</cp:coreProperties>
</file>