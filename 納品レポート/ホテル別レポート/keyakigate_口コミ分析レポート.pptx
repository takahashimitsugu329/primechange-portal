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9.75</c:v>
                </c:pt>
                <c:pt idx="1">
                  <c:v>9.5</c:v>
                </c:pt>
                <c:pt idx="2">
                  <c:v>9.38</c:v>
                </c:pt>
                <c:pt idx="3">
                  <c:v>9</c:v>
                </c:pt>
                <c:pt idx="4">
                  <c:v>8.67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</c:v>
                </c:pt>
                <c:pt idx="2">
                  <c:v>12</c:v>
                </c:pt>
                <c:pt idx="3">
                  <c:v>1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52件（88.1%）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5件（8.5%）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8.95点 → 目標 9.45点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88.1% → 目標 93.1%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ホテルケヤキゲート東京府中は全体平均8.95点（10pt換算）、高評価率88.1%を達成しています。本レポートで示した改善施策を段階的に実施することで、さらなる顧客満足度向上が期待できます。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