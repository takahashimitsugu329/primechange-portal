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Agoda</c:v>
                  </c:pt>
                  <c:pt idx="3">
                    <c:v>Booking.com</c:v>
                  </c:pt>
                  <c:pt idx="4">
                    <c:v>じゃらん</c:v>
                  </c:pt>
                  <c:pt idx="5">
                    <c:v>Google</c:v>
                  </c:pt>
                </c:lvl>
              </c:multiLvlStrCache>
            </c:multiLvlStrRef>
          </c:cat>
          <c:val>
            <c:numRef>
              <c:f>Sheet1!$B$2:$B$7</c:f>
              <c:numCache>
                <c:formatCode>General</c:formatCode>
                <c:ptCount val="6"/>
                <c:pt idx="0">
                  <c:v>9.83</c:v>
                </c:pt>
                <c:pt idx="1">
                  <c:v>9</c:v>
                </c:pt>
                <c:pt idx="2">
                  <c:v>8.77</c:v>
                </c:pt>
                <c:pt idx="3">
                  <c:v>8.67</c:v>
                </c:pt>
                <c:pt idx="4">
                  <c:v>8.53</c:v>
                </c:pt>
                <c:pt idx="5">
                  <c:v>7.6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75</c:v>
                </c:pt>
                <c:pt idx="1">
                  <c:v>9</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C2626"/>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6点</c:v>
                  </c:pt>
                  <c:pt idx="4">
                    <c:v>4点</c:v>
                  </c:pt>
                  <c:pt idx="5">
                    <c:v>2点</c:v>
                  </c:pt>
                </c:lvl>
              </c:multiLvlStrCache>
            </c:multiLvlStrRef>
          </c:cat>
          <c:val>
            <c:numRef>
              <c:f>Sheet1!$B$2:$B$7</c:f>
              <c:numCache>
                <c:formatCode>General</c:formatCode>
                <c:ptCount val="6"/>
                <c:pt idx="0">
                  <c:v>49</c:v>
                </c:pt>
                <c:pt idx="1">
                  <c:v>5</c:v>
                </c:pt>
                <c:pt idx="2">
                  <c:v>21</c:v>
                </c:pt>
                <c:pt idx="3">
                  <c:v>9</c:v>
                </c:pt>
                <c:pt idx="4">
                  <c:v>1</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ホテルケヤキゲート東京府中</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レビュー総数：87件（6サイト）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8.79</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86.2%</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87件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駅直結の立地で、朝からスムーズに動けるのはありがたいですね</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清潔感のあるお部屋で快適に過ごすことができました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《けやきゲート府中／府中駅直結／ホテル朝食ビュッフェ》  お店が気になった方はぜひ【お店を保存】を</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和洋ともに品数がしっかり揃っていて、朝から選ぶ楽しさがあります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掛け布団を、どんなに引っ張り出して自由に使おうとしても、硬すぎて…、 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窓・採光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入室して、すりガラスの窓を見た時のガッカリ感と言ったらなかった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8.79</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86.2%</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87件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Trip.com(9.83)が最高スコア。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Google(7.6)が相対的に低い。口コミ返信の強化が急務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75件（86.2%）</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9件（10.3%）</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3件（3.4%）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駅直結の立地で、朝からスムーズに動けるのはありがたいですね</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「府中駅直結でアクセスも良好でした」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清潔感のあるお部屋で快適に過ごすことができました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「とても綺麗に清掃されていて気持ちよく泊まることができました」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《けやきゲート府中／府中駅直結／ホテル朝食ビュッフェ》  お店が気になった方はぜひ【お店を保存】を</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「また、朝食も常にきれいにブュッフェが設えてあり、気持ちよく美味しくいただけました」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清潔感のあるお部屋で快適に過ごすことができました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「お部屋も広く、ベッドも広いのでゆっくり過ごせました」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嬉しいサービスでした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「中に入ってしまえばバリアフリーでしたが、フロントに行くまでの表示をもっとわかりやすくしてほしかったです」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事前に買い物に行き、1Fから入ろうと思いましたが、出入り口が分かりにくく（駐輪場の奥に出入り口があるとも分からず）...</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「駅周辺には、商業施設が立ち並んでいるので、飲食店やコンビニがたくさんあります」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和洋ともに品数がしっかり揃っていて、朝から選ぶ楽しさがあります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掛け布団を、どんなに引っ張り出して自由に使おうとしても、硬すぎて…、 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入室して、すりガラスの窓を見た時のガッカリ感と言ったらなかった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ビジネスに利用するには少々高めではありますが、風呂とトイレは広く取られており、窮屈感がありません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紅茶、コーヒー、ほうじ茶があり寒い日には嬉しいアメニティでした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周辺の宿泊施設は老朽化が激しく小さなリクエストにも答えない施設があったりと・・・当施設は築浅で基本的な部分は申し分...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ビジネスに利用するには少々高めではありますが、風呂とトイレは広く取られており、窮屈感がありません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ただ１つ難を言わせていただくなら、部屋着の匂いがキツく残念でした｡ また、機会がありましたらお世話になりたいと思います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お風呂等設備が新しかったので綺麗だったんで良かったですが、ベッドのシーツに毛やゴミが残ってました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22" name="Text 20"/>
          <p:cNvSpPr/>
          <p:nvPr/>
        </p:nvSpPr>
        <p:spPr>
          <a:xfrm>
            <a:off x="4892040" y="3602736"/>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8.79点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朝食の改善要望クレーム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ホテルケヤキゲート東京府中 口コミ分析改善レポート</dc:title>
  <dc:subject>PptxGenJS Presentation</dc:subject>
  <dc:creator>Hotel Consulting</dc:creator>
  <cp:lastModifiedBy>Hotel Consulting</cp:lastModifiedBy>
  <cp:revision>1</cp:revision>
  <dcterms:created xsi:type="dcterms:W3CDTF">2026-03-19T23:27:40Z</dcterms:created>
  <dcterms:modified xsi:type="dcterms:W3CDTF">2026-03-19T23:27:40Z</dcterms:modified>
</cp:coreProperties>
</file>