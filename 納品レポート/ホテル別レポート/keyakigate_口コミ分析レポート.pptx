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9.83</c:v>
                </c:pt>
                <c:pt idx="1">
                  <c:v>8.92</c:v>
                </c:pt>
                <c:pt idx="2">
                  <c:v>8.86</c:v>
                </c:pt>
                <c:pt idx="3">
                  <c:v>8.6</c:v>
                </c:pt>
                <c:pt idx="4">
                  <c:v>8.6</c:v>
                </c:pt>
                <c:pt idx="5">
                  <c:v>6.67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84</c:v>
                </c:pt>
                <c:pt idx="1">
                  <c:v>10</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2点</c:v>
                  </c:pt>
                </c:lvl>
              </c:multiLvlStrCache>
            </c:multiLvlStrRef>
          </c:cat>
          <c:val>
            <c:numRef>
              <c:f>Sheet1!$B$2:$B$8</c:f>
              <c:numCache>
                <c:formatCode>General</c:formatCode>
                <c:ptCount val="7"/>
                <c:pt idx="0">
                  <c:v>53</c:v>
                </c:pt>
                <c:pt idx="1">
                  <c:v>5</c:v>
                </c:pt>
                <c:pt idx="2">
                  <c:v>26</c:v>
                </c:pt>
                <c:pt idx="3">
                  <c:v>1</c:v>
                </c:pt>
                <c:pt idx="4">
                  <c:v>9</c:v>
                </c:pt>
                <c:pt idx="5">
                  <c:v>1</c:v>
                </c:pt>
                <c:pt idx="6">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レビュー総数：98件（6サイト）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98件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駅と直結している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部屋は綺麗で、日本にしてはスペースがあった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クッションやベッドでの寝心地よかった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掛け布団を、どんなに引っ張り出して自由に使おうとしても、硬すぎて…、 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入室して、すりガラスの窓を見た時のガッカリ感と言ったらなかった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98件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Trip.com(9.83)が最高スコア。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84件（85.7%）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10件（10.2%）</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4件（4.1%）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駅と直結している</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「府中駅すぐの便利なホテルでしたし、部屋もきれいです」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部屋は綺麗で、日本にしてはスペースがあった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「府中駅すぐの便利なホテルでしたし、部屋もきれいです」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クッションやベッドでの寝心地よかった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「ただ、Wi-Fiは改善してください」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朝食も選べて美味しかったです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「朝食も美味しかったです」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スタッフはフレンドーでとても心地よかった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「スタッフ良かった」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事前に買い物に行き、1Fから入ろうと思いましたが、出入り口が分かりにくく（駐輪場の奥に出入り口があるとも分からず）...</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「駅周辺には、商業施設が立ち並んでいるので、飲食店やコンビニがたくさんあります」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掛け布団を、どんなに引っ張り出して自由に使おうとしても、硬すぎて…、 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入室して、すりガラスの窓を見た時のガッカリ感と言ったらなかった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紅茶、コーヒー、ほうじ茶があり寒い日には嬉しいアメニティでした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周辺の宿泊施設は老朽化が激しく小さなリクエストにも答えない施設があったりと・・・当施設は築浅で基本的な部分は申し分...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お風呂等設備が新しかったので綺麗だったんで良かったですが、ベッドのシーツに毛やゴミが残ってました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約8件/期間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2026-03-25T22:27:24Z</dcterms:created>
  <dcterms:modified xsi:type="dcterms:W3CDTF">2026-03-25T22:27:24Z</dcterms:modified>
</cp:coreProperties>
</file>