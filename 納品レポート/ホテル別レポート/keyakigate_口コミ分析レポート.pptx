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9.41</c:v>
                </c:pt>
                <c:pt idx="3">
                  <c:v>8.92</c:v>
                </c:pt>
                <c:pt idx="4">
                  <c:v>8.8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39</c:v>
                </c:pt>
                <c:pt idx="1">
                  <c:v>3</c:v>
                </c:pt>
                <c:pt idx="2">
                  <c:v>13</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close to train station  My room was very quiet and b...</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お部屋も綺麗、バスルームも広めでアメニティグッツも充実してます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close to train station  My room was very quiet and b...</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朝食のメニューは少ないけど、非常に美味しくいただきました。スマホの動画をテレビへ転送できるシステムも良かったです。...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55件（88.7%）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Very close to train station  My room was very quiet and b...</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「府中駅からすぐの立地で本当に便利です」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「部屋もキレイで居心地も良いです」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Very close to train station  My room was very quiet and b...</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朝食のメニューは少ないけど、非常に美味しくいただきました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「朝食は素晴らしく美味しかったです」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フロントの方も親切で府中にくるかたへぜひおすすめしたいホテルです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朝食のメニューは少ないけど、非常に美味しくいただきました。スマホの動画をテレビへ転送できるシステムも良かったです。...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1" name="Text 9"/>
          <p:cNvSpPr/>
          <p:nvPr/>
        </p:nvSpPr>
        <p:spPr>
          <a:xfrm>
            <a:off x="64008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2" name="Shape 10"/>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4709160" y="1005840"/>
            <a:ext cx="3977640" cy="365760"/>
          </a:xfrm>
          <a:prstGeom prst="rect">
            <a:avLst/>
          </a:prstGeom>
          <a:solidFill>
            <a:srgbClr val="1A2744"/>
          </a:solidFill>
          <a:ln/>
        </p:spPr>
      </p:sp>
      <p:sp>
        <p:nvSpPr>
          <p:cNvPr id="14" name="Text 12"/>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5" name="Text 13"/>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6" name="Text 14"/>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7" name="Text 15"/>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18" name="Text 16"/>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19" name="Text 17"/>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0" name="Text 18"/>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2026-04-07T00:35:03Z</dcterms:created>
  <dcterms:modified xsi:type="dcterms:W3CDTF">2026-04-07T00:35:03Z</dcterms:modified>
</cp:coreProperties>
</file>