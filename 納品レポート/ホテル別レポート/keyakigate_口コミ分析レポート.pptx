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9.83</c:v>
                </c:pt>
                <c:pt idx="1">
                  <c:v>8.97</c:v>
                </c:pt>
                <c:pt idx="2">
                  <c:v>8.93</c:v>
                </c:pt>
                <c:pt idx="3">
                  <c:v>8.71</c:v>
                </c:pt>
                <c:pt idx="4">
                  <c:v>8.67</c:v>
                </c:pt>
                <c:pt idx="5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</c:v>
                </c:pt>
                <c:pt idx="1">
                  <c:v>6</c:v>
                </c:pt>
                <c:pt idx="2">
                  <c:v>26</c:v>
                </c:pt>
                <c:pt idx="3">
                  <c:v>1</c:v>
                </c:pt>
                <c:pt idx="4">
                  <c:v>9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90件（86.5%）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10件（9.6%）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4件（3.8%）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8.78点 → 目標 9.28点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86.5% → 目標 91.5%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3.8% → 目標 1.8%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ホテルケヤキゲート東京府中は全体平均8.78点（10pt換算）、高評価率86.5%を達成しています。本レポートで示した改善施策を段階的に実施することで、さらなる顧客満足度向上が期待できます。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