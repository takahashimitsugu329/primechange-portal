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Agoda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9.86</c:v>
                </c:pt>
                <c:pt idx="1">
                  <c:v>9.02</c:v>
                </c:pt>
                <c:pt idx="2">
                  <c:v>8.93</c:v>
                </c:pt>
                <c:pt idx="3">
                  <c:v>8.67</c:v>
                </c:pt>
                <c:pt idx="4">
                  <c:v>8.67</c:v>
                </c:pt>
                <c:pt idx="5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</c:v>
                </c:pt>
                <c:pt idx="1">
                  <c:v>6</c:v>
                </c:pt>
                <c:pt idx="2">
                  <c:v>27</c:v>
                </c:pt>
                <c:pt idx="3">
                  <c:v>1</c:v>
                </c:pt>
                <c:pt idx="4">
                  <c:v>9</c:v>
                </c:pt>
                <c:pt idx="5">
                  <c:v>1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レビュー総数：108件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87.0%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94件（87.0%）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10件（9.3%）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4件（3.7%）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94件）の分析から、主要な強みテーマを抽出しています。立地・アクセス、客室清潔感、スタッフ対応が高評価の中心的テーマです。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8.81点 → 目標 9.31点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87.0% → 目標 92.0%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3.7% → 目標 1.7%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ホテルケヤキゲート東京府中は全体平均8.81点（10pt換算）、高評価率87.0%を達成しています。本レポートで示した改善施策を段階的に実施することで、さらなる顧客満足度向上が期待できます。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ホテルケヤキゲート東京府中 口コミ分析レポート</dc:title>
  <dc:subject>PptxGenJS Presentation</dc:subject>
  <dc:creator>PptxGenJS</dc:creator>
  <cp:lastModifiedBy>PptxGenJS</cp:lastModifiedBy>
  <cp:revision>1</cp:revision>
  <dcterms:created xsi:type="dcterms:W3CDTF">2026-04-01T23:09:59Z</dcterms:created>
  <dcterms:modified xsi:type="dcterms:W3CDTF">2026-04-01T23:09:59Z</dcterms:modified>
</cp:coreProperties>
</file>