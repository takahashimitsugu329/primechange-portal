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9.38</c:v>
                </c:pt>
                <c:pt idx="3">
                  <c:v>9</c:v>
                </c:pt>
                <c:pt idx="4">
                  <c:v>8.67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52</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37</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コンフォートホテルキーヤキゲート</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52件（88.1%）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9" name="Text 7"/>
          <p:cNvSpPr/>
          <p:nvPr/>
        </p:nvSpPr>
        <p:spPr>
          <a:xfrm>
            <a:off x="640080" y="1719072"/>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0" name="Shape 8"/>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709160" y="1005840"/>
            <a:ext cx="3977640" cy="365760"/>
          </a:xfrm>
          <a:prstGeom prst="rect">
            <a:avLst/>
          </a:prstGeom>
          <a:solidFill>
            <a:srgbClr val="1A2744"/>
          </a:solidFill>
          <a:ln/>
        </p:spPr>
      </p:sp>
      <p:sp>
        <p:nvSpPr>
          <p:cNvPr id="12" name="Text 10"/>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3" name="Text 11"/>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4" name="Text 12"/>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5" name="Text 13"/>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16" name="Text 14"/>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17" name="Shape 15"/>
          <p:cNvSpPr/>
          <p:nvPr/>
        </p:nvSpPr>
        <p:spPr>
          <a:xfrm>
            <a:off x="0" y="4800600"/>
            <a:ext cx="9144000" cy="342900"/>
          </a:xfrm>
          <a:prstGeom prst="rect">
            <a:avLst/>
          </a:prstGeom>
          <a:solidFill>
            <a:srgbClr val="1A2744"/>
          </a:solidFill>
          <a:ln/>
        </p:spPr>
      </p:sp>
      <p:sp>
        <p:nvSpPr>
          <p:cNvPr id="18" name="Text 1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9" name="Text 1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コンフォートホテルキーヤキゲート 口コミ分析改善レポート</dc:title>
  <dc:subject>PptxGenJS Presentation</dc:subject>
  <dc:creator>Hotel Consulting</dc:creator>
  <cp:lastModifiedBy>Hotel Consulting</cp:lastModifiedBy>
  <cp:revision>1</cp:revision>
  <dcterms:created xsi:type="dcterms:W3CDTF">2026-04-21T23:40:12Z</dcterms:created>
  <dcterms:modified xsi:type="dcterms:W3CDTF">2026-04-21T23:40:12Z</dcterms:modified>
</cp:coreProperties>
</file>