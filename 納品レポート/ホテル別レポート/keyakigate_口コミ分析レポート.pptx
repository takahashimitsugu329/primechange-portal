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ホテルケヤキゲート東京府中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8.74点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86.0%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4.0%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100件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ホテルケヤキゲート東京府中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サイト名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平均（原点）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10pt換算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判定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Trip.com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9.83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9.83/10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楽天トラベル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4.46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8.92/10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Agoda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8.86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8.86/10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Booking.com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8.69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8.69/10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じゃらん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4.33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8.67/10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Google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3.33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6.67/10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10点: 55件 (55.0%)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9点: 5件 (5.0%)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8点: 26件 (26.0%)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7点: 1件 (1.0%)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6点: 9件 (9.0%)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4点: 1件 (1.0%)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2点: 3件 (3.0%)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