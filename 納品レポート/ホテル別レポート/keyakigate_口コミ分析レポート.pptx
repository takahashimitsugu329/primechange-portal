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Trip.com</c:v>
                  </c:pt>
                  <c:pt idx="1">
                    <c:v>Agoda</c:v>
                  </c:pt>
                  <c:pt idx="2">
                    <c:v>楽天トラベル</c:v>
                  </c:pt>
                  <c:pt idx="3">
                    <c:v>Booking.com</c:v>
                  </c:pt>
                  <c:pt idx="4">
                    <c:v>じゃらん</c:v>
                  </c:pt>
                  <c:pt idx="5">
                    <c:v>Google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9.75</c:v>
                </c:pt>
                <c:pt idx="1">
                  <c:v>9.5</c:v>
                </c:pt>
                <c:pt idx="2">
                  <c:v>9.38</c:v>
                </c:pt>
                <c:pt idx="3">
                  <c:v>9</c:v>
                </c:pt>
                <c:pt idx="4">
                  <c:v>8.67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2点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</c:v>
                </c:pt>
                <c:pt idx="1">
                  <c:v>3</c:v>
                </c:pt>
                <c:pt idx="2">
                  <c:v>12</c:v>
                </c:pt>
                <c:pt idx="3">
                  <c:v>1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口コミ分析改善レポート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6060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ホテルケヤキゲート東京府中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分析対象期間：2024年1月〜2026年3月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レビュー総数：59件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作成日：2026年3月29日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ホテルケヤキゲート東京府中 | 2024年1月〜2026年3月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8.95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450592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" name="Shape 11"/>
          <p:cNvSpPr/>
          <p:nvPr/>
        </p:nvSpPr>
        <p:spPr>
          <a:xfrm>
            <a:off x="2450592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2450592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50592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88.1%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626864" y="914400"/>
            <a:ext cx="2011680" cy="12801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7" name="Shape 15"/>
          <p:cNvSpPr/>
          <p:nvPr/>
        </p:nvSpPr>
        <p:spPr>
          <a:xfrm>
            <a:off x="4626864" y="91440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6864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803136" y="914400"/>
            <a:ext cx="2011680" cy="128016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803136" y="914400"/>
            <a:ext cx="201168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136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2984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59件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高評価・中評価レビューの継続管理により、さらなる評価向上を目指します。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10pt換算平均スコア比較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82296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822960"/>
          <a:ext cx="3108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57200"/>
                <a:gridCol w="731520"/>
                <a:gridCol w="548640"/>
                <a:gridCol w="640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判定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9.75/10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Agoda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9.50/10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4.69/5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9.00/10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優秀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4.33/5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良好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3.00/5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要改善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10pt換算スコア別件数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82296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486400" y="914400"/>
            <a:ext cx="3291840" cy="8229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960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高評価（8-10点）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2618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52件（88.1%）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0" y="1920240"/>
            <a:ext cx="3291840" cy="8229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3" name="Text 10"/>
          <p:cNvSpPr/>
          <p:nvPr/>
        </p:nvSpPr>
        <p:spPr>
          <a:xfrm>
            <a:off x="5577840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中評価（5-7点）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267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5件（8.5%）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0" y="2926080"/>
            <a:ext cx="3291840" cy="8229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6" name="Text 13"/>
          <p:cNvSpPr/>
          <p:nvPr/>
        </p:nvSpPr>
        <p:spPr>
          <a:xfrm>
            <a:off x="5577840" y="2971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低評価（1-4点）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77840" y="3273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2件（3.4%）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ホテルケヤキゲート東京府中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高評価レビュー（8-10点: 52件）の分析から、主要な強みテーマを抽出しています。立地・アクセス、客室清潔感、スタッフ対応が高評価の中心的テーマです。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ホテルケヤキゲート東京府中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低評価・中評価レビュー（7件）から改善課題を優先度別に整理しています。S/A/B/Cの4段階で優先度を設定し、計画的な改善を推進します。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ホテルケヤキゲート東京府中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即時対応が必要な課題への対応計画です。口コミで頻出する不満事項を30日以内に解消することを目標とします。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ホテルケヤキゲート東京府中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2（1-3ヶ月）では設備・サービス品質の継続改善を、Phase 3（3-6ヶ月）ではブランド戦略・OTA評価の底上げを実施します。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ホテルケヤキゲート東京府中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 8.95点 → 目標 9.45点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 88.1% → 目標 93.1%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 3.4% → 目標 1.4%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ホテルケヤキゲート東京府中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ホテルケヤキゲート東京府中は全体平均8.95点（10pt換算）、高評価率88.1%を達成しています。本レポートで示した改善施策を段階的に実施することで、さらなる顧客満足度向上が期待できます。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ホテルケヤキゲート東京府中 口コミ分析レポート</dc:title>
  <dc:subject>PptxGenJS Presentation</dc:subject>
  <dc:creator>PptxGenJS</dc:creator>
  <cp:lastModifiedBy>PptxGenJS</cp:lastModifiedBy>
  <cp:revision>1</cp:revision>
  <dcterms:created xsi:type="dcterms:W3CDTF">2026-04-06T23:33:23Z</dcterms:created>
  <dcterms:modified xsi:type="dcterms:W3CDTF">2026-04-06T23:33:23Z</dcterms:modified>
</cp:coreProperties>
</file>