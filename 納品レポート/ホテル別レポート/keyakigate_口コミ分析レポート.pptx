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Agoda</c:v>
                  </c:pt>
                  <c:pt idx="3">
                    <c:v>Booking.com</c:v>
                  </c:pt>
                  <c:pt idx="4">
                    <c:v>じゃらん</c:v>
                  </c:pt>
                  <c:pt idx="5">
                    <c:v>Google</c:v>
                  </c:pt>
                </c:lvl>
              </c:multiLvlStrCache>
            </c:multiLvlStrRef>
          </c:cat>
          <c:val>
            <c:numRef>
              <c:f>Sheet1!$B$2:$B$7</c:f>
              <c:numCache>
                <c:formatCode>General</c:formatCode>
                <c:ptCount val="6"/>
                <c:pt idx="0">
                  <c:v>9.83</c:v>
                </c:pt>
                <c:pt idx="1">
                  <c:v>8.92</c:v>
                </c:pt>
                <c:pt idx="2">
                  <c:v>8.86</c:v>
                </c:pt>
                <c:pt idx="3">
                  <c:v>8.69</c:v>
                </c:pt>
                <c:pt idx="4">
                  <c:v>8.67</c:v>
                </c:pt>
                <c:pt idx="5">
                  <c:v>6.67</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86</c:v>
                </c:pt>
                <c:pt idx="1">
                  <c:v>10</c:v>
                </c:pt>
                <c:pt idx="2">
                  <c:v>4</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2点</c:v>
                  </c:pt>
                </c:lvl>
              </c:multiLvlStrCache>
            </c:multiLvlStrRef>
          </c:cat>
          <c:val>
            <c:numRef>
              <c:f>Sheet1!$B$2:$B$8</c:f>
              <c:numCache>
                <c:formatCode>General</c:formatCode>
                <c:ptCount val="7"/>
                <c:pt idx="0">
                  <c:v>55</c:v>
                </c:pt>
                <c:pt idx="1">
                  <c:v>5</c:v>
                </c:pt>
                <c:pt idx="2">
                  <c:v>26</c:v>
                </c:pt>
                <c:pt idx="3">
                  <c:v>1</c:v>
                </c:pt>
                <c:pt idx="4">
                  <c:v>9</c:v>
                </c:pt>
                <c:pt idx="5">
                  <c:v>1</c:v>
                </c:pt>
                <c:pt idx="6">
                  <c:v>3</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ホテルケヤキゲート東京府中</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レビュー総数：100件（6サイト）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作成日：2026年3月29日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4.0%</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また駅から近く便利です</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清潔さ・清掃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部屋は綺麗で、日本にしてはスペースがあった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クッションやベッドでの寝心地よかった</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朝食の改善要望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朝食も美味しかったです。副菜も少しずついただきましたがどれも美味しかったです。  今回、無事にパンも焼くことができ...</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掛け布団を、どんなに引っ張り出して自由に使おうとしても、硬すぎて…、 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窓・採光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入室して、すりガラスの窓を見た時のガッカリ感と言ったらなかった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8.74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86.0%</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4.0%</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100件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Trip.com(9.83)が最高スコア。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Google(6.7)が相対的に低い。口コミ返信の強化が急務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3.33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6.67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86件（86.0%）</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10件（10.0%）</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4件（4.0%）</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また駅から近く便利です</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「駅と直結している」</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部屋は綺麗で、日本にしてはスペースがあった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「府中駅すぐの便利なホテルでしたし、部屋もきれいです」</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クッションやベッドでの寝心地よかった</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「アメニティにリプトンの紅茶があり嬉しかったです」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朝食も選べて美味しかったです</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「朝食も美味しかったです」</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スタッフはフレンドーでとても心地よかった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「下のカフェも利用しましたがルームキー提示で商品OFFサービスはなかなか他にはない点だと思いました」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9件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事前に買い物に行き、1Fから入ろうと思いましたが、出入り口が分かりにくく（駐輪場の奥に出入り口があるとも分からず）...</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「駅周辺には、商業施設が立ち並んでいるので、飲食店やコンビニがたくさんあります」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朝食も美味しかったです。副菜も少しずついただきましたがどれも美味しかったです。  今回、無事にパンも焼くことができ...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掛け布団を、どんなに引っ張り出して自由に使おうとしても、硬すぎて…、 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入室して、すりガラスの窓を見た時のガッカリ感と言ったらなかった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ベッドが小さい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ビジネスに利用するには少々高めではありますが、風呂とトイレは広く取られており、窮屈感がありません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紅茶、コーヒー、ほうじ茶があり寒い日には嬉しいアメニティでした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周辺の宿泊施設は老朽化が激しく小さなリクエストにも答えない施設があったりと・・・当施設は築浅で基本的な部分は申し分...</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ただ１つ難を言わせていただくなら、部屋着の匂いがキツく残念でした｡ また、機会がありましたらお世話になりたいと思います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お風呂等設備が新しかったので綺麗だったんで良かったですが、ベッドのシーツに毛やゴミが残ってました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口コミ返信体制の構築</a:t>
            </a:r>
            <a:endParaRPr lang="en-US" sz="1000" dirty="0"/>
          </a:p>
        </p:txBody>
      </p:sp>
      <p:sp>
        <p:nvSpPr>
          <p:cNvPr id="13" name="Text 11"/>
          <p:cNvSpPr/>
          <p:nvPr/>
        </p:nvSpPr>
        <p:spPr>
          <a:xfrm>
            <a:off x="640080" y="3803904"/>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全サイトの口コミに48時間以内の返信を目標に設定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特に低評価レビューへのフォローアップ強化</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客室レイアウトの見直し</a:t>
            </a:r>
            <a:endParaRPr lang="en-US" sz="1000" dirty="0"/>
          </a:p>
        </p:txBody>
      </p:sp>
      <p:sp>
        <p:nvSpPr>
          <p:cNvPr id="22" name="Text 20"/>
          <p:cNvSpPr/>
          <p:nvPr/>
        </p:nvSpPr>
        <p:spPr>
          <a:xfrm>
            <a:off x="4892040" y="3602736"/>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家具配置の最適化による体感スペースの拡大</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コンパクト家具への入替検討</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収納スペースの効率化</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4.0%</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Google平均評価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7.7点以上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朝食の改善要望クレーム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約8件/期間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4件以下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ホテルケヤキゲート東京府中 口コミ分析改善レポート</dc:title>
  <dc:subject>PptxGenJS Presentation</dc:subject>
  <dc:creator>Hotel Consulting</dc:creator>
  <cp:lastModifiedBy>Hotel Consulting</cp:lastModifiedBy>
  <cp:revision>1</cp:revision>
  <dcterms:created xsi:type="dcterms:W3CDTF">2026-03-29T07:52:10Z</dcterms:created>
  <dcterms:modified xsi:type="dcterms:W3CDTF">2026-03-29T07:52:10Z</dcterms:modified>
</cp:coreProperties>
</file>