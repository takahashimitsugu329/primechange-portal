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9.03</c:v>
                </c:pt>
                <c:pt idx="2">
                  <c:v>8.77</c:v>
                </c:pt>
                <c:pt idx="3">
                  <c:v>8.62</c:v>
                </c:pt>
                <c:pt idx="4">
                  <c:v>8.6</c:v>
                </c:pt>
                <c:pt idx="5">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78</c:v>
                </c:pt>
                <c:pt idx="1">
                  <c:v>9</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C2626"/>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6点</c:v>
                  </c:pt>
                  <c:pt idx="4">
                    <c:v>4点</c:v>
                  </c:pt>
                  <c:pt idx="5">
                    <c:v>2点</c:v>
                  </c:pt>
                </c:lvl>
              </c:multiLvlStrCache>
            </c:multiLvlStrRef>
          </c:cat>
          <c:val>
            <c:numRef>
              <c:f>Sheet1!$B$2:$B$7</c:f>
              <c:numCache>
                <c:formatCode>General</c:formatCode>
                <c:ptCount val="6"/>
                <c:pt idx="0">
                  <c:v>51</c:v>
                </c:pt>
                <c:pt idx="1">
                  <c:v>5</c:v>
                </c:pt>
                <c:pt idx="2">
                  <c:v>22</c:v>
                </c:pt>
                <c:pt idx="3">
                  <c:v>9</c:v>
                </c:pt>
                <c:pt idx="4">
                  <c:v>1</c:v>
                </c:pt>
                <c:pt idx="5">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レビュー総数：91件（6サイト）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添い寝で食事なしの子供にもタオルを用意してくれた ダブルベッドの部屋なら広さがあってベビーカー+スーツケースを置い...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清潔感あるホテルで、落ち着きある雰囲気がとても気に入っています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朝食も選べて美味しかったです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78件（85.7%）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9件（9.9%）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4件（4.4%）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添い寝で食事なしの子供にもタオルを用意してくれた ダブルベッドの部屋なら広さがあってベビーカー+スーツケースを置い...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「駅からホテルへ行きやすく、お部屋の浴槽もゆったりしていて入浴剤も選べて入れられるのでくつろいで入れました」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清潔感あるホテルで、落ち着きある雰囲気がとても気に入っています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「清潔感のあるお部屋で快適に過ごすことができました」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朝食も選べて美味しかったです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添い寝で食事なしの子供にもタオルを用意してくれた ダブルベッドの部屋なら広さがあってベビーカー+スーツケースを置い...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「清潔感のあるお部屋で快適に過ごすことができました」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店員さんのめんどくさそうに対応する系　カツラの支配人 店員さんのめんどくさそうに対応する系　カツラの支配人</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「嬉しいサービスでした」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2026-03-23T00:05:49Z</dcterms:created>
  <dcterms:modified xsi:type="dcterms:W3CDTF">2026-03-23T00:05:49Z</dcterms:modified>
</cp:coreProperties>
</file>