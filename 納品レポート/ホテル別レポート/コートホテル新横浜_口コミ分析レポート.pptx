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44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客室の快適性・設備の充実度への好評（36件）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駅近・交通利便性に関する好評価（30件）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フロントスタッフの丁寧な対応への好評（24件）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10件の指摘あり。改善対応を推奨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Google: 7.71点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「部屋が綺麗。部屋をグレードアップしてくれた。スタッ」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「駅から近いので便利」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「てくれた。スタッフも感じが良い。ゆっくりできた。」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「部屋が綺麗。部屋をグレードアップしてくれた。スタッフも感」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「いホテルで満足です」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「朝食がバラエティでとても良かったです。」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古いホテルなので水回りしょうがないですね。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古いホテルなので水回りしょうがないですね。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清潔感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室内の温度が高くて寝苦しい 窓を開ければ多少緩和されたがそれでもこの時期が寒いと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騒音問題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エレベーター待ち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エレベーターに一番近い部屋だったのか宿泊客なのかスタッフの発するノイズ、隣室のい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水回り不具合の即時対応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水回り点検チェックリストの強化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排水・給水トラブルの優先対応フロー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浴室清潔度の定期巡回チェック強化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不具合報告専用の内線番号周知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設備老朽化への即時対応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緊急修繕リストの作成と優先対応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老朽化設備の在庫把握と交換計画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スタッフによる日常点検の徹底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故障時のバックアップ体制整備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清潔感向上の即時対応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客室清掃チェックリストの強化・再徹底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気になる箇所の即時補修対応フロー整備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消臭・換気プロトコルの見直し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清潔感評価の定期モニタリング開始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騒音対策の即時対応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防音対策済み部屋の積極的案内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チェックイン時の防音耳栓提供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騒音クレーム対応マニュアルの整備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防音性能の高い部屋への優先アサイン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水回り設備の計画的更新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老朽化した給排水設備の交換計画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シャワーヘッド・蛇口等の節水型設備導入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定期メンテナンス契約の見直し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設備更新の計画的実施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中長期設備更新ロードマップの策定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高頻度使用備品の計画的交換サイクル確立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省エネ設備への転換による維持費削減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設備清潔維持の中期施策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定期的な深掃除スケジュールの策定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カーペット・カーテン等の計画的な交換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清掃品質向上のためのスタッフ研修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月次でOTA評価スコアを確認し、水回り改善の進捗をトラッキングします。四半期ごとに目標値を見直し、継続的な改善サイクルを確立してください。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コートホテル新横浜の2025年12月〜2026年3月口コミ分析（118件）では、総合評価7.12点（10pt換算）、高評価率50.8%という結果が得られました。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6ヶ月以内に全体平均7.4点以上、高評価率56%以上を目指し、継続的な改善サイクルを確立することを推奨します。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2026-04-04T01:16:16Z</dcterms:created>
  <dcterms:modified xsi:type="dcterms:W3CDTF">2026-04-04T01:16:16Z</dcterms:modified>
</cp:coreProperties>
</file>