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コートホテル新横浜</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7.13点 (要改善)</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EA580C"/>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7.13点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47.3%</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DC2626"/>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11.5%</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コートホテル新横浜は分析対象148件の口コミで、10点換算平均7.13点（要改善）を記録。高評価（8〜10点）が70件（47.3%）、低評価（1〜4点）が17件（11.5%）。5サイトにわたる評価傾向を分析しました。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5サイト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121件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7.07/10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7.07点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3.63/5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7.27点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7.71点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3.83/5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6.67/10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3108960"/>
            <a:ext cx="685800" cy="128016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288036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12.8%</a:t>
            </a:r>
            <a:endParaRPr lang="en-US" sz="800" dirty="0"/>
          </a:p>
        </p:txBody>
      </p:sp>
      <p:sp>
        <p:nvSpPr>
          <p:cNvPr id="11" name="Text 9"/>
          <p:cNvSpPr/>
          <p:nvPr/>
        </p:nvSpPr>
        <p:spPr>
          <a:xfrm>
            <a:off x="365760" y="265176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19件</a:t>
            </a:r>
            <a:endParaRPr lang="en-US" sz="800" dirty="0"/>
          </a:p>
        </p:txBody>
      </p:sp>
      <p:sp>
        <p:nvSpPr>
          <p:cNvPr id="12" name="Shape 10"/>
          <p:cNvSpPr/>
          <p:nvPr/>
        </p:nvSpPr>
        <p:spPr>
          <a:xfrm>
            <a:off x="1325880" y="3513221"/>
            <a:ext cx="685800" cy="875899"/>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284621"/>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8.8%</a:t>
            </a:r>
            <a:endParaRPr lang="en-US" sz="800" dirty="0"/>
          </a:p>
        </p:txBody>
      </p:sp>
      <p:sp>
        <p:nvSpPr>
          <p:cNvPr id="15" name="Text 13"/>
          <p:cNvSpPr/>
          <p:nvPr/>
        </p:nvSpPr>
        <p:spPr>
          <a:xfrm>
            <a:off x="1234440" y="3056021"/>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13件</a:t>
            </a:r>
            <a:endParaRPr lang="en-US" sz="800" dirty="0"/>
          </a:p>
        </p:txBody>
      </p:sp>
      <p:sp>
        <p:nvSpPr>
          <p:cNvPr id="16" name="Shape 14"/>
          <p:cNvSpPr/>
          <p:nvPr/>
        </p:nvSpPr>
        <p:spPr>
          <a:xfrm>
            <a:off x="2194560" y="1828800"/>
            <a:ext cx="685800" cy="2560320"/>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25.7%</a:t>
            </a:r>
            <a:endParaRPr lang="en-US" sz="800" dirty="0"/>
          </a:p>
        </p:txBody>
      </p:sp>
      <p:sp>
        <p:nvSpPr>
          <p:cNvPr id="19" name="Text 17"/>
          <p:cNvSpPr/>
          <p:nvPr/>
        </p:nvSpPr>
        <p:spPr>
          <a:xfrm>
            <a:off x="210312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38件</a:t>
            </a:r>
            <a:endParaRPr lang="en-US" sz="800" dirty="0"/>
          </a:p>
        </p:txBody>
      </p:sp>
      <p:sp>
        <p:nvSpPr>
          <p:cNvPr id="20" name="Shape 18"/>
          <p:cNvSpPr/>
          <p:nvPr/>
        </p:nvSpPr>
        <p:spPr>
          <a:xfrm>
            <a:off x="3063240" y="2300438"/>
            <a:ext cx="685800" cy="2088682"/>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207183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20.9%</a:t>
            </a:r>
            <a:endParaRPr lang="en-US" sz="800" dirty="0"/>
          </a:p>
        </p:txBody>
      </p:sp>
      <p:sp>
        <p:nvSpPr>
          <p:cNvPr id="23" name="Text 21"/>
          <p:cNvSpPr/>
          <p:nvPr/>
        </p:nvSpPr>
        <p:spPr>
          <a:xfrm>
            <a:off x="2971800" y="184323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31件</a:t>
            </a:r>
            <a:endParaRPr lang="en-US" sz="800" dirty="0"/>
          </a:p>
        </p:txBody>
      </p:sp>
      <p:sp>
        <p:nvSpPr>
          <p:cNvPr id="24" name="Shape 22"/>
          <p:cNvSpPr/>
          <p:nvPr/>
        </p:nvSpPr>
        <p:spPr>
          <a:xfrm>
            <a:off x="3931920" y="3108960"/>
            <a:ext cx="685800" cy="1280160"/>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288036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12.8%</a:t>
            </a:r>
            <a:endParaRPr lang="en-US" sz="800" dirty="0"/>
          </a:p>
        </p:txBody>
      </p:sp>
      <p:sp>
        <p:nvSpPr>
          <p:cNvPr id="27" name="Text 25"/>
          <p:cNvSpPr/>
          <p:nvPr/>
        </p:nvSpPr>
        <p:spPr>
          <a:xfrm>
            <a:off x="3840480" y="265176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19件</a:t>
            </a:r>
            <a:endParaRPr lang="en-US" sz="800" dirty="0"/>
          </a:p>
        </p:txBody>
      </p:sp>
      <p:sp>
        <p:nvSpPr>
          <p:cNvPr id="28" name="Shape 26"/>
          <p:cNvSpPr/>
          <p:nvPr/>
        </p:nvSpPr>
        <p:spPr>
          <a:xfrm>
            <a:off x="4800600" y="3647975"/>
            <a:ext cx="685800" cy="741145"/>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341937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7.4%</a:t>
            </a:r>
            <a:endParaRPr lang="en-US" sz="800" dirty="0"/>
          </a:p>
        </p:txBody>
      </p:sp>
      <p:sp>
        <p:nvSpPr>
          <p:cNvPr id="31" name="Text 29"/>
          <p:cNvSpPr/>
          <p:nvPr/>
        </p:nvSpPr>
        <p:spPr>
          <a:xfrm>
            <a:off x="4709160" y="319077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11件</a:t>
            </a:r>
            <a:endParaRPr lang="en-US" sz="800" dirty="0"/>
          </a:p>
        </p:txBody>
      </p:sp>
      <p:sp>
        <p:nvSpPr>
          <p:cNvPr id="32" name="Shape 30"/>
          <p:cNvSpPr/>
          <p:nvPr/>
        </p:nvSpPr>
        <p:spPr>
          <a:xfrm>
            <a:off x="5669280" y="3715352"/>
            <a:ext cx="685800" cy="673768"/>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348675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6.8%</a:t>
            </a:r>
            <a:endParaRPr lang="en-US" sz="800" dirty="0"/>
          </a:p>
        </p:txBody>
      </p:sp>
      <p:sp>
        <p:nvSpPr>
          <p:cNvPr id="35" name="Text 33"/>
          <p:cNvSpPr/>
          <p:nvPr/>
        </p:nvSpPr>
        <p:spPr>
          <a:xfrm>
            <a:off x="5577840" y="325815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10件</a:t>
            </a:r>
            <a:endParaRPr lang="en-US" sz="800" dirty="0"/>
          </a:p>
        </p:txBody>
      </p:sp>
      <p:sp>
        <p:nvSpPr>
          <p:cNvPr id="36" name="Shape 34"/>
          <p:cNvSpPr/>
          <p:nvPr/>
        </p:nvSpPr>
        <p:spPr>
          <a:xfrm>
            <a:off x="6537960" y="4119613"/>
            <a:ext cx="685800" cy="269507"/>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389101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2.7%</a:t>
            </a:r>
            <a:endParaRPr lang="en-US" sz="800" dirty="0"/>
          </a:p>
        </p:txBody>
      </p:sp>
      <p:sp>
        <p:nvSpPr>
          <p:cNvPr id="39" name="Text 37"/>
          <p:cNvSpPr/>
          <p:nvPr/>
        </p:nvSpPr>
        <p:spPr>
          <a:xfrm>
            <a:off x="6446520" y="366241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9点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部屋が綺麗。部屋をグレードアップしてくれた。スタッフも感じが良い。ゆっくりできた。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少し建物古いかも。シャワーの温度調節に苦労します。</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雨が降ってたので、傘はありますか？と聞いてくださったこと。心配りを感じました。</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5点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駅から近いので便利</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横浜アリーナに近い</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4点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繁華街や駅に近い</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7.13点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7.6点以上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47.3%</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52.3%以上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11.5%</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8.5%以下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コートホテル新横浜の口コミ分析の結果、10点換算で平均7.13点（要改善）を記録しました。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分析対象148件のうち、高評価（8〜10点）が47.3%を占めており、継続的なサービス改善により更なる満足度向上が期待できます。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2026-03-28T22:02:50Z</dcterms:created>
  <dcterms:modified xsi:type="dcterms:W3CDTF">2026-03-28T22:02:50Z</dcterms:modified>
</cp:coreProperties>
</file>