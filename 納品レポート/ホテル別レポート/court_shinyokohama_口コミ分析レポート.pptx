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レビュー総数：0件（0サイト）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0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口コミモニタリング体制の構築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全OTAサイトの口コミを週次で確認するフロー導入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ネガティブコメントへの48時間以内の返信を目標設定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スタッフ間での口コミ共有ミーティングの定例化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ブランド価値向上施策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ホテル独自のサービスコンセプトの策定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差別化ポイントを活かしたプロモーション強化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リピーター向け特典プログラムの導入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7889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278892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788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2026-04-05T00:17:46Z</dcterms:created>
  <dcterms:modified xsi:type="dcterms:W3CDTF">2026-04-05T00:17:46Z</dcterms:modified>
</cp:coreProperties>
</file>