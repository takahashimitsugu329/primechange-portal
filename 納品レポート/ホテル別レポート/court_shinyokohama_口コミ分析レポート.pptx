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分析対象期間：2026-01-18 〜 2026-02-28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146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47.3%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61288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39903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11.5%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6128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29400" y="1399032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148件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清潔感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設備の老朽化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98598"/>
            <a:ext cx="1463040" cy="1616202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7855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5720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19456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1" name="Shape 9"/>
          <p:cNvSpPr/>
          <p:nvPr/>
        </p:nvSpPr>
        <p:spPr>
          <a:xfrm>
            <a:off x="2194560" y="2361438"/>
            <a:ext cx="1463040" cy="1753362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2103120" y="204139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7.67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0312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10312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84048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840480" y="2590038"/>
            <a:ext cx="1463040" cy="1524762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226999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6.67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4904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74904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0" y="2452878"/>
            <a:ext cx="1463040" cy="1661922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2" name="Text 20"/>
          <p:cNvSpPr/>
          <p:nvPr/>
        </p:nvSpPr>
        <p:spPr>
          <a:xfrm>
            <a:off x="5394960" y="213283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7.27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9496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39496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132320" y="1828800"/>
            <a:ext cx="1463040" cy="228600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132320" y="2352294"/>
            <a:ext cx="1463040" cy="1762506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7" name="Text 25"/>
          <p:cNvSpPr/>
          <p:nvPr/>
        </p:nvSpPr>
        <p:spPr>
          <a:xfrm>
            <a:off x="7040880" y="203225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040880" y="41605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040880" y="45262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" y="822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(10点満点)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Priority Matrix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438912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言及件数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設備・機器の老朽化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改善施策提案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Roadmap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212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914400"/>
            <a:ext cx="2621280" cy="36576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43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設備更新計画の策定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43840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老朽設備の優先度別リストアップ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計画的な設備更新スケジュール策定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緊急修繕対応フローの整備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1360" y="914400"/>
            <a:ext cx="26212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61360" y="914400"/>
            <a:ext cx="262128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2" name="Text 10"/>
          <p:cNvSpPr/>
          <p:nvPr/>
        </p:nvSpPr>
        <p:spPr>
          <a:xfrm>
            <a:off x="335280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52800" y="1188720"/>
            <a:ext cx="243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口コミ返信対応の強化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352800" y="1508760"/>
            <a:ext cx="243840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全OTAの口コミに48時間以内返信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返信テンプレートの整備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多言語対応（英語・中国語）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065520" y="914400"/>
            <a:ext cx="26212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65520" y="914400"/>
            <a:ext cx="2621280" cy="36576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156960" y="9601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156960" y="1188720"/>
            <a:ext cx="243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周辺案内・アクセス情報の充実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56960" y="1508760"/>
            <a:ext cx="243840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チェックイン時の周辺MAP配布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多言語版案内パンフレット整備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QRコードによるデジタル案内導入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Targets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2286000"/>
                <a:gridCol w="13716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目標値（6ヶ月後）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6ヶ月後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5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0"/>
            <a:ext cx="73152" cy="182880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総括・今後のアクション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solidFill>
            <a:srgbClr val="FFFFFF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全体平均評価：7.13点 / 高評価率：47.3% / 低評価率：11.5%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主要な強み：清潔感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重点改善課題：設備の老朽化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Phase 1施策を優先実行し、月次口コミモニタリングを継続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全OTAの口コミ返信率100%を早期達成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作成日：2026年03月28日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2026-03-28T22:02:41Z</dcterms:created>
  <dcterms:modified xsi:type="dcterms:W3CDTF">2026-03-28T22:02:41Z</dcterms:modified>
</cp:coreProperties>
</file>