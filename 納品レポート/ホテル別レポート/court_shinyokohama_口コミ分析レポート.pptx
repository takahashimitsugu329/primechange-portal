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24355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73152" cy="16459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レビュー総数: 147件　全体平均: 7.12/10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作成日: 2026年3月28日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3566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 | 全147件分析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005840"/>
            <a:ext cx="201168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7.12/10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6888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246888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中評価率(6-7点)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685800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0" y="1005840"/>
            <a:ext cx="201168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低評価率(~5点)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19%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274320" y="2240280"/>
            <a:ext cx="85953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2331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主要発見事項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全体平均スコア 7.12/10 — 概ね良好ですが改善の余地があります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09981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高評価(8点以上)が全体の46.9%を占めています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502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低評価(5点以下)は19%で管理可能な水準です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対象サイト: Booking.com / じゃらん / 楽天トラベル / Google / Trip.com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各予約サイト・口コミサイト別スコア詳細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サイト名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件数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平均評価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評価判定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7.07/10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7.07/10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0" name="Shape 28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3.64/5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7.27/10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3.83/5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7.67/10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0" name="Shape 48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2" name="Shape 50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4" name="Text 52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3.83/5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7.67/10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6.67/10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6.67/10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評価スコア分布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10点換算スコア別件数・割合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100584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97280" y="1033272"/>
            <a:ext cx="2817341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006061" y="10058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 (12.9%)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35331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9点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7280" y="1380744"/>
            <a:ext cx="1927654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3116374" y="135331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 (8.8%)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170078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97280" y="1728216"/>
            <a:ext cx="54864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6675120" y="170078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 (25.2%)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" y="204825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7点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97280" y="2075688"/>
            <a:ext cx="4596714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5785434" y="2048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 (21.1%)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239572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97280" y="2423160"/>
            <a:ext cx="2817341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4006061" y="2395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 (12.9%)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27432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97280" y="2770632"/>
            <a:ext cx="1631092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2819812" y="27432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 (7.5%)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309067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4点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97280" y="3118104"/>
            <a:ext cx="1482811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2671531" y="309067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 (6.8%)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343814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3点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97280" y="3465576"/>
            <a:ext cx="593124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2" name="Text 30"/>
          <p:cNvSpPr/>
          <p:nvPr/>
        </p:nvSpPr>
        <p:spPr>
          <a:xfrm>
            <a:off x="1781844" y="343814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 (2.7%)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74320" y="378561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2点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097280" y="3813048"/>
            <a:ext cx="444843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5" name="Text 33"/>
          <p:cNvSpPr/>
          <p:nvPr/>
        </p:nvSpPr>
        <p:spPr>
          <a:xfrm>
            <a:off x="1633563" y="378561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 (2.0%)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顧客フィードバック分析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主要ポジティブ・ネガティブポイント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好評ポイント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静かで清潔でスタッフの対応も満足のいくものだった。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5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部屋が綺麗。部屋をグレードアップしてくれた。スタッフも感じが良い。ゆっくりできた。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朝食がバラエティでとても良かったです。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5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少し建物古いかも。シャワーの温度調節に苦労します。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46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改善課題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特にない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で前払しましたが、領収は帰る時で良いですか？との質問をされました。多額をお支払いしてるのだから、即領収書を発行してもらわないと不安です。例えば領収書を貰ってないと、まだ宿泊費頂いてないです..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937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室内の温度が高くて寝苦しい 窓を開ければ多少緩和されたがそれでもこの時期が寒いとはいえ、室温調節ができないのが辛かった トイレ周りが汚い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937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エアコンが暖房のみだった。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改善アクションプラン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優先度別施策ロードマップ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60120"/>
            <a:ext cx="8595360" cy="11887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103327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即時対応（~2週間）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134416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低評価の根本原因特定とオペレーション改善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169164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スタッフサービス品質トレーニング強化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286000"/>
            <a:ext cx="8595360" cy="118872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235915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短期対応（1ヶ月以内）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267004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口コミ返信率向上によるブランド管理強化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301752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多言語対応改善による外国人ゲスト満足度向上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3611880"/>
            <a:ext cx="8595360" cy="118872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368503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中期対応（3ヶ月以内）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99592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設備・アメニティ定期点検・更新サイクル確立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68680" y="434340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ゲストフィードバック収集システムの整備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2026-03-28T22:44:15Z</dcterms:created>
  <dcterms:modified xsi:type="dcterms:W3CDTF">2026-03-28T22:44:15Z</dcterms:modified>
</cp:coreProperties>
</file>