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9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楽天トラベル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Trip.com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7.71</c:v>
                </c:pt>
                <c:pt idx="1">
                  <c:v>7.67</c:v>
                </c:pt>
                <c:pt idx="2">
                  <c:v>7.27</c:v>
                </c:pt>
                <c:pt idx="3">
                  <c:v>7.03</c:v>
                </c:pt>
                <c:pt idx="4">
                  <c:v>6.67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16</c:v>
                </c:pt>
                <c:pt idx="1">
                  <c:v>10</c:v>
                </c:pt>
                <c:pt idx="2">
                  <c:v>34</c:v>
                </c:pt>
                <c:pt idx="3">
                  <c:v>18</c:v>
                </c:pt>
                <c:pt idx="4">
                  <c:v>15</c:v>
                </c:pt>
                <c:pt idx="5">
                  <c:v>11</c:v>
                </c:pt>
                <c:pt idx="6">
                  <c:v>8</c:v>
                </c:pt>
                <c:pt idx="7">
                  <c:v>3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レビュー総数：118件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11.9%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118件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60件（50.8%）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44件（37.3%）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14件（11.9%）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60件）の分析から、主要な強みテーマを抽出しています。立地・アクセス、客室清潔感、スタッフ対応が高評価の中心的テーマです。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低評価・中評価レビュー（58件）から改善課題を優先度別に整理しています。S/A/B/Cの4段階で優先度を設定し、計画的な改善を推進します。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7.12点 → 目標 7.62点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50.8% → 目標 55.8%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11.9% → 目標 9.9%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コートホテル新横浜は全体平均7.12点（10pt換算）、高評価率50.8%を達成しています。本レポートで示した改善施策を段階的に実施することで、さらなる顧客満足度向上が期待できます。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コートホテル新横浜 口コミ分析レポート</dc:title>
  <dc:subject>PptxGenJS Presentation</dc:subject>
  <dc:creator>PptxGenJS</dc:creator>
  <cp:lastModifiedBy>PptxGenJS</cp:lastModifiedBy>
  <cp:revision>1</cp:revision>
  <dcterms:created xsi:type="dcterms:W3CDTF">2026-04-04T23:30:15Z</dcterms:created>
  <dcterms:modified xsi:type="dcterms:W3CDTF">2026-04-04T23:30:15Z</dcterms:modified>
</cp:coreProperties>
</file>