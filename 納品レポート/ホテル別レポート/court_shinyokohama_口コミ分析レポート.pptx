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楽天トラベル</c:v>
                  </c:pt>
                  <c:pt idx="2">
                    <c:v>じゃらん</c:v>
                  </c:pt>
                  <c:pt idx="3">
                    <c:v>Booking.com</c:v>
                  </c:pt>
                  <c:pt idx="4">
                    <c:v>Google</c:v>
                  </c:pt>
                </c:lvl>
              </c:multiLvlStrCache>
            </c:multiLvlStrRef>
          </c:cat>
          <c:val>
            <c:numRef>
              <c:f>Sheet1!$B$2:$B$6</c:f>
              <c:numCache>
                <c:formatCode>General</c:formatCode>
                <c:ptCount val="5"/>
                <c:pt idx="0">
                  <c:v>9</c:v>
                </c:pt>
                <c:pt idx="1">
                  <c:v>7.5</c:v>
                </c:pt>
                <c:pt idx="2">
                  <c:v>7.38</c:v>
                </c:pt>
                <c:pt idx="3">
                  <c:v>7.01</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42</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15</c:v>
                </c:pt>
                <c:pt idx="1">
                  <c:v>12</c:v>
                </c:pt>
                <c:pt idx="2">
                  <c:v>34</c:v>
                </c:pt>
                <c:pt idx="3">
                  <c:v>15</c:v>
                </c:pt>
                <c:pt idx="4">
                  <c:v>14</c:v>
                </c:pt>
                <c:pt idx="5">
                  <c:v>13</c:v>
                </c:pt>
                <c:pt idx="6">
                  <c:v>12</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分析対象期間：2025年12月〜1月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あと駅から近いのがよかったです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コーヒーとミネラルウォーターのサービスが良かった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部屋も広く清潔で快適に過ごす事が出来ました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さらに良いホテルになって欲しいという意味であえてコメントすると、①二つ枕があるので、片方は高めの枕、もう片方は低め...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エアコンは集中式なので、温度調節ができません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各部屋の騒音がうるさかった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61件（50.8%）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42件（35.0%）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あと駅から近いのがよかったです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「横浜駅近くのKアリーナでのライブ遠征にて利用」</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コーヒーとミネラルウォーターのサービスが良かった 特にない 特にない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「スタッフの方がとても愛想良くて話しやすかったです」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「ベッドが広くてゆったりできた」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「部屋は綺麗でしたが、入室してから照明のスイッチを探しました(汗)エアコン含め全て枕元で操作できるのは便利です」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「朝食はこちらで美味しかったです」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22:00前までならホテルの一階にあるレストランも利用できそう</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「それ以外は飲食店、コンビニもありますので困ることはなく快適に過ごせました」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さらに良いホテルになって欲しいという意味であえてコメントすると、①二つ枕があるので、片方は高めの枕、もう片方は低め...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エアコンは集中式なので、温度調節ができません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各部屋の騒音がうるさかった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製氷機が壊れてたのと、トイレの流れが悪かった事が少し残念でしたが、全体的には満足でした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蛇口が熱湯が出る古いタイプで、冷水の蛇口と調節しないといけなかったので、ちょっとめんどくさかったです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新横浜からの近さ 建物が古いため汚れが目立つ 建物が古いため汚れが目立つ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バスとトイレの仕切りのカーテンの匂いが気になった バスとトイレの仕切りのカーテンの匂いが気になった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2026-03-16T22:42:41Z</dcterms:created>
  <dcterms:modified xsi:type="dcterms:W3CDTF">2026-03-16T22:42:41Z</dcterms:modified>
</cp:coreProperties>
</file>