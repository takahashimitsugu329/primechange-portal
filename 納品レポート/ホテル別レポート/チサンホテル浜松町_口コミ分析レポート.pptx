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6.88</c:v>
                </c:pt>
                <c:pt idx="2">
                  <c:v>6.46</c:v>
                </c:pt>
                <c:pt idx="3">
                  <c:v>6.42</c:v>
                </c:pt>
                <c:pt idx="4">
                  <c:v>6.25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25</c:v>
                </c:pt>
                <c:pt idx="1">
                  <c:v>17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8点</c:v>
                  </c:pt>
                  <c:pt idx="2">
                    <c:v>7点</c:v>
                  </c:pt>
                  <c:pt idx="3">
                    <c:v>6点</c:v>
                  </c:pt>
                  <c:pt idx="4">
                    <c:v>5点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19</c:v>
                </c:pt>
                <c:pt idx="2">
                  <c:v>3</c:v>
                </c:pt>
                <c:pt idx="3">
                  <c:v>13</c:v>
                </c:pt>
                <c:pt idx="4">
                  <c:v>1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駅近・交通利便性に関する好評価（41件）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客室の快適性・設備の充実度への好評（36件）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朝食の品質・バリエーションへの高評価（29件）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口コミ返信率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じゃらん: 7.00点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25件（46.3%）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17件（31.5%）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12件（22.2%）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「駅から少し歩くが、不便ないロケーション。最低限のア」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「。最低限のアメニティで手頃な価格で宿泊できるので良い。」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「した。  食事は果物が美味しかったです。飲み物は色々あり、パ」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「ィで手頃な価格で宿泊できるので良い。」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「でしたが、綺麗にされていました。ベッドは広々でゆったりできま」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「メイキングスタッフの方が笑顔で声かけてくれ、快く送り出してく」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電車の音が気になり、眠れませんでした。 トイレの換気扇が効いてない感じでした。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設備が古い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口コミへの返信対応を強化する余地あり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サービス改善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継続的なサービス品質向上が必要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設備メンテナンス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定期的なメンテナンス体制の整備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騒音対策の即時対応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設備老朽化への即時対応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口コミ返信率100%の実現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月次でOTA評価スコアを確認し、騒音問題改善の進捗をトラッキングします。四半期ごとに目標値を見直し、継続的な改善サイクルを確立してください。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チサンホテル浜松町の2025年12月〜2026年4月口コミ分析（54件）では、総合評価6.52点（10pt換算）、高評価率46.3%という結果が得られました。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6ヶ月以内に全体平均6.8点以上、高評価率51%以上を目指し、継続的な改善サイクルを確立することを推奨します。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2026-04-12T23:43:30Z</dcterms:created>
  <dcterms:modified xsi:type="dcterms:W3CDTF">2026-04-12T23:43:30Z</dcterms:modified>
</cp:coreProperties>
</file>