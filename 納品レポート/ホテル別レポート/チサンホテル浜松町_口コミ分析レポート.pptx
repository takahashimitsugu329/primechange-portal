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Agoda</c:v>
                  </c:pt>
                  <c:pt idx="1">
                    <c:v>Booking.com</c:v>
                  </c:pt>
                  <c:pt idx="2">
                    <c:v>楽天トラベル</c:v>
                  </c:pt>
                  <c:pt idx="3">
                    <c:v>じゃらん</c:v>
                  </c:pt>
                  <c:pt idx="4">
                    <c:v>Google</c:v>
                  </c:pt>
                </c:lvl>
              </c:multiLvlStrCache>
            </c:multiLvlStrRef>
          </c:cat>
          <c:val>
            <c:numRef>
              <c:f>Sheet1!$B$2:$B$6</c:f>
              <c:numCache>
                <c:formatCode>General</c:formatCode>
                <c:ptCount val="5"/>
                <c:pt idx="0">
                  <c:v>8.67</c:v>
                </c:pt>
                <c:pt idx="1">
                  <c:v>8</c:v>
                </c:pt>
                <c:pt idx="2">
                  <c:v>7.06</c:v>
                </c:pt>
                <c:pt idx="3">
                  <c:v>6.86</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4A843"/>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28</c:v>
                </c:pt>
                <c:pt idx="1">
                  <c:v>9</c:v>
                </c:pt>
                <c:pt idx="2">
                  <c:v>10</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11</c:v>
                </c:pt>
                <c:pt idx="1">
                  <c:v>2</c:v>
                </c:pt>
                <c:pt idx="2">
                  <c:v>15</c:v>
                </c:pt>
                <c:pt idx="3">
                  <c:v>9</c:v>
                </c:pt>
                <c:pt idx="4">
                  <c:v>7</c:v>
                </c:pt>
                <c:pt idx="5">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レビュー総数：47件（5サイト）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7.15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59.6%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浜松町・大門・田町・日の出（ゆりかもめ）の複数路線が徒歩圏内（18件）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コスパの良さ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老朽化を補うほどの価格魅力。価格帯に見合った価値を提供（8件）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朝食の質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彩りと栄養バランスの良い朝食が一部ゲストから高評価（7件）</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浴槽の不具合・廊下の劣化・ハウスダスト問題など設備劣化の指摘が多数（10件）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騒音・防音の問題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線路側客室での電車騒音が睡眠を妨げるレベルで言及（8件）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アクセスの分かりにくさ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駅から遠い・わかりにくいとの指摘。案内改善が急務（3件）</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サイト別パフォーマンス分析</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海外OTA強み</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Agoda（8.67点）とBooking.com（8.0点）では良好水準を確保</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国内サイト要改善</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Google（6.17点）・じゃらん（6.86点）が全体スコアを引き下げ</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国内サイト（5点満点）は10点換算で比較</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28件（59.6%）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9件（19.1%）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10件（21.3%）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18件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複数路線・複数駅へのアクセスでお台場・東京駅・羽田へ便利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「浜松町・日の出両駅から近く東京駅にも乗り換えなしで行けた」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老朽化した設備ながら清掃は行き届いており清潔感を維持</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「部屋も設備に古さを感じるものの、綺麗にされており良かった」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チェックイン時間の柔軟な対応など親切な接客が評価される</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「15時チェックインでしたが柔軟に対応いただけて助かりました」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22件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客室・設備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シャワー水圧・無料ランドリーなど基本機能は十分な評価</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「水量やシャワーもしっかり出て困りません」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彩りと栄養バランスの良い朝食が特に高評価を獲得</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「朝食は彩りも栄養バランスも抜群で満腹に。コスパ最高」</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コスパ・リピート</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老朽化を補う価格魅力と立地の良さがコスパ感を創出</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「コスパ最高だし、トレインビューで読書するのが気持ちよかった」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浴槽の穴・ヒビ、廊下カーペットの劣化、ハウスダスト問題など設備劣化の具体的指摘多数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騒音・防音問題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「ボロアパート並みの防音性能」。電車の音が睡眠を妨げるレベルで線路側客室での問題深刻</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アクセスの分かりにくさ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「地図がないとたどり着けない」。駅からの道順が不明瞭で特に初回利用者の不満が大きい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朝食クオリティ</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「おかずが少ない・貧素」という朝食内容への指摘。内容と価格バランスへの不満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乾燥・加湿器不足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「老舗のビジネスホテルなのに加湿器ありません」という乾燥問題への不満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周辺飲食店の少なさ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「周辺にリーズナブルな飲食店がなく不便」という周辺環境への指摘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設備不具合の緊急対応</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浴槽の穴・ヒビなど安全不備の即時修繕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客室設備点検チェックリストの導入と月次実施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廊下カーペットの張り替え・固定</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ハウスダスト対策として空気清浄機の設置</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アクセス案内の改善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写真付き詳細道順マップをOTA・公式サイトに掲載</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各最寄駅からの案内看板の設置</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チェックイン前のアクセス案内メール自動送信</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騒音への暫定対策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線路側客室のOTA掲載での事前告知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耳栓・防音グッズのフロント無料貸出</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騒音懸念ゲストへの反線路側客室の優先アサイン</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口コミ返信体制の整備</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全サイト48時間以内返信ルール化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設備改善計画をネガティブ口コミへの返信に明記</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Google・じゃらんへの重点返信対応</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客室防音対策</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防音カーテン・二重窓の設置（線路側客室優先）</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ドア・窓の隙間テープによる防音強化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加湿器の客室常備（乾燥対策）</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客室・共用部の段階的リニューアル</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壁紙・カーペットの張り替えによる清潔感向上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浴室設備のアップグレード（シャワーヘッド・水栓）</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照明のLED化による明るさ・清潔感の向上</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朝食メニューの改善</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おかずの種類と質の向上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季節メニューの定期的な見直し</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全客室の本格リノベーション</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客室全体の内装一新（床・壁・浴室・家具）</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空調設備のアップグレード（温度・乾燥問題の解消）</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高性能空気清浄機の全室設置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外壁・構造の防音改修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線路側客室の外壁防音材の施工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二重サッシへの全面的な交換</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共用エリアのリノベーション</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フロント・エントランスの近代化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朝食スペースの拡充・リデザイン</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59.6%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3.08/5点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設備クレーム件数</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毎月末に全サイトの口コミを収集・集計。設備クレーム件数とGoogleスコアの改善状況を重点モニタリング。リノベーション前後の評価変化を追跡します。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チサンホテル浜松町は複数路線・複数駅へのアクセスという強固な立地優位性を持ちながら、設備の老朽化（10件）と騒音問題（8件）が全体平均7.15点・低評価率21.3%という数字に反映されています。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最優先すべきはPhase 1の設備不具合緊急修繕とアクセス案内改善です。浴槽の穴・ヒビなど安全に関わる不具合の即時修繕と、写真付き道順マップのOTA掲載は追加投資なしに実施でき、Googleスコアの改善に直結します。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Phase 2の防音対策（防音カーテン・二重窓）はホテルの評価を最も大きく引き下げている騒音問題への直接的な対処であり、投資優先度が高い施策です。Phase 3のリノベーションは抜本的な評価改善をもたらす長期的投資として計画的に進めてください。</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段階的な改善を着実に実行することで、2026年9月末までに全体平均7.8点・低評価率10%以下の達成を目指しましょう。</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2026-03-28T23:29:32Z</dcterms:created>
  <dcterms:modified xsi:type="dcterms:W3CDTF">2026-03-28T23:29:32Z</dcterms:modified>
</cp:coreProperties>
</file>