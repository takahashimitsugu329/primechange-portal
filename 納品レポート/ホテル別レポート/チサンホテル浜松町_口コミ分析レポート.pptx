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じゃらん</c:v>
                  </c:pt>
                  <c:pt idx="1">
                    <c:v>Agoda</c:v>
                  </c:pt>
                  <c:pt idx="2">
                    <c:v>Google</c:v>
                  </c:pt>
                  <c:pt idx="3">
                    <c:v>楽天トラベル</c:v>
                  </c:pt>
                  <c:pt idx="4">
                    <c:v>Booking.com</c:v>
                  </c:pt>
                  <c:pt idx="5">
                    <c:v>Trip.com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6.88</c:v>
                </c:pt>
                <c:pt idx="2">
                  <c:v>6.46</c:v>
                </c:pt>
                <c:pt idx="3">
                  <c:v>6.42</c:v>
                </c:pt>
                <c:pt idx="4">
                  <c:v>6.25</c:v>
                </c:pt>
                <c:pt idx="5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高評価(8-10)</c:v>
                </c:pt>
                <c:pt idx="1">
                  <c:v>中評価(5-7)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25</c:v>
                </c:pt>
                <c:pt idx="1">
                  <c:v>17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10点</c:v>
                  </c:pt>
                  <c:pt idx="1">
                    <c:v>8点</c:v>
                  </c:pt>
                  <c:pt idx="2">
                    <c:v>7点</c:v>
                  </c:pt>
                  <c:pt idx="3">
                    <c:v>6点</c:v>
                  </c:pt>
                  <c:pt idx="4">
                    <c:v>5点</c:v>
                  </c:pt>
                  <c:pt idx="5">
                    <c:v>4点</c:v>
                  </c:pt>
                  <c:pt idx="6">
                    <c:v>3点</c:v>
                  </c:pt>
                  <c:pt idx="7">
                    <c:v>2点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19</c:v>
                </c:pt>
                <c:pt idx="2">
                  <c:v>3</c:v>
                </c:pt>
                <c:pt idx="3">
                  <c:v>13</c:v>
                </c:pt>
                <c:pt idx="4">
                  <c:v>1</c:v>
                </c:pt>
                <c:pt idx="5">
                  <c:v>5</c:v>
                </c:pt>
                <c:pt idx="6">
                  <c:v>2</c:v>
                </c:pt>
                <c:pt idx="7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チサンホテル浜松町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分析対象期間：2025年12月〜2026年3月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レビュー総数：54件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作成日：2026年4月3日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6.52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46.3%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22.2%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駅近・交通利便性に関する好評価（41件）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客室の快適性・設備の充実度への好評（36件）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朝食の品質・バリエーションへの高評価（29件）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騒音問題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2件の指摘あり。改善対応を推奨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設備老朽化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2件の指摘あり。改善対応を推奨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口コミ返信率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継続的な品質管理・予防的対応を推奨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サイト別評価インサイト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最高評価サイト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じゃらん: 7.00点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6.52点（10pt換算）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海外OTAは/10、国内サイトは/5×2換算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25件（46.3%）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17件（31.5%）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12件（22.2%）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駅近・交通利便性に関する好評価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「駅から少し歩くが、不便ないロケーション。最低限のア」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客室の快適性・設備の充実度への好評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「。最低限のアメニティで手頃な価格で宿泊できるので良い。」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朝食の品質・バリエーションへの高評価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「した。  食事は果物が美味しかったです。飲み物は色々あり、パ」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コスパ・リピート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価格対価値の高さとリピート意向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「ィで手頃な価格で宿泊できるので良い。」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客室・共用部の清潔さへの高評価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「でしたが、綺麗にされていました。ベッドは広々でゆったりできま」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フロントスタッフの丁寧な対応への好評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「メイキングスタッフの方が笑顔で声かけてくれ、快く送り出してく」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騒音問題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電車の音が気になり、眠れませんでした。 トイレの換気扇が効いてない感じでした。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設備老朽化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設備が古い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口コミへの返信対応を強化する余地あり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サービス改善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継続的なサービス品質向上が必要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設備メンテナンス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定期的なメンテナンス体制の整備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騒音対策の即時対応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防音対策済み部屋の積極的案内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チェックイン時の防音耳栓提供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騒音クレーム対応マニュアルの整備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防音性能の高い部屋への優先アサイン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設備老朽化への即時対応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緊急修繕リストの作成と優先対応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老朽化設備の在庫把握と交換計画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スタッフによる日常点検の徹底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故障時のバックアップ体制整備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口コミ返信率100%の実現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全OTAサイトの口コミへの返信ルール策定（48時間以内）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ネガティブ口コミへの丁寧な対応テンプレート作成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フロントマネージャーによる週次口コミモニタリング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防音設備の強化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防音カーテン・防音パネルの設置計画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騒音の多い部屋の用途転換検討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建物外部騒音対策の工事計画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設備更新の計画的実施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中長期設備更新ロードマップの策定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高頻度使用備品の計画的交換サイクル確立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省エネ設備への転換による維持費削減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OTA評価スコア向上施策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高評価レビュー投稿の依頼タイミング最適化（チェックアウト時）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満足度の高い宿泊者へのフォローアップメール送信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じゃらん・楽天の評価向上に向けた特典プログラム検討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「立地・アクセス」の競争優位性強化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立地・アクセスを訴求したブランディング戦略の策定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SNS・口コミサイトでの強み積極的発信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旅行代理店・法人営業への強み訴求資料作成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客室リノベーション計画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客室設備の全面的な見直しと更新計画策定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最新のスマートホテル機能の導入検討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環境に配慮したサステナブル客室改装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デジタル接客・サービス高度化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AIチャットボットによる24時間問合せ対応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モバイルチェックイン/アウトシステムの導入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顧客データ分析によるパーソナライズサービスの実現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6.52点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21.2%以下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2026年7月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3.50/5点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3.7/5点以上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6.88/10点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7.1/10点以上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月次でOTA評価スコアを確認し、騒音問題改善の進捗をトラッキングします。四半期ごとに目標値を見直し、継続的な改善サイクルを確立してください。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チサンホテル浜松町の2025年12月〜2026年3月口コミ分析（54件）では、総合評価6.52点（10pt換算）、高評価率46.3%という結果が得られました。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「立地・アクセス」が最大の強みとして確認され、本レポートの3フェーズ改善施策の実施により、さらなる評価向上が期待されます。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6ヶ月以内に全体平均6.8点以上、高評価率51%以上を目指し、継続的な改善サイクルを確立することを推奨します。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プライムチェンジは引き続き改善施策の実施をサポートいたします。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ご清聴ありがとうございました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チサンホテル浜松町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2026-04-04T01:16:12Z</dcterms:created>
  <dcterms:modified xsi:type="dcterms:W3CDTF">2026-04-04T01:16:12Z</dcterms:modified>
</cp:coreProperties>
</file>