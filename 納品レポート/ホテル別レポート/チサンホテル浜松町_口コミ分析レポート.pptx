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Agoda</c:v>
                  </c:pt>
                  <c:pt idx="1">
                    <c:v>Booking.com</c:v>
                  </c:pt>
                  <c:pt idx="2">
                    <c:v>楽天トラベル</c:v>
                  </c:pt>
                  <c:pt idx="3">
                    <c:v>じゃらん</c:v>
                  </c:pt>
                  <c:pt idx="4">
                    <c:v>Google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8.67</c:v>
                </c:pt>
                <c:pt idx="1">
                  <c:v>8</c:v>
                </c:pt>
                <c:pt idx="2">
                  <c:v>7.06</c:v>
                </c:pt>
                <c:pt idx="3">
                  <c:v>6.86</c:v>
                </c:pt>
                <c:pt idx="4">
                  <c:v>6.17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28</c:v>
                </c:pt>
                <c:pt idx="1">
                  <c:v>9</c:v>
                </c:pt>
                <c:pt idx="2">
                  <c:v>10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6点</c:v>
                  </c:pt>
                  <c:pt idx="4">
                    <c:v>4点</c:v>
                  </c:pt>
                  <c:pt idx="5">
                    <c:v>2点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</c:v>
                </c:pt>
                <c:pt idx="1">
                  <c:v>2</c:v>
                </c:pt>
                <c:pt idx="2">
                  <c:v>15</c:v>
                </c:pt>
                <c:pt idx="3">
                  <c:v>9</c:v>
                </c:pt>
                <c:pt idx="4">
                  <c:v>7</c:v>
                </c:pt>
                <c:pt idx="5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レビュー総数：47件（5サイト）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7.15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59.6%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34%が言及。浜松町駅近く、羽田直結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25%が言及。リーズナブルな料金設定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朝食・清潔感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朝食7件、清潔感10件。基盤は健在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壁紙・カーペット・家具の経年劣化（10件）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騒音・防音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隣室音・外部騒音・設備音（9件）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水回り・清掃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水圧弱い・排水遅い（6件）/ 清掃不足（5件）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改善のポイント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海外OTA：安定した高評価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 8.67 / Booking 8.00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外国人旅行者の満足度は良好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国内サイト：改善余地あり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 3.53/5 (7.06) / じゃらん 3.43/5 (6.86)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3.08/5 (6.17) が最優先課題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チャートは全て10pt換算で表示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5196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1097280"/>
                <a:gridCol w="1645920"/>
                <a:gridCol w="1097280"/>
                <a:gridCol w="164592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平均(native)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28件（59.6%）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9件（19.1%）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10件（21.3%）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浜松町駅・大門駅から徒歩圏内、羽田直結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浜松町から近くて便利、出張に最適な立地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リーズナブルな料金設定、価格相応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この値段で立地が良いので満足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清掃が行き届いている、きれいな部屋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部屋がきれいで気持ちよく過ごせた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設備・部屋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部屋が広い、設備が整っている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思ったより広くて使いやすかった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朝食が美味しい、和食メニュー充実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朝食の和食メニューが充実していた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親切丁寧、フロントの笑顔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スタッフの対応が親切で好感が持てた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壁紙・カーペット・家具の経年劣化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騒音・防音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隣室音・外部騒音・設備音が問題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水圧弱い、排水遅い、バスルーム狭い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清掃品質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髪の毛、ほこり、ベッド周りの清掃不足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コスパ割高感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設備の古さに対して料金が高い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立地（ネガティブ）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道順不明、夜道が暗い、坂がある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タバコ臭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禁煙室でもタバコの匂い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空調問題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エアコン効き悪い、温度調整困難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加湿器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加湿器が古い/未設置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投資を最小限に抑え、オペレーション改善で効果を目指す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チェックリスト見直し（髪の毛・ほこり・水垢）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清掃後の換気30分以上確保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週次の抜き打ち品質チェック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騒音対策（即効性）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ドア下部・窓際の簡易防音テープ設置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耳栓のアメニティ提供を検討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静かな客室の優先割当てオペレーション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チェックイン時の希望確認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タバコ臭・匂い対策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禁煙室のオゾン脱臭を月2回実施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カーペット・カーテンへの消臭処理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水回りメンテナンス頻度の向上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口コミ返信開始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全サイト48時間以内の返信体制構築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低評価には謝罪＋具体的改善策を記載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Google口コミを最優先で対応（3.08/5）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高評価にも感謝メッセージ返信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客室リフレッシュ（部分改修）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壁紙・カーペット交換（優先フロアから）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照明のLED化で清潔感演出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小物の新品交換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施設写真の刷新（プロ撮影）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Googleビジネスプロフィール最新化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朝食の魅力をOTAでアピール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アクセス・空調改善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写真付きアクセスガイド作成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エアコンフィルター定期清掃厳格化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冬季の全室加湿器設置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低評価集中フロアの防音調査・改修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窓の二重サッシ化（外部騒音対策）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壁面の遮音材追加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ドア・窓の気密性向上工事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70662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水回りリニューアル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96265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水圧改善のための給水設備更新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バスルーム内装の改修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配管の大規模メンテナンス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749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段階的リノベーション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4005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最老朽フロアからの改修計画策定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モダンインテリアへの刷新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デジタルインフラ（USB/WiFi）整備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全体平均評価(10pt)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3.53/5点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3.8/5点以上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3.08/5点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3.5/5点以上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520440"/>
            <a:ext cx="822960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520440"/>
            <a:ext cx="54864" cy="54864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5204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四半期ごとにKPIをレビューし、目標未達の場合は追加施策を検討。月次で口コミモニタリングを実施し、新たな課題の早期発見に努める。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256032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当ホテルは全体平均7.15点（10pt換算）、高評価率59.6%と中程度の水準を維持しています。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「立地」「コスパ」「朝食」の強みは健在であり、海外OTAでの安定した高評価は基本品質の良さを示しています。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Google（3.08/5）とじゃらん（3.43/5）の国内サイト評価の改善が全体水準向上の鍵です。設備老朽化・騒音・水回りの課題に計画的に対応します。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1のオペレーション改善を着実に推進し、月次モニタリングで効果を検証していきましょう。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ご清聴ありがとうございました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チサンホテル浜松町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2026-03-07T10:13:00Z</dcterms:created>
  <dcterms:modified xsi:type="dcterms:W3CDTF">2026-03-07T10:13:00Z</dcterms:modified>
</cp:coreProperties>
</file>