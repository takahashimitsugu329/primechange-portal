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Trip.com</c:v>
                  </c:pt>
                  <c:pt idx="1">
                    <c:v>楽天トラベル</c:v>
                  </c:pt>
                  <c:pt idx="2">
                    <c:v>Google</c:v>
                  </c:pt>
                  <c:pt idx="3">
                    <c:v>じゃらん</c:v>
                  </c:pt>
                  <c:pt idx="4">
                    <c:v>Booking.com</c:v>
                  </c:pt>
                  <c:pt idx="5">
                    <c:v>Agoda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9.4</c:v>
                </c:pt>
                <c:pt idx="1">
                  <c:v>8.83</c:v>
                </c:pt>
                <c:pt idx="2">
                  <c:v>8.55</c:v>
                </c:pt>
                <c:pt idx="3">
                  <c:v>8.5</c:v>
                </c:pt>
                <c:pt idx="4">
                  <c:v>8.37</c:v>
                </c:pt>
                <c:pt idx="5">
                  <c:v>7.4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高評価(8-10)</c:v>
                </c:pt>
                <c:pt idx="1">
                  <c:v>中評価(5-7)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61</c:v>
                </c:pt>
                <c:pt idx="1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  <c:pt idx="5">
                    <c:v>4点</c:v>
                  </c:pt>
                  <c:pt idx="6">
                    <c:v>3点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</c:v>
                </c:pt>
                <c:pt idx="1">
                  <c:v>10</c:v>
                </c:pt>
                <c:pt idx="2">
                  <c:v>23</c:v>
                </c:pt>
                <c:pt idx="3">
                  <c:v>4</c:v>
                </c:pt>
                <c:pt idx="4">
                  <c:v>6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コンフォートホテル成田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分析対象期間：2025年12月〜2026年3月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レビュー総数：73件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作成日：2026年4月3日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8.56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83.6%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朝食の品質・バリエーションへの高評価（49件）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フロントスタッフの丁寧な対応への好評（40件）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駅近・交通利便性に関する好評価（31件）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設備老朽化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3件の指摘あり。改善対応を推奨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1件の指摘あり。改善対応を推奨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エレベーター待ち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1件の指摘あり。改善対応を推奨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サイト別評価インサイト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最高評価サイト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Trip.com: 9.40点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8.56点（10pt換算）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海外OTAは/10、国内サイトは/5×2換算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61件（83.6%）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10件（13.7%）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2件（2.7%）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49件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朝食の品質・バリエーションへの高評価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「した。  朝食で「これは…」と少し思った出来事があり近くのス」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フロントスタッフの丁寧な対応への好評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「あり近くのスタッフさんにお伝えしたところ、大変丁寧に対応して」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駅近・交通利便性に関する好評価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「いですが、駅に近く、コンビニのシャンプーは良いです。1日経っ」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29件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客室の快適性・設備の充実度への好評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「部屋は少し狭いですが、駅に近く、コンビニのシャンプ」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コスパ・リピート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価格対価値の高さとリピート意向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「べられて大満足。  小松菜とパイナップルのスムージーがとって」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客室・共用部の清潔さへの高評価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「た。部屋も清潔で居心地がよく、ゆっくり休むことができました。」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設備老朽化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設備は少し古いですが、とても清潔で快適です！ただ、トイレが狭すぎて少し使いづらい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清潔感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部屋は全体的に素敵で、平均的なホテルよりも広かったのですが、もう少し清潔だったら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エレベーター待ち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チェックアウト時のエレベーターの状況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設備老朽化への即時対応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緊急修繕リストの作成と優先対応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老朽化設備の在庫把握と交換計画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スタッフによる日常点検の徹底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故障時のバックアップ体制整備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清潔感向上の即時対応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客室清掃チェックリストの強化・再徹底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気になる箇所の即時補修対応フロー整備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消臭・換気プロトコルの見直し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清潔感評価の定期モニタリング開始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エレベーター待ち時間の改善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ピーク時間帯の案内と階段利用促進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チェックアウト時間分散の促進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エレベーター近くの待機スペース改善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待ち時間の見える化掲示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口コミ返信率100%の実現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全OTAサイトの口コミへの返信ルール策定（48時間以内）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ネガティブ口コミへの丁寧な対応テンプレート作成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フロントマネージャーによる週次口コミモニタリング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設備更新の計画的実施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中長期設備更新ロードマップの策定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高頻度使用備品の計画的交換サイクル確立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省エネ設備への転換による維持費削減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設備清潔維持の中期施策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定期的な深掃除スケジュールの策定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カーペット・カーテン等の計画的な交換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清掃品質向上のためのスタッフ研修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エレベーター運用改善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エレベーター制御プログラムの最適化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増設可否の建物調査実施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荷物専用エレベーターの時間帯設定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「朝食」の競争優位性強化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朝食を訴求したブランディング戦略の策定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SNS・口コミサイトでの強み積極的発信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旅行代理店・法人営業への強み訴求資料作成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客室リノベーション計画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客室設備の全面的な見直しと更新計画策定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最新のスマートホテル機能の導入検討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環境に配慮したサステナブル客室改装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デジタル接客・サービス高度化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AIチャットボットによる24時間問合せ対応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モバイルチェックイン/アウトシステムの導入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顧客データ分析によるパーソナライズサービスの実現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8.56点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1.7%以下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2026年7月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9.40/10点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9.6/10点以上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4.42/5点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4.6/5点以上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8862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月次でOTA評価スコアを確認し、設備老朽化改善の進捗をトラッキングします。四半期ごとに目標値を見直し、継続的な改善サイクルを確立してください。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コンフォートホテル成田の2025年12月〜2026年3月口コミ分析（73件）では、総合評価8.56点（10pt換算）、高評価率83.6%という結果が得られました。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「朝食」が最大の強みとして確認され、本レポートの3フェーズ改善施策の実施により、さらなる評価向上が期待されます。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6ヶ月以内に全体平均8.9点以上、高評価率89%以上を目指し、継続的な改善サイクルを確立することを推奨します。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プライムチェンジは引き続き改善施策の実施をサポートいたします。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ご清聴ありがとうございました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コンフォートホテル成田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2026-04-04T01:16:15Z</dcterms:created>
  <dcterms:modified xsi:type="dcterms:W3CDTF">2026-04-04T01:16:15Z</dcterms:modified>
</cp:coreProperties>
</file>