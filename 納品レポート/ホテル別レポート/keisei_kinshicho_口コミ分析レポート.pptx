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9.59</c:v>
                </c:pt>
                <c:pt idx="1">
                  <c:v>9.27</c:v>
                </c:pt>
                <c:pt idx="2">
                  <c:v>8.97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75</c:v>
                </c:pt>
                <c:pt idx="1">
                  <c:v>4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12</c:v>
                </c:pt>
                <c:pt idx="2">
                  <c:v>13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レビュー総数：80件（4サイト）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立地も便利で、移動や観光も楽でした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朝のバイキングもとても美味しく頂き、部屋もすごく綺麗でした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スタッフは親切で協力的で、部屋は滞在中ずっと清潔で快適、そして手入れが行き届いていました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had a great 7-night stay at this hotel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臭い・匂い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Trip.com(9.59)が最高スコア。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75件（93.8%）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4件（5.0%）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1件（1.2%）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立地も便利で、移動や観光も楽でした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「駅、お店、美しい桜のある公園が近くにあります」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朝のバイキングもとても美味しく頂き、部屋もすごく綺麗でした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「スタッフは親切で協力的で、部屋は滞在中ずっと清潔で快適、そして手入れが行き届いていました」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スタッフは親切で協力的で、部屋は滞在中ずっと清潔で快適、そして手入れが行き届いていました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「Staff were friendly and service was  efficient」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アメニティが本当に豊富でした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「スタッフは親切で協力的で、部屋は滞在中ずっと清潔で快適、そして手入れが行き届いていました」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周辺には飲食店もたくさんあります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「駅から徒歩約8分で、周辺には24時間営業のスーパー（セイユ）をはじめ、たくさんの飲食店があります」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had a great 7-night stay at this hotel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stanza un pò piccola 部屋が少し狭い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設備上都還不錯，有翻新，服務人員的服務態度真的一百分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早餐還不錯吃，但品項不多而且每天一樣，連住很多天會吃到膩，自動鬆餅機很有趣 朝食はまあまあだったが、種類が少なく、...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東京の宿泊施設としてはかなり広々としていて、バスタブとベッドサイドの景色が見える窓もありました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約12件/期間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2026-04-05T00:17:45Z</dcterms:created>
  <dcterms:modified xsi:type="dcterms:W3CDTF">2026-04-05T00:17:45Z</dcterms:modified>
</cp:coreProperties>
</file>