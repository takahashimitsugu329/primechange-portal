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9.52</c:v>
                </c:pt>
                <c:pt idx="1">
                  <c:v>9.14</c:v>
                </c:pt>
                <c:pt idx="2">
                  <c:v>8.69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113</c:v>
                </c:pt>
                <c:pt idx="1">
                  <c:v>12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68</c:v>
                </c:pt>
                <c:pt idx="1">
                  <c:v>25</c:v>
                </c:pt>
                <c:pt idx="2">
                  <c:v>20</c:v>
                </c:pt>
                <c:pt idx="3">
                  <c:v>5</c:v>
                </c:pt>
                <c:pt idx="4">
                  <c:v>5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レビュー総数：126件（4サイト）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作成日：2026年3月24日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このエリアは比較的混雑しておらず、近くにはパルコやテルミナなどのショッピングモールがいくつかあるので、食事や基本的...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ホテルのスタッフは親切で協力的で、部屋も清潔で整頓されていました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ホテルのスタッフは親切で協力的で、部屋も清潔で整頓されていました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This area is less crowded, with a couple of malls nearby 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部屋とバスルームが通常よりも広々としているのがとても気に入りました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部屋は小さいですが、必要なものはすべて揃っています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113件（89.7%）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このエリアは比較的混雑しておらず、近くにはパルコやテルミナなどのショッピングモールがいくつかあるので、食事や基本的...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「駅やショッピングエリアからはまだ少し距離があります」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ホテルのスタッフは親切で協力的で、部屋も清潔で整頓されていました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「As foreigners, it was very scary to come and try to commu...」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ホテルのスタッフは親切で協力的で、部屋も清潔で整頓されていました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「房間大 乾淨 有乾濕分離 部屋は広くて清潔で、濡れた場所と乾いた場所が分かれている」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24時間営業のスーパーマーケットも利用可能です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「コンビニエンスストアやショッピングモールも徒歩5分圏内です」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お風呂場が広くて快適だった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「シングルベッド2台の部屋を予約しましたが、私たちと子供1人にはちょうど良い広さでした」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朝食の種類は限られています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「また、3月9日の朝食開始時間は午前6時30分とかなり遅かったです」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area is less crowded, with a couple of malls nearby 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部屋とバスルームが通常よりも広々としているのがとても気に入りました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部屋は小さいですが、必要なものはすべて揃っています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酒店員工服務態度良好，房間乾淨企理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共用部分にクラシック音楽などのBGMが雰囲気程度に流していると､もっと良くなるように感じました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タオル交換やゴミ捨ても毎日行ってくれました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約18件/期間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2026-03-24T01:12:43Z</dcterms:created>
  <dcterms:modified xsi:type="dcterms:W3CDTF">2026-03-24T01:12:43Z</dcterms:modified>
</cp:coreProperties>
</file>