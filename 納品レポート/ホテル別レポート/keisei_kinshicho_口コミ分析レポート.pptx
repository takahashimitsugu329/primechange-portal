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8.82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118</c:v>
                </c:pt>
                <c:pt idx="1">
                  <c:v>12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18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and interesting location and the great view of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體驗感超好👍👍👍 サービスは最高でした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部屋は清潔で整頓されていて、雰囲気も素晴らしかったです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Highly recommend if you want to be close to the action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ただし、欠点はベッドが標準サイズなので、部屋のスペースが比較的狭いことです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118件（89.4%）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good and interesting location and the great view of 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「JR錦糸町駅から遠くなく、周辺には飲食店やショッピング施設、24時間営業のスーパーマーケットなどがあり賑やかである...」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體驗感超好👍👍👍 サービスは最高でした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「スタッフも親切でした」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部屋は清潔で整頓されていて、雰囲気も素晴らしかったです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2人でも窮屈さを感じずに快適に眠れます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「ショッピングセンター、ショップ、レストランも近くにあります」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Highly recommend if you want to be close to the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2026-03-29T07:52:13Z</dcterms:created>
  <dcterms:modified xsi:type="dcterms:W3CDTF">2026-03-29T07:52:13Z</dcterms:modified>
</cp:coreProperties>
</file>