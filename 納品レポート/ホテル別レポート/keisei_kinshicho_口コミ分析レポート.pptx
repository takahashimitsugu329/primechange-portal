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9.24点 → 目標 9.74点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92.5% → 目標 97.5%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京成リッチモンドホテル東京錦糸町は全体平均9.24点（10pt換算）、高評価率92.5%を達成しています。本レポートで示した改善施策を段階的に実施することで、さらなる顧客満足度向上が期待できます。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