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134件　全体平均: 9.13/10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全134件分析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9.13/10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9.13/10 — 高水準を維持しています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高評価(8点以上)が全体の90.3%を占めています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低評価(5点以下)は2.2%で管理可能な水準です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Booking.com / Trip.com / Google / 楽天トラベル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8.97/10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8.97/10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9.4/10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4.54/5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9.08/10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 (55.2%)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2075935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3264655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 (20.9%)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140867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2597390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 (14.2%)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444843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1633563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 (4.5%)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296562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1485282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 (3.0%)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7414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262861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14828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1337001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 (1.5%)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サービスは最高でした！部屋に用意されていたワイン、ビール、クッキー、ジュースはすべて無料で、毎日補充されていました！部屋は清潔で整頓されていて、雰囲気も素晴らしかったです！本当に素晴らしい体験でした！..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立地が非常に良く、街の眺めも素晴らしい。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日本に行くときはいつもこのチェーンホテルに泊まるのが好きです。主な理由は、エコノミーダブルルームの一般的な140cm幅のベッドではなく、150cm幅のベッドがあるからです。2人でも窮屈さを感じずに快適..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素晴らしい滞在でした！ホテルはとても素敵で、清潔で快適でした。何より最高だったのは立地です。街の中心部に位置しているので、観光がとても楽でした。賑やかな場所に近いホテルをお探しの方には、ぜひおすすめし..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少し汚れていて、防音性も低い。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無し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特になし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すべて順調です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2026-03-28T22:44:18Z</dcterms:created>
  <dcterms:modified xsi:type="dcterms:W3CDTF">2026-03-28T22:44:18Z</dcterms:modified>
</cp:coreProperties>
</file>