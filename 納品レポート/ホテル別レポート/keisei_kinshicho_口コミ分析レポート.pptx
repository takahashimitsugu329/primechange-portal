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京成リッチモンドホテル東京錦糸町</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9.15点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9.15点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89.9%</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1.4%</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京成リッチモンドホテル東京錦糸町は分析対象148件の口コミで、10点換算平均9.15点（非常に良好）を記録。高評価（8〜10点）が133件（89.9%）、低評価（1〜4点）が2件（1.4%）。4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4サイト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8.96/10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56件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9.43/10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57.4%</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85件</a:t>
            </a:r>
            <a:endParaRPr lang="en-US" sz="800" dirty="0"/>
          </a:p>
        </p:txBody>
      </p:sp>
      <p:sp>
        <p:nvSpPr>
          <p:cNvPr id="12" name="Shape 10"/>
          <p:cNvSpPr/>
          <p:nvPr/>
        </p:nvSpPr>
        <p:spPr>
          <a:xfrm>
            <a:off x="1325880" y="3545720"/>
            <a:ext cx="685800" cy="843400"/>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31712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18.9%</a:t>
            </a:r>
            <a:endParaRPr lang="en-US" sz="800" dirty="0"/>
          </a:p>
        </p:txBody>
      </p:sp>
      <p:sp>
        <p:nvSpPr>
          <p:cNvPr id="15" name="Text 13"/>
          <p:cNvSpPr/>
          <p:nvPr/>
        </p:nvSpPr>
        <p:spPr>
          <a:xfrm>
            <a:off x="1234440" y="308852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28件</a:t>
            </a:r>
            <a:endParaRPr lang="en-US" sz="800" dirty="0"/>
          </a:p>
        </p:txBody>
      </p:sp>
      <p:sp>
        <p:nvSpPr>
          <p:cNvPr id="16" name="Shape 14"/>
          <p:cNvSpPr/>
          <p:nvPr/>
        </p:nvSpPr>
        <p:spPr>
          <a:xfrm>
            <a:off x="2194560" y="3786692"/>
            <a:ext cx="685800" cy="602428"/>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355809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13.5%</a:t>
            </a:r>
            <a:endParaRPr lang="en-US" sz="800" dirty="0"/>
          </a:p>
        </p:txBody>
      </p:sp>
      <p:sp>
        <p:nvSpPr>
          <p:cNvPr id="19" name="Text 17"/>
          <p:cNvSpPr/>
          <p:nvPr/>
        </p:nvSpPr>
        <p:spPr>
          <a:xfrm>
            <a:off x="2103120" y="332949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20件</a:t>
            </a:r>
            <a:endParaRPr lang="en-US" sz="800" dirty="0"/>
          </a:p>
        </p:txBody>
      </p:sp>
      <p:sp>
        <p:nvSpPr>
          <p:cNvPr id="20" name="Shape 18"/>
          <p:cNvSpPr/>
          <p:nvPr/>
        </p:nvSpPr>
        <p:spPr>
          <a:xfrm>
            <a:off x="3063240" y="4178270"/>
            <a:ext cx="685800" cy="210850"/>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94967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4.7%</a:t>
            </a:r>
            <a:endParaRPr lang="en-US" sz="800" dirty="0"/>
          </a:p>
        </p:txBody>
      </p:sp>
      <p:sp>
        <p:nvSpPr>
          <p:cNvPr id="23" name="Text 21"/>
          <p:cNvSpPr/>
          <p:nvPr/>
        </p:nvSpPr>
        <p:spPr>
          <a:xfrm>
            <a:off x="2971800" y="372107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24" name="Shape 22"/>
          <p:cNvSpPr/>
          <p:nvPr/>
        </p:nvSpPr>
        <p:spPr>
          <a:xfrm>
            <a:off x="3931920" y="4238513"/>
            <a:ext cx="685800" cy="150607"/>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400991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3.4%</a:t>
            </a:r>
            <a:endParaRPr lang="en-US" sz="800" dirty="0"/>
          </a:p>
        </p:txBody>
      </p:sp>
      <p:sp>
        <p:nvSpPr>
          <p:cNvPr id="27" name="Text 25"/>
          <p:cNvSpPr/>
          <p:nvPr/>
        </p:nvSpPr>
        <p:spPr>
          <a:xfrm>
            <a:off x="3840480" y="378131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5件</a:t>
            </a:r>
            <a:endParaRPr lang="en-US" sz="800" dirty="0"/>
          </a:p>
        </p:txBody>
      </p:sp>
      <p:sp>
        <p:nvSpPr>
          <p:cNvPr id="28" name="Shape 26"/>
          <p:cNvSpPr/>
          <p:nvPr/>
        </p:nvSpPr>
        <p:spPr>
          <a:xfrm>
            <a:off x="4800600" y="4343400"/>
            <a:ext cx="685800" cy="45720"/>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4328877"/>
            <a:ext cx="685800" cy="60243"/>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100277"/>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a:t>
            </a:r>
            <a:endParaRPr lang="en-US" sz="800" dirty="0"/>
          </a:p>
        </p:txBody>
      </p:sp>
      <p:sp>
        <p:nvSpPr>
          <p:cNvPr id="35" name="Text 33"/>
          <p:cNvSpPr/>
          <p:nvPr/>
        </p:nvSpPr>
        <p:spPr>
          <a:xfrm>
            <a:off x="5577840" y="3871677"/>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6" name="Shape 34"/>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サービスは最高でした！部屋に用意されていたワイン、ビール、クッキー、ジュースはすべて無料で、毎日補充されていました！部屋は清潔で整頓されていて、雰囲気も素晴らしかったです！本当に素晴らしい体験でし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立地が非常に良く、街の眺めも素晴らしい。</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日本に行くときはいつもこのチェーンホテルに泊まるのが好きです。主な理由は、エコノミーダブルルームの一般的な140cm幅のベッドではなく、150cm幅のベッドがあるからです。2人でも窮屈さを感じずに快適に眠れます。ただし、欠点はベッドが標準サ…</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Trip.com / 4点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少し汚れていて、防音性も低い。</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駅まで近いので、ゆっくり移動できる。 宿泊前日で予約がとれ助かりました。 また利用するようにします</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9.15点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9.7点以上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89.9%</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94.9%以上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1.4%</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京成リッチモンドホテル東京錦糸町の口コミ分析の結果、10点換算で平均9.15点（非常に良好）を記録しました。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分析対象148件のうち、高評価（8〜10点）が89.9%を占めており、継続的なサービス改善により更なる満足度向上が期待できます。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2026-03-28T22:02:52Z</dcterms:created>
  <dcterms:modified xsi:type="dcterms:W3CDTF">2026-03-28T22:02:52Z</dcterms:modified>
</cp:coreProperties>
</file>