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</c:v>
                </c:pt>
                <c:pt idx="1">
                  <c:v>9.05</c:v>
                </c:pt>
                <c:pt idx="2">
                  <c:v>8.61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</c:v>
                </c:pt>
                <c:pt idx="1">
                  <c:v>13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</c:v>
                </c:pt>
                <c:pt idx="1">
                  <c:v>21</c:v>
                </c:pt>
                <c:pt idx="2">
                  <c:v>17</c:v>
                </c:pt>
                <c:pt idx="3">
                  <c:v>5</c:v>
                </c:pt>
                <c:pt idx="4">
                  <c:v>6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レビュー総数：110件（4サイト）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近くにコンビニやレストランがたくさんあり、交通の便も良く、電車でもアクセスできます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いつも使うので、特別な価格サービスをお願いできればありがたいです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下次會再入住 部屋は全体的に快適で清潔でしたが、枕が柔らかすぎて寝心地が悪かったです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location and service, facilities in very good condition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ロビーには無料のバスアメニティとコーヒー・紅茶のティーバッグが用意されています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櫃檯人員辦理入住手續很快速，服務態度非常親切有禮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96件（87.3%）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13件（11.8%）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近くにコンビニやレストランがたくさんあり、交通の便も良く、電車でもアクセスできます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「近くにはMTR駅や大型ショッピングモールがあり、徒歩約5分で買い物に便利です」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いつも使うので、特別な価格サービスをお願いできればありがたいです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「Attenzione dello staff buona」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下次會再入住 部屋は全体的に快適で清潔でしたが、枕が柔らかすぎて寝心地が悪かったです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 特になし 特になし」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近くにコンビニやレストランがたくさんあり、交通の便も良く、電車でもアクセスできます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「近くにはMTR駅や大型ショッピングモールがあり、徒歩約5分で買い物に便利です」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ベッドはあまり良くありませんが、全体的には良いホテルです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「下次會再入住 部屋は全体的に快適で清潔でしたが、枕が柔らかすぎて寝心地が悪かったです」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朝食の種類は限られています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「また、3月9日の朝食開始時間は午前6時30分とかなり遅かったです」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location and service, facilities in very good condition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ロビーには無料のバスアメニティとコーヒー・紅茶のティーバッグが用意されています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櫃檯人員辦理入住手續很快速，服務態度非常親切有禮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部屋は小さいですが、必要なものはすべて揃っています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ホテル自体は少し古い感じがしますが、手入れが行き届いています（仙台で泊まった同じ系列のホテルと似ています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共用部分にクラシック音楽などのBGMが雰囲気程度に流していると､もっと良くなるように感じました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タオル交換やゴミ捨ても毎日行ってくれました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2026-03-16T22:42:40Z</dcterms:created>
  <dcterms:modified xsi:type="dcterms:W3CDTF">2026-03-16T22:42:40Z</dcterms:modified>
</cp:coreProperties>
</file>