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9.53</c:v>
                </c:pt>
                <c:pt idx="1">
                  <c:v>9</c:v>
                </c:pt>
                <c:pt idx="2">
                  <c:v>8.96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62</c:v>
                </c:pt>
                <c:pt idx="1">
                  <c:v>4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11</c:v>
                </c:pt>
                <c:pt idx="2">
                  <c:v>11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立地も駅近で良いですね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ただ海外スタッフの方の日本語、マナーは素晴らしいものがありました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設備上都還不錯，有翻新，服務人員的服務態度真的一百分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Perfectly located hotel centrally located and walking dis...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臭い・匂い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Trip.com(9.53)が最高スコア。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62件（92.5%）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4件（6.0%）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立地も駅近で良いですね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「駅からも近く、徒歩わずか5分ほどです」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ただ海外スタッフの方の日本語、マナーは素晴らしいものがありました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「スタッフのサービスも最高でした」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設備上都還不錯，有翻新，服務人員的服務態度真的一百分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「駅近ですが、静かで快適でした」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部屋はとても清潔で広々としており、水圧も十分でした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「部屋がきれいだった ちょっと高い ちょっと高い」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JR錦糸町駅から遠くなく、周辺には飲食店やショッピング施設、24時間営業のスーパーマーケットなどがあり賑やかである...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「ショッピングセンター、お店、レストランも近くにあります」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ただし、欠点はベッドが標準サイズなので、部屋のスペースが比較的狭いことです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「部屋には荷物を置くのに十分なスペースがありました」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Perfectly located hotel centrally located and walking dis...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ただし、欠点はベッドが標準サイズなので、部屋のスペースが比較的狭いことです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設備上都還不錯，有翻新，服務人員的服務態度真的一百分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早餐還不錯吃，但品項不多而且每天一樣，連住很多天會吃到膩，自動鬆餅機很有趣 朝食はまあまあだったが、種類が少なく、...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ベッドの横には景色が見える窓があり、テレビは携帯電話に接続できました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約9件/期間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2026-04-16T23:31:40Z</dcterms:created>
  <dcterms:modified xsi:type="dcterms:W3CDTF">2026-04-16T23:31:40Z</dcterms:modified>
</cp:coreProperties>
</file>