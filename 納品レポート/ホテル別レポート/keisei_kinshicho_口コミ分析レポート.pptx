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9.43</c:v>
                </c:pt>
                <c:pt idx="1">
                  <c:v>9</c:v>
                </c:pt>
                <c:pt idx="2">
                  <c:v>8.73</c:v>
                </c:pt>
                <c:pt idx="3">
                  <c:v>7.33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72</c:v>
                </c:pt>
                <c:pt idx="1">
                  <c:v>24</c:v>
                </c:pt>
                <c:pt idx="2">
                  <c:v>23</c:v>
                </c:pt>
                <c:pt idx="3">
                  <c:v>7</c:v>
                </c:pt>
                <c:pt idx="4">
                  <c:v>5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119件（88.8%）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13件（9.7%）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9.04点 → 目標 9.54点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88.8% → 目標 93.8%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京成リッチモンドホテル東京錦糸町は全体平均9.04点（10pt換算）、高評価率88.8%を達成しています。本レポートで示した改善施策を段階的に実施することで、さらなる顧客満足度向上が期待できます。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口コミ分析レポート</dc:title>
  <dc:subject>PptxGenJS Presentation</dc:subject>
  <dc:creator>PptxGenJS</dc:creator>
  <cp:lastModifiedBy>PptxGenJS</cp:lastModifiedBy>
  <cp:revision>1</cp:revision>
  <dcterms:created xsi:type="dcterms:W3CDTF">2026-04-01T00:36:00Z</dcterms:created>
  <dcterms:modified xsi:type="dcterms:W3CDTF">2026-04-01T00:36:00Z</dcterms:modified>
</cp:coreProperties>
</file>