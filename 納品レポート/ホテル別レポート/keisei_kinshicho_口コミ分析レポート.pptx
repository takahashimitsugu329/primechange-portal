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9.55</c:v>
                </c:pt>
                <c:pt idx="1">
                  <c:v>9</c:v>
                </c:pt>
                <c:pt idx="2">
                  <c:v>8.66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108</c:v>
                </c:pt>
                <c:pt idx="1">
                  <c:v>13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66</c:v>
                </c:pt>
                <c:pt idx="1">
                  <c:v>23</c:v>
                </c:pt>
                <c:pt idx="2">
                  <c:v>19</c:v>
                </c:pt>
                <c:pt idx="3">
                  <c:v>5</c:v>
                </c:pt>
                <c:pt idx="4">
                  <c:v>6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レビュー総数：122件（4サイト）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Highly recommended 4人家族に最適な立地と部屋の広さ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いつも使うので、特別な価格サービスをお願いできればありがたいです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房間大 乾淨 有乾濕分離 部屋は広くて清潔で、濡れた場所と乾いた場所が分かれている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Instalaciones cómodas , zona muy tranquila y relativament...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ホテルのロビーにはフェイスマスクやバスソルトまで用意されていました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櫃檯人員辦理入住手續很快速，服務態度非常親切有禮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Trip.com(9.55)が最高スコア。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108件（88.5%）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13件（10.7%）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Highly recommended 4人家族に最適な立地と部屋の広さ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「内装は新しく、交通の便も良く、地下鉄駅から歩いてすぐですが、それほど遠くはありません」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いつも使うので、特別な価格サービスをお願いできればありがたいです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「Attenzione dello staff buona」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房間大 乾淨 有乾濕分離 部屋は広くて清潔で、濡れた場所と乾いた場所が分かれている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「部屋も清潔で快適で、とても気持ちの良い滞在になりました」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地下鉄の駅やショッピングエリアにとても近く、買い物や食事、観光に出かける際に時間を大幅に節約できます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「周辺は活気があり、飲食店やコンビニエンスストアも数多くあります」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部屋も清潔で快適で、とても気持ちの良い滞在になりました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「機能很好 このレストランは清潔で整頓されていて快適です」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Instalaciones cómodas , zona muy tranquila y relativament...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ホテルのロビーにはフェイスマスクやバスソルトまで用意されていました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櫃檯人員辦理入住手續很快速，服務態度非常親切有禮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2026-03-21T00:16:54Z</dcterms:created>
  <dcterms:modified xsi:type="dcterms:W3CDTF">2026-03-21T00:16:54Z</dcterms:modified>
</cp:coreProperties>
</file>