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9.6</c:v>
                </c:pt>
                <c:pt idx="1">
                  <c:v>9.27</c:v>
                </c:pt>
                <c:pt idx="2">
                  <c:v>8.97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79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</c:v>
                </c:pt>
                <c:pt idx="1">
                  <c:v>13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レビュー総数：84件（4サイト）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酒店位置距離錦糸町駅約4-5分鐘，拉行李可走南口、過斑馬線再拐󠄆左向酒店方向走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ベッドは快適で、スタッフも親切だったなど、良い点もたくさんありました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ホテルは清潔で、サービスも素晴らしいです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94.0%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Trip.com(9.60)が最高スコア。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79件（94.0%）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4件（4.8%）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酒店位置距離錦糸町駅約4-5分鐘，拉行李可走南口、過斑馬線再拐󠄆左向酒店方向走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「立地は便利で、JR駅や地下鉄駅に近く、周辺には多くのレストランがあります」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ベッドは快適で、スタッフも親切だったなど、良い点もたくさんありました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「ホテルは清潔で、サービスも素晴らしいです」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ホテルは清潔で、サービスも素晴らしいです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「房間乾淨、整潔，兩個28吋的行李箱打開也沒問題，服務人員態度非常好，我覺得cp值很高，離錦糸町走路也很近，附近吃的...」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ロビーには各種アメニティをご用意しております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「ベッドは快適で、スタッフも親切だったなど、良い点もたくさんありました」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立地は便利で、JR駅や地下鉄駅に近く、周辺には多くのレストランがあります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「錦糸町にもとても近く、周辺にはたくさんの飲食店があります」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地點方便近JR , 近地鐵站，有好多食肆，酒店乾淨，服務態度非常好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東京の宿泊施設としてはかなり広々としていて、バスタブとベッドサイドの景色が見える窓もありました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2026-04-06T04:03:18Z</dcterms:created>
  <dcterms:modified xsi:type="dcterms:W3CDTF">2026-04-06T04:03:18Z</dcterms:modified>
</cp:coreProperties>
</file>