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Google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9.62</c:v>
                </c:pt>
                <c:pt idx="1">
                  <c:v>9</c:v>
                </c:pt>
                <c:pt idx="2">
                  <c:v>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82</c:v>
                </c:pt>
                <c:pt idx="1">
                  <c:v>5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13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レビュー総数：88件（4サイト）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酒店位置距離錦糸町駅約4-5分鐘，拉行李可走南口、過斑馬線再拐󠄆左向酒店方向走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サービスは良く、スタッフは親切で、立地も便利で、衛生状態も良好でした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服務良好，態度優良，地理位置良好，衛生不錯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服務良好，態度優良，地理位置良好，衛生不錯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5件（5.7%）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酒店位置距離錦糸町駅約4-5分鐘，拉行李可走南口、過斑馬線再拐󠄆左向酒店方向走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「交通方便，附近很多食店 交通の便が良く、近くにレストランも多数あります」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サービスは良く、スタッフは親切で、立地も便利で、衛生状態も良好でした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「ベッドは快適で、スタッフも親切だったなど、良い点もたくさんありました」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服務良好，態度優良，地理位置良好，衛生不錯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「ホテルは清潔で、サービスも素晴らしいです」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ロビーには各種アメニティをご用意しております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「ベッドは快適で、スタッフも親切だったなど、良い点もたくさんありました」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交通方便，附近很多食店 交通の便が良く、近くにレストランも多数あります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「立地は便利で、JR駅や地下鉄駅に近く、周辺には多くのレストランがあります」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服務良好，態度優良，地理位置良好，衛生不錯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2026-04-08T00:30:50Z</dcterms:created>
  <dcterms:modified xsi:type="dcterms:W3CDTF">2026-04-08T00:30:50Z</dcterms:modified>
</cp:coreProperties>
</file>