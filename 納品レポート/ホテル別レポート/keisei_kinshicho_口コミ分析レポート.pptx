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京成リッチモンドホテル東京錦糸町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9.12点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89.4%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1.5%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132件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京成リッチモンドホテル東京錦糸町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9.43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9.43/10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4.59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9.18/10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8.82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8.82/10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4.00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75件 (56.8%)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25件 (18.9%)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18件 (13.6%)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6件 (4.5%)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5件 (3.8%)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1件 (0.8%)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2件 (1.5%)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