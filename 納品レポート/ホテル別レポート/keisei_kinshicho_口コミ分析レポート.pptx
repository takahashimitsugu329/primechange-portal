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9.05</c:v>
                </c:pt>
                <c:pt idx="2">
                  <c:v>8.63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102</c:v>
                </c:pt>
                <c:pt idx="1">
                  <c:v>13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18</c:v>
                </c:pt>
                <c:pt idx="3">
                  <c:v>5</c:v>
                </c:pt>
                <c:pt idx="4">
                  <c:v>6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レビュー総数：116件（4サイト）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酒店大堂也提供面膜，浴鹽 立地が最高に便利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いつも使うので、特別な価格サービスをお願いできればありがたいです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部屋も清潔で快適で、とても気持ちの良い滞在になりました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Instalaciones cómodas , zona muy tranquila y relativament...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ホテルのロビーにはフェイスマスクやバスソルトまで用意されていました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櫃檯人員辦理入住手續很快速，服務態度非常親切有禮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102件（87.9%）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13件（11.2%）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酒店大堂也提供面膜，浴鹽 立地が最高に便利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「駅からもとても近いので、非常に便利です」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いつも使うので、特別な価格サービスをお願いできればありがたいです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「Attenzione dello staff buona」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「キレイなホテルでした 特にありません」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「機能很好 このレストランは清潔で整頓されていて快適です」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地下鉄の駅やショッピングエリアにとても近く、買い物や食事、観光に出かける際に時間を大幅に節約できます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「周辺は活気があり、飲食店やコンビニエンスストアも数多くあります」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Instalaciones cómodas , zona muy tranquila y relativament...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ホテルのロビーにはフェイスマスクやバスソルトまで用意されていました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櫃檯人員辦理入住手續很快速，服務態度非常親切有禮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2026-03-18T01:37:43Z</dcterms:created>
  <dcterms:modified xsi:type="dcterms:W3CDTF">2026-03-18T01:37:43Z</dcterms:modified>
</cp:coreProperties>
</file>