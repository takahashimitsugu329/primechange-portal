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9.48</c:v>
                </c:pt>
                <c:pt idx="1">
                  <c:v>9.18</c:v>
                </c:pt>
                <c:pt idx="2">
                  <c:v>8.78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</c:v>
                </c:pt>
                <c:pt idx="1">
                  <c:v>12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70</c:v>
                </c:pt>
                <c:pt idx="1">
                  <c:v>25</c:v>
                </c:pt>
                <c:pt idx="2">
                  <c:v>19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電車とバスの駅にも非常に近く（徒歩5～7分）、毎日清掃が行われ、部屋にタバコの臭いもありませんでした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バスルームのアメニティは、階下のフロントデスクでセルフサービスで利用できました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宿泊施設はとても清潔で快適でした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This area is less crowded, with a couple of malls nearby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バスルームのアメニティは、階下のフロントデスクでセルフサービスで利用できました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部屋は小さいですが、必要なものはすべて揃っています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114件（89.8%）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12件（9.4%）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電車とバスの駅にも非常に近く（徒歩5～7分）、毎日清掃が行われ、部屋にタバコの臭いもありませんでした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「立地は最高で、錦糸町駅から徒歩圏内、JR線と半蔵門線にもアクセスでき、交通の便が非常に良いです」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バスルームのアメニティは、階下のフロントデスクでセルフサービスで利用できました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「）フロントのスタッフもとてもフレンドリーで親切でした」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宿泊施設はとても清潔で快適でした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「部屋自体もとても清潔で快適で居心地が良かったです」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周辺にはレストラン、コンビニ、24時間営業のスーパーマーケットもたくさんあり、日常生活や食事にとても便利です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「24時間営業のスーパーマーケットも利用可能です」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宿泊施設はとても清潔で快適でした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「部屋自体もとても清潔で快適で居心地が良かったです」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area is less crowded, with a couple of malls nearby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バスルームのアメニティは、階下のフロントデスクでセルフサービスで利用できました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酒店員工服務態度良好，房間乾淨企理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電車とバスの駅にも非常に近く（徒歩5～7分）、毎日清掃が行われ、部屋にタバコの臭いもありませんでした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2026-03-25T11:12:26Z</dcterms:created>
  <dcterms:modified xsi:type="dcterms:W3CDTF">2026-03-25T11:12:26Z</dcterms:modified>
</cp:coreProperties>
</file>