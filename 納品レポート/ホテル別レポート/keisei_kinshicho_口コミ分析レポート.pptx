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Trip.com</c:v>
                  </c:pt>
                  <c:pt idx="1">
                    <c:v>Google</c:v>
                  </c:pt>
                  <c:pt idx="2">
                    <c:v>Booking.com</c:v>
                  </c:pt>
                  <c:pt idx="3">
                    <c:v>楽天トラベル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9.5</c:v>
                </c:pt>
                <c:pt idx="1">
                  <c:v>9.18</c:v>
                </c:pt>
                <c:pt idx="2">
                  <c:v>8.8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118</c:v>
                </c:pt>
                <c:pt idx="1">
                  <c:v>12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74</c:v>
                </c:pt>
                <c:pt idx="1">
                  <c:v>25</c:v>
                </c:pt>
                <c:pt idx="2">
                  <c:v>19</c:v>
                </c:pt>
                <c:pt idx="3">
                  <c:v>6</c:v>
                </c:pt>
                <c:pt idx="4">
                  <c:v>5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レビュー総数：131件（4サイト）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JR錦糸町駅から遠くなく、周辺には飲食店やショッピング施設、24時間営業のスーパーマーケットなどがあり賑やかである...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體驗感超好👍👍👍 サービスは最高でした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部屋は清潔で整頓されていて、雰囲気も素晴らしかったです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Highly recommend if you want to be close to the action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欠点は、禁煙室を予約したのに、トイレ付近でタバコの臭いがしたことです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ただし、欠点はベッドが標準サイズなので、部屋のスペースが比較的狭いことです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9.15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90.1%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Trip.com(9.50)が最高スコア。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118件（90.1%）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12件（9.2%）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1件（0.8%）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「錦糸町駅から徒歩5分という好立地」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體驗感超好👍👍👍 サービスは最高でした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「スタッフも親切でした」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部屋は清潔で整頓されていて、雰囲気も素晴らしかったです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「ホテルはとても素敵で、清潔で快適でした」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2人でも窮屈さを感じずに快適に眠れます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「ホテルはとても素敵で、清潔で快適でした」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JR錦糸町駅から遠くなく、周辺には飲食店やショッピング施設、24時間営業のスーパーマーケットなどがあり賑やかである...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「ショッピングセンター、お店、レストランも近くにあります」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ただし、欠点はベッドが標準サイズなので、部屋のスペースが比較的狭いことです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「部屋には荷物を置くのに十分なスペースがありました」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Highly recommend if you want to be close to the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ただし、欠点はベッドが標準サイズなので、部屋のスペースが比較的狭いことです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欠点は、禁煙室を予約したのに、トイレ付近でタバコの臭いがしたことです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酒店員工服務態度良好，房間乾淨企理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ホテル自体は少し古い感じがしますが、手入れが行き届いています（仙台で泊まった同じ系列のホテルと似ています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共用部分にクラシック音楽などのBGMが雰囲気程度に流していると､もっと良くなるように感じました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タオル交換やゴミ捨ても毎日行ってくれました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ベッドの横には景色が見える窓があり、テレビは携帯電話に接続できました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9.15点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約20件/期間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京成リッチモンドホテル東京錦糸町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2026-03-27T00:18:59Z</dcterms:created>
  <dcterms:modified xsi:type="dcterms:W3CDTF">2026-03-27T00:18:59Z</dcterms:modified>
</cp:coreProperties>
</file>