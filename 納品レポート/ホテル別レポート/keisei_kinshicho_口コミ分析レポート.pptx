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Booking.com</c:v>
                  </c:pt>
                  <c:pt idx="3">
                    <c:v>楽天トラベル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9.43</c:v>
                </c:pt>
                <c:pt idx="1">
                  <c:v>9.13</c:v>
                </c:pt>
                <c:pt idx="2">
                  <c:v>8.76</c:v>
                </c:pt>
                <c:pt idx="3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74</c:v>
                </c:pt>
                <c:pt idx="1">
                  <c:v>25</c:v>
                </c:pt>
                <c:pt idx="2">
                  <c:v>21</c:v>
                </c:pt>
                <c:pt idx="3">
                  <c:v>6</c:v>
                </c:pt>
                <c:pt idx="4">
                  <c:v>5</c:v>
                </c:pt>
                <c:pt idx="5">
                  <c:v>1</c:v>
                </c:pt>
                <c:pt idx="6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レビュー総数：134件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9.09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89.6%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134件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4.57/5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8.76/10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120件（89.6%）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12件（9.0%）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2件（1.5%）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120件）の分析から、主要な強みテーマを抽出しています。立地・アクセス、客室清潔感、スタッフ対応が高評価の中心的テーマです。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低評価・中評価レビュー（14件）から改善課題を優先度別に整理しています。S/A/B/Cの4段階で優先度を設定し、計画的な改善を推進します。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9.09点 → 目標 9.59点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89.6% → 目標 94.6%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1.5%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京成リッチモンドホテル東京錦糸町は全体平均9.09点（10pt換算）、高評価率89.6%を達成しています。本レポートで示した改善施策を段階的に実施することで、さらなる顧客満足度向上が期待できます。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京成リッチモンドホテル東京錦糸町 口コミ分析レポート</dc:title>
  <dc:subject>PptxGenJS Presentation</dc:subject>
  <dc:creator>PptxGenJS</dc:creator>
  <cp:lastModifiedBy>PptxGenJS</cp:lastModifiedBy>
  <cp:revision>1</cp:revision>
  <dcterms:created xsi:type="dcterms:W3CDTF">2026-03-31T02:48:59Z</dcterms:created>
  <dcterms:modified xsi:type="dcterms:W3CDTF">2026-03-31T02:48:59Z</dcterms:modified>
</cp:coreProperties>
</file>