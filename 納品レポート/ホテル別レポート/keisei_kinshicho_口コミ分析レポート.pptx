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</c:v>
                </c:pt>
                <c:pt idx="2">
                  <c:v>8.73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72</c:v>
                </c:pt>
                <c:pt idx="1">
                  <c:v>24</c:v>
                </c:pt>
                <c:pt idx="2">
                  <c:v>23</c:v>
                </c:pt>
                <c:pt idx="3">
                  <c:v>7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119件（88.8%）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13件（9.7%）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9.04点 → 目標 9.54点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88.8% → 目標 93.8%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京成リッチモンドホテル東京錦糸町は全体平均9.04点（10pt換算）、高評価率88.8%を達成しています。本レポートで示した改善施策を段階的に実施することで、さらなる顧客満足度向上が期待できます。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