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9.53</c:v>
                </c:pt>
                <c:pt idx="1">
                  <c:v>9</c:v>
                </c:pt>
                <c:pt idx="2">
                  <c:v>8.96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4点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11</c:v>
                </c:pt>
                <c:pt idx="2">
                  <c:v>11</c:v>
                </c:pt>
                <c:pt idx="3">
                  <c:v>4</c:v>
                </c:pt>
                <c:pt idx="4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レビュー総数：67件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9.24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92.5%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62件（92.5%）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4件（6.0%）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62件）の分析から、主要な強みテーマを抽出しています。立地・アクセス、客室清潔感、スタッフ対応が高評価の中心的テーマです。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低評価・中評価レビュー（5件）から改善課題を優先度別に整理しています。S/A/B/Cの4段階で優先度を設定し、計画的な改善を推進します。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9.24点 → 目標 9.74点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92.5% → 目標 97.5%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京成リッチモンドホテル東京錦糸町は全体平均9.24点（10pt換算）、高評価率92.5%を達成しています。本レポートで示した改善施策を段階的に実施することで、さらなる顧客満足度向上が期待できます。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京成リッチモンドホテル東京錦糸町 口コミ分析レポート</dc:title>
  <dc:subject>PptxGenJS Presentation</dc:subject>
  <dc:creator>PptxGenJS</dc:creator>
  <cp:lastModifiedBy>PptxGenJS</cp:lastModifiedBy>
  <cp:revision>1</cp:revision>
  <dcterms:created xsi:type="dcterms:W3CDTF">2026-04-05T23:29:25Z</dcterms:created>
  <dcterms:modified xsi:type="dcterms:W3CDTF">2026-04-05T23:29:25Z</dcterms:modified>
</cp:coreProperties>
</file>