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9.18</c:v>
                </c:pt>
                <c:pt idx="2">
                  <c:v>8.79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</c:v>
                </c:pt>
                <c:pt idx="1">
                  <c:v>25</c:v>
                </c:pt>
                <c:pt idx="2">
                  <c:v>20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120件（89.6%）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9.10点 → 目標 9.60点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89.6% → 目標 94.6%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京成リッチモンドホテル東京錦糸町は全体平均9.10点（10pt換算）、高評価率89.6%を達成しています。本レポートで示した改善施策を段階的に実施することで、さらなる顧客満足度向上が期待できます。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