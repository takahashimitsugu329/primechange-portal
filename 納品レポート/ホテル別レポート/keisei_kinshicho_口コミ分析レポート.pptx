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9.52</c:v>
                </c:pt>
                <c:pt idx="1">
                  <c:v>9.05</c:v>
                </c:pt>
                <c:pt idx="2">
                  <c:v>8.66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104</c:v>
                </c:pt>
                <c:pt idx="1">
                  <c:v>13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63</c:v>
                </c:pt>
                <c:pt idx="1">
                  <c:v>23</c:v>
                </c:pt>
                <c:pt idx="2">
                  <c:v>18</c:v>
                </c:pt>
                <c:pt idx="3">
                  <c:v>5</c:v>
                </c:pt>
                <c:pt idx="4">
                  <c:v>6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作成日：2026年3月20日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立地も良く、何度も利用出来る安心なビジネスホテルです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いつも使うので、特別な価格サービスをお願いできればありがたいです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部屋も清潔で快適で、とても気持ちの良い滞在になりました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Instalaciones cómodas , zona muy tranquila y relativament...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ホテルのロビーにはフェイスマスクやバスソルトまで用意されていました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櫃檯人員辦理入住手續很快速，服務態度非常親切有禮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Trip.com(9.52)が最高スコア。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104件（88.1%）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13件（11.0%）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立地も良く、何度も利用出来る安心なビジネスホテルです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「酒店大堂也提供面膜，浴鹽 立地が最高に便利」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いつも使うので、特別な価格サービスをお願いできればありがたいです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「Attenzione dello staff buona」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部屋も清潔で快適で、とても気持ちの良い滞在になりました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「キレイなホテルでした 特にありません」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地下鉄の駅やショッピングエリアにとても近く、買い物や食事、観光に出かける際に時間を大幅に節約できます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「周辺は活気があり、飲食店やコンビニエンスストアも数多くあります」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部屋も清潔で快適で、とても気持ちの良い滞在になりました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「機能很好 このレストランは清潔で整頓されていて快適です」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朝食の種類は限られています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「また、3月9日の朝食開始時間は午前6時30分とかなり遅かったです」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Instalaciones cómodas , zona muy tranquila y relativament...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ホテルのロビーにはフェイスマスクやバスソルトまで用意されていました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櫃檯人員辦理入住手續很快速，服務態度非常親切有禮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部屋は小さいですが、必要なものはすべて揃っています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ホテル自体は少し古い感じがしますが、手入れが行き届いています（仙台で泊まった同じ系列のホテルと似ています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共用部分にクラシック音楽などのBGMが雰囲気程度に流していると､もっと良くなるように感じました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タオル交換やゴミ捨ても毎日行ってくれました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約17件/期間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2026-03-19T23:27:40Z</dcterms:created>
  <dcterms:modified xsi:type="dcterms:W3CDTF">2026-03-19T23:27:40Z</dcterms:modified>
</cp:coreProperties>
</file>