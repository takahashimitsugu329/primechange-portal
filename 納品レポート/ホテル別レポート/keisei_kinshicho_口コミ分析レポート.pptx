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9.18</c:v>
                </c:pt>
                <c:pt idx="2">
                  <c:v>8.82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</c:v>
                </c:pt>
                <c:pt idx="1">
                  <c:v>25</c:v>
                </c:pt>
                <c:pt idx="2">
                  <c:v>18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118件（89.4%）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9.12点 → 目標 9.62点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89.4% → 目標 94.4%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京成リッチモンドホテル東京錦糸町は全体平均9.12点（10pt換算）、高評価率89.4%を達成しています。本レポートで示した改善施策を段階的に実施することで、さらなる顧客満足度向上が期待できます。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2026-03-29T23:17:19Z</dcterms:created>
  <dcterms:modified xsi:type="dcterms:W3CDTF">2026-03-29T23:17:19Z</dcterms:modified>
</cp:coreProperties>
</file>