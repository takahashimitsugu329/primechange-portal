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立地も駅近で良いですね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ただ海外スタッフの方の日本語、マナーは素晴らしいものがありました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設備上都還不錯，有翻新，服務人員的服務態度真的一百分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Perfectly located hotel centrally located and walking dis...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立地も駅近で良いですね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「駅からも近く、徒歩わずか5分ほどです」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ただ海外スタッフの方の日本語、マナーは素晴らしいものがありました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「スタッフのサービスも最高でした」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設備上都還不錯，有翻新，服務人員的服務態度真的一百分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「駅近ですが、静かで快適でした」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部屋はとても清潔で広々としており、水圧も十分でした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「部屋がきれいだった ちょっと高い ちょっと高い」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「ショッピングセンター、ショップ、レストランも近くにあります」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Perfectly located hotel centrally located and walking dis...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2026-04-10T23:34:14Z</dcterms:created>
  <dcterms:modified xsi:type="dcterms:W3CDTF">2026-04-10T23:34:14Z</dcterms:modified>
</cp:coreProperties>
</file>