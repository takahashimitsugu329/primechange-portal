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Trip.com</c:v>
                  </c:pt>
                  <c:pt idx="1">
                    <c:v>Booking.com</c:v>
                  </c:pt>
                  <c:pt idx="2">
                    <c:v>Google</c:v>
                  </c:pt>
                  <c:pt idx="3">
                    <c:v>楽天トラベル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9.62</c:v>
                </c:pt>
                <c:pt idx="1">
                  <c:v>9</c:v>
                </c:pt>
                <c:pt idx="2">
                  <c:v>9</c:v>
                </c:pt>
                <c:pt idx="3">
                  <c:v>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82</c:v>
                </c:pt>
                <c:pt idx="1">
                  <c:v>5</c:v>
                </c:pt>
                <c:pt idx="2">
                  <c:v>1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4点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56</c:v>
                </c:pt>
                <c:pt idx="1">
                  <c:v>13</c:v>
                </c:pt>
                <c:pt idx="2">
                  <c:v>13</c:v>
                </c:pt>
                <c:pt idx="3">
                  <c:v>4</c:v>
                </c:pt>
                <c:pt idx="4">
                  <c:v>1</c:v>
                </c:pt>
                <c:pt idx="5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分析対象期間：2026年3月〜4月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レビュー総数：88件（4サイト）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作成日：2026年4月7日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9.31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93.2%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1.1%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酒店位置距離錦糸町駅約4-5分鐘，拉行李可走南口、過斑馬線再拐󠄆左向酒店方向走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サービスも良く、スタッフも親切で、立地も良く、衛生状態も良好でした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服務良好，態度優良，地理位置良好，衛生不錯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We had a great 7-night stay at this hotel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浴室・水回り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欠点は、禁煙室を予約したのに、トイレ付近でタバコの臭いがしたことです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対応・サービスの不満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服務良好，態度優良，地理位置良好，衛生不錯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9.31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93.2%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1.1%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Trip.com(9.62)が最高スコア。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改善対象サイト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楽天トラベル(8.0)が相対的に低い。口コミ返信の強化が急務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9.62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9.62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82件（93.2%）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5件（5.7%）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1件（1.1%）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酒店位置距離錦糸町駅約4-5分鐘，拉行李可走南口、過斑馬線再拐󠄆左向酒店方向走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「交通方便，附近很多食店 交通の便が良く、近くにレストランも多数あります」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サービスも良く、スタッフも親切で、立地も良く、衛生状態も良好でした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「ベッドは快適で、スタッフも親切だったなど、良い点もたくさんありました」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服務良好，態度優良，地理位置良好，衛生不錯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「ホテルは清潔で、サービスも素晴らしいです」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ロビーには各種アメニティをご用意しております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「ベッドは快適で、スタッフも親切だったなど、良い点もたくさんありました」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コンビニ・周辺施設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交通方便，附近很多食店 交通の便が良く、近くにレストランも多数あります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「立地は便利で、JR駅や地下鉄駅に近く、周辺には多くのレストランがあります」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7件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部屋の広さ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ただし、欠点はベッドが標準サイズなので、部屋のスペースが比較的狭いことです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「部屋には荷物を置くのに十分なスペースがありました」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 had a great 7-night stay at this hotel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欠点は、禁煙室を予約したのに、トイレ付近でタバコの臭いがしたことです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服務良好，態度優良，地理位置良好，衛生不錯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臭い・匂い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欠点は、禁煙室を予約したのに、トイレ付近でタバコの臭いがしたことです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stanza un pò piccola 部屋が少し狭い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防音性能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有啲污糟，隔音好差 少し汚れていて、防音性も低い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朝食の改善要望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早餐還不錯吃，但品項不多而且每天一樣，連住很多天會吃到膩，自動鬆餅機很有趣 朝食はまあまあだったが、種類が少なく、...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窓・採光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ベッドの横には景色が見える窓があり、テレビは携帯電話に接続できました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清掃不備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有啲污糟，隔音好差 少し汚れていて、防音性も低い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客室の消臭対策の強化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チェックアウト後の換気・消臭スプレー処理の徹底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定期的な脱臭剤の設置と交換フローの確立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喫煙・臭いに関するクレーム発生時の即座対応マニュアル作成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清掃品質の向上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清掃チェックリストの見直しと強化（ベッド下・隅の重点確認）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清掃後のダブルチェック体制の導入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清掃スタッフへの再研修実施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朝食サービスの改善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メニューの定期的な見直しとバリエーション追加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補充頻度の向上と品切れ防止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宿泊客数に応じた朝食準備量の最適化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66344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0060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0060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防音対策の強化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窓際への防音カーテン導入（外部騒音対策）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ドア下部への隙間テープ設置（廊下・隣室からの音漏れ軽減）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騒音の少ない客室への優先案内の仕組み化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窓・採光環境の改善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遮光カーテンとレースカーテンの品質見直し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窓の開閉可否に関する事前案内の徹底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採光の良い客室の優先割り当てルール整備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客室設備のアップグレード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内装の定期的なリフレッシュ計画の策定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照明・電源周りの設備更新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快適性向上のための設備投資計画の立案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防音工事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騒音源側客室の窓を二重サッシに交換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隣室との壁面に遮音材を追加する改修工事の検討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9.31点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93.2%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0%維持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約12件/期間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4290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42900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4290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京成リッチモンドホテル東京錦糸町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2026-04-07T00:35:03Z</dcterms:created>
  <dcterms:modified xsi:type="dcterms:W3CDTF">2026-04-07T00:35:03Z</dcterms:modified>
</cp:coreProperties>
</file>