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9.61</c:v>
                </c:pt>
                <c:pt idx="1">
                  <c:v>9.27</c:v>
                </c:pt>
                <c:pt idx="2">
                  <c:v>8.97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77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12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レビュー総数：82件（4サイト）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立地は便利で、JR駅や地下鉄駅に近く、周辺には多くのレストランがあります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ベッドは快適で、スタッフも親切だったなど、良い点もたくさんありました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ホテルは清潔で、サービスも素晴らしいです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77件（93.9%）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立地は便利で、JR駅や地下鉄駅に近く、周辺には多くのレストランがあります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「立地も便利で、移動や観光も楽でした」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ベッドは快適で、スタッフも親切だったなど、良い点もたくさんありました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「ホテルは清潔で、サービスも素晴らしいです」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ホテルは清潔で、サービスも素晴らしいです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「朝のバイキングもとても美味しく頂き、部屋もすごく綺麗でした」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ベッドは快適で、スタッフも親切だったなど、良い点もたくさんありました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「アメニティが本当に豊富でした」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立地は便利で、JR駅や地下鉄駅に近く、周辺には多くのレストランがあります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「周辺には飲食店もたくさんあります」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地點方便近JR , 近地鐵站，有好多食肆，酒店乾淨，服務態度非常好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2026-04-05T10:02:49Z</dcterms:created>
  <dcterms:modified xsi:type="dcterms:W3CDTF">2026-04-05T10:02:49Z</dcterms:modified>
</cp:coreProperties>
</file>