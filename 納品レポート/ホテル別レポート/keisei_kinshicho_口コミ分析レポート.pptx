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9.11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66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12</c:v>
                </c:pt>
                <c:pt idx="2">
                  <c:v>12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レビュー総数：71件（4サイト）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Very convenient location, close to main station with many...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Staff were friendly and service was  efficient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Rooms and beds are a good size, clean and comfortable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 posizione dell'hotel è strategica, è vicina alla stazi...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66件（93.0%）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4件（5.6%）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convenient location, close to main station with many...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「La posizione dell'hotel è strategica, è vicina alla stazi...」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were friendly and service was  efficient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「ただ海外スタッフの方の日本語、マナーは素晴らしいものがありました」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Rooms and beds are a good size, clean and comfortable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「綺麗」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Rooms and beds are a good size, clean and comfortable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「設備上都還不錯，有翻新，服務人員的服務態度真的一百分」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駅から徒歩約8分で、周辺には24時間営業のスーパー（セイユ）をはじめ、たくさんの飲食店があります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「JR錦糸町駅から遠くなく、周辺には飲食店やショッピング施設、24時間営業のスーパーマーケットなどがあり賑やかである...」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posizione dell'hotel è strategica, è vicina alla stazi...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stanza un pò piccola 部屋が少し狭い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設備上都還不錯，有翻新，服務人員的服務態度真的一百分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東京の宿泊施設としてはかなり広く、バスタブとベッドサイドの景色が見える窓もありました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2026-04-02T08:56:36Z</dcterms:created>
  <dcterms:modified xsi:type="dcterms:W3CDTF">2026-04-02T08:56:36Z</dcterms:modified>
</cp:coreProperties>
</file>