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分析対象期間：2026-02-03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89.9%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清潔感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959102"/>
            <a:ext cx="1463040" cy="215569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63906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28016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3017520" y="2066544"/>
            <a:ext cx="1463040" cy="20482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74650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92608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4663440" y="2016252"/>
            <a:ext cx="1463040" cy="20985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6962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30936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309360" y="2286000"/>
            <a:ext cx="146304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1965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21792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全体平均評価：9.15点 / 高評価率：89.9% / 低評価率：1.4%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主要な強み：清潔感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2026-03-28T22:02:42Z</dcterms:created>
  <dcterms:modified xsi:type="dcterms:W3CDTF">2026-03-28T22:02:42Z</dcterms:modified>
</cp:coreProperties>
</file>