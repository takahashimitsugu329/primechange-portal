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口コミ分析レポート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7432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AACCEE"/>
                </a:solidFill>
              </a:rPr>
              <a:t>リッチモンドホテル東京目白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BBBBB"/>
                </a:solidFill>
              </a:rPr>
              <a:t>2026年3月29日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</a:rPr>
              <a:t>エグゼクティブサマリー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1371600"/>
          </a:xfrm>
          <a:prstGeom prst="rect">
            <a:avLst/>
          </a:prstGeom>
          <a:solidFill>
            <a:srgbClr val="F0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全体平均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</a:rPr>
              <a:t>8.73点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651760" cy="1371600"/>
          </a:xfrm>
          <a:prstGeom prst="rect">
            <a:avLst/>
          </a:prstGeom>
          <a:solidFill>
            <a:srgbClr val="F0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高評価率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8328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</a:rPr>
              <a:t>86.2%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6309360" y="1097280"/>
            <a:ext cx="2651760" cy="1371600"/>
          </a:xfrm>
          <a:prstGeom prst="rect">
            <a:avLst/>
          </a:prstGeom>
          <a:solidFill>
            <a:srgbClr val="F0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低評価率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0936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0392B"/>
                </a:solidFill>
              </a:rPr>
              <a:t>2.1%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9235440" y="1097280"/>
            <a:ext cx="2651760" cy="1371600"/>
          </a:xfrm>
          <a:prstGeom prst="rect">
            <a:avLst/>
          </a:prstGeom>
          <a:solidFill>
            <a:srgbClr val="F0F8FF"/>
          </a:solidFill>
          <a:ln w="12700">
            <a:solidFill>
              <a:srgbClr val="2E75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235440" y="1188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55555"/>
                </a:solidFill>
              </a:rPr>
              <a:t>レビュー総数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35440" y="16459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B3A5C"/>
                </a:solidFill>
              </a:rPr>
              <a:t>145件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57200" y="2743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分析対象: リッチモンドホテル東京目白  |  対象サイト: Booking.com / Trip.com / じゃらん / 楽天トラベル / Agoda / Google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</a:rPr>
              <a:t>サイト別評価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109728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サイト名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件数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平均（原点）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10pt換算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判定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Trip.com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9.47 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9.47/10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優秀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Agoda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9.33 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9.33/10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優秀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じゃらん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4.50 /5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9.00/10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優秀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Google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17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4.41 /5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8.82/10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楽天トラベル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26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4.19 /5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8.38/10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良好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Booking.com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7.85 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7.85/10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概ね良好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</a:rPr>
              <a:t>評価分布（10pt換算）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10点: 68件 (46.9%)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9点: 15件 (10.3%)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8点: 42件 (29.0%)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7点: 7件 (4.8%)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6点: 7件 (4.8%)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5点: 3件 (2.1%)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4点: 1件 (0.7%)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3点: 1件 (0.7%)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2点: 1件 (0.7%)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3A5C"/>
                </a:solidFill>
              </a:rPr>
              <a:t>改善提案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1. 高評価の強みを対外発信し差別化を強化する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2. 低評価・改善コメントに迅速に対応しリピート率を向上させる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3. 口コミ投稿促進施策を実施しレビュー数を増加させる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3333"/>
                </a:solidFill>
              </a:rPr>
              <a:t>4. 月次で口コミをモニタリングし継続的改善サイクルを確立する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2026-03-29T07:29:15Z</dcterms:created>
  <dcterms:modified xsi:type="dcterms:W3CDTF">2026-03-29T07:29:15Z</dcterms:modified>
</cp:coreProperties>
</file>