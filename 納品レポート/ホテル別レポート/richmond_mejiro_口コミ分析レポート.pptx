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137件　全体平均: 8.69/10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 | 全137件分析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8.69/10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9.5%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8.69/10 — 高水準を維持しています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高評価(8点以上)が全体の86.1%を占めています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低評価(5点以下)は4.4%で管理可能な水準です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Trip.com / 楽天トラベル / じゃらん / Google / Agoda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7.89/10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9.41/10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9.41/10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4.19/5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8.38/10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4.42/5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0" name="Shape 68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1" name="Shape 69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2" name="Shape 70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3" name="Shape 71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74" name="Text 72"/>
          <p:cNvSpPr/>
          <p:nvPr/>
        </p:nvSpPr>
        <p:spPr>
          <a:xfrm>
            <a:off x="274320" y="285292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75" name="Text 73"/>
          <p:cNvSpPr/>
          <p:nvPr/>
        </p:nvSpPr>
        <p:spPr>
          <a:xfrm>
            <a:off x="2560320" y="2852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36576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9.33/10</a:t>
            </a:r>
            <a:endParaRPr lang="en-US" sz="900" dirty="0"/>
          </a:p>
        </p:txBody>
      </p:sp>
      <p:sp>
        <p:nvSpPr>
          <p:cNvPr id="77" name="Text 75"/>
          <p:cNvSpPr/>
          <p:nvPr/>
        </p:nvSpPr>
        <p:spPr>
          <a:xfrm>
            <a:off x="5029200" y="2852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9.33/10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6400800" y="2852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61件 (44.5%)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1439056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627776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 (11.7%)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368758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487630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41件 (29.9%)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629587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1818307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 (5.1%)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539646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1728366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 (4.4%)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269823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458543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 (2.2%)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8994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1278661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8994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278661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37856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97280" y="3813048"/>
            <a:ext cx="89941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1278661" y="378561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(0.7%)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目白駅からすぐ近く、駅を出て左へ徒歩3～5分なので、簡単に見つけることができます。部屋は小さいですが、基本的なアメニティはすべて揃っているので、コストパフォーマンスに優れています。池袋へのアクセスも非..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ホテルは立地が良く、サービスも素晴らしく、部屋も清潔です。必ずまた利用します！唯一の難点は、部屋が少し狭いことです。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素敵でお手頃価格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今回は6日間5泊しました。駅から遠いと思っていましたが、実際は徒歩2～3分ほどでした。静かで駅にも近く、快適な環境で、朝食も充実していて、とてもコストパフォーマンスの良いホテルです。次回もまた利用した..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エレベーターは少し気まぐれで、ベッドは少し硬かった。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まったくない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古さのためか清掃にも限界があるように感じた。 価格との折り合いがつきづらい。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清掃スケジュールが少し分かりにくかったです。5日間の滞在のうち、数日間はベッドメイキングがされていませんでした。これはその日の基本清掃に含まれているはずなのに。理由はよく分かりませんが、フロントに問い..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リッチモンドホテル東京目白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2026-03-28T22:44:16Z</dcterms:created>
  <dcterms:modified xsi:type="dcterms:W3CDTF">2026-03-28T22:44:16Z</dcterms:modified>
</cp:coreProperties>
</file>