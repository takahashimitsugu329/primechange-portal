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分析対象期間：2026-02-05 〜 2026-03-28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49958"/>
            <a:ext cx="1188720" cy="216484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2991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098548"/>
            <a:ext cx="1188720" cy="20162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7785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201418"/>
            <a:ext cx="1188720" cy="191338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88137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311146"/>
            <a:ext cx="1188720" cy="180365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99110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057400"/>
            <a:ext cx="1188720" cy="20574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1981962"/>
            <a:ext cx="1188720" cy="213283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66192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全体平均評価：8.72点 / 高評価率：86.5% / 低評価率：2%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2026-03-28T22:02:40Z</dcterms:created>
  <dcterms:modified xsi:type="dcterms:W3CDTF">2026-03-28T22:02:40Z</dcterms:modified>
</cp:coreProperties>
</file>