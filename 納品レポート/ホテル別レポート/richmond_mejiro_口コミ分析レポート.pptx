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9.45</c:v>
                </c:pt>
                <c:pt idx="1">
                  <c:v>9.33</c:v>
                </c:pt>
                <c:pt idx="2">
                  <c:v>8.62</c:v>
                </c:pt>
                <c:pt idx="3">
                  <c:v>8.5</c:v>
                </c:pt>
                <c:pt idx="4">
                  <c:v>8.25</c:v>
                </c:pt>
                <c:pt idx="5">
                  <c:v>7.74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125</c:v>
                </c:pt>
                <c:pt idx="1">
                  <c:v>16</c:v>
                </c:pt>
                <c:pt idx="2">
                  <c:v>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64</c:v>
                </c:pt>
                <c:pt idx="1">
                  <c:v>15</c:v>
                </c:pt>
                <c:pt idx="2">
                  <c:v>46</c:v>
                </c:pt>
                <c:pt idx="3">
                  <c:v>7</c:v>
                </c:pt>
                <c:pt idx="4">
                  <c:v>5</c:v>
                </c:pt>
                <c:pt idx="5">
                  <c:v>4</c:v>
                </c:pt>
                <c:pt idx="6">
                  <c:v>1</c:v>
                </c:pt>
                <c:pt idx="7">
                  <c:v>1</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レビュー総数：146件（6サイト）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ホテルの立地は最高でした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ベッドが少し堅かった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とにかくスタッフに電話したら、とても親切に対応してくれて、対応してくれたのはありがたかったのですが、エアコンの音は...</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It was easily accessible to all the attractions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理由はわかりませんが、廊下とバスルームの室温が高く、ときに暑く感じるほどでした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部屋はやや年季が入っていますが、きれいに掃除されておりました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125件（85.6%）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16件（11.0%）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ホテルの立地は最高でした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「Great location Nothing 何もない」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ベッドが少し堅かった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「Really disturbed us」</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とにかくスタッフに電話したら、とても親切に対応してくれて、対応してくれたのはありがたかったのですが、エアコンの音は...</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「チェックイン後、アメニティを選んでいたらスタッフの方が子供用の可愛いアメニティを持ってきてくださり、その他にも塗り...」</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room is big and clean… will stay at this hotel if we ...</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朝食はガストのビュッフェでした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「朝食はすごく面白かったです」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途中にローソンがあり、池袋から1駅、新宿から3駅と非常に便利な立地です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「近隣には松本清、ココナ、赤いローソンコンビニエンスストアがあります」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It was easily accessible to all the attractions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理由はわかりませんが、廊下とバスルームの室温が高く、ときに暑く感じるほどでした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部屋はやや年季が入っていますが、きれいに掃除されておりました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房間很不錯 酒店負一層有投幣的洗衣機 500日圓就可以把衣服洗凈烘乾 非常方便 前台服務職員非常溫馨 服務態度很好...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ああ、エアコンの音がうるさくてよく眠れません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汚いです 汚いです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2026-04-07T00:35:03Z</dcterms:created>
  <dcterms:modified xsi:type="dcterms:W3CDTF">2026-04-07T00:35:03Z</dcterms:modified>
</cp:coreProperties>
</file>