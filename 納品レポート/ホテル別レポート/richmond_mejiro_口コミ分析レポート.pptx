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楽天トラベル</c:v>
                  </c:pt>
                  <c:pt idx="4">
                    <c:v>Google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</c:v>
                </c:pt>
                <c:pt idx="1">
                  <c:v>9.33</c:v>
                </c:pt>
                <c:pt idx="2">
                  <c:v>8.96</c:v>
                </c:pt>
                <c:pt idx="3">
                  <c:v>8.32</c:v>
                </c:pt>
                <c:pt idx="4">
                  <c:v>8.14</c:v>
                </c:pt>
                <c:pt idx="5">
                  <c:v>7.71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65</c:v>
                </c:pt>
                <c:pt idx="1">
                  <c:v>15</c:v>
                </c:pt>
                <c:pt idx="2">
                  <c:v>43</c:v>
                </c:pt>
                <c:pt idx="3">
                  <c:v>7</c:v>
                </c:pt>
                <c:pt idx="4">
                  <c:v>7</c:v>
                </c:pt>
                <c:pt idx="5">
                  <c:v>4</c:v>
                </c:pt>
                <c:pt idx="6">
                  <c:v>1</c:v>
                </c:pt>
                <c:pt idx="7">
                  <c:v>1</c:v>
                </c:pt>
                <c:pt idx="8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レビュー総数：145件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145件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123件（84.8%）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18件（12.4%）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4件（2.8%）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123件）の分析から、主要な強みテーマを抽出しています。立地・アクセス、客室清潔感、スタッフ対応が高評価の中心的テーマです。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8.63点 → 目標 9.13点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84.8% → 目標 89.8%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2.8% → 目標 0.8%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リッチモンドホテル東京目白は全体平均8.63点（10pt換算）、高評価率84.8%を達成しています。本レポートで示した改善施策を段階的に実施することで、さらなる顧客満足度向上が期待できます。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リッチモンドホテル東京目白 口コミ分析レポート</dc:title>
  <dc:subject>PptxGenJS Presentation</dc:subject>
  <dc:creator>PptxGenJS</dc:creator>
  <cp:lastModifiedBy>PptxGenJS</cp:lastModifiedBy>
  <cp:revision>1</cp:revision>
  <dcterms:created xsi:type="dcterms:W3CDTF">2026-03-30T05:36:54Z</dcterms:created>
  <dcterms:modified xsi:type="dcterms:W3CDTF">2026-03-30T05:36:54Z</dcterms:modified>
</cp:coreProperties>
</file>