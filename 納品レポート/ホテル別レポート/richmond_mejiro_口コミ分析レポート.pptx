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9.45</c:v>
                </c:pt>
                <c:pt idx="1">
                  <c:v>9.33</c:v>
                </c:pt>
                <c:pt idx="2">
                  <c:v>8.62</c:v>
                </c:pt>
                <c:pt idx="3">
                  <c:v>8.5</c:v>
                </c:pt>
                <c:pt idx="4">
                  <c:v>8.25</c:v>
                </c:pt>
                <c:pt idx="5">
                  <c:v>7.74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</c:v>
                </c:pt>
                <c:pt idx="1">
                  <c:v>15</c:v>
                </c:pt>
                <c:pt idx="2">
                  <c:v>46</c:v>
                </c:pt>
                <c:pt idx="3">
                  <c:v>7</c:v>
                </c:pt>
                <c:pt idx="4">
                  <c:v>5</c:v>
                </c:pt>
                <c:pt idx="5">
                  <c:v>4</c:v>
                </c:pt>
                <c:pt idx="6">
                  <c:v>1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125件（85.6%）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16件（11.0%）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8.60点 → 目標 9.10点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85.6% → 目標 90.6%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3.4% → 目標 1.4%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リッチモンドホテル東京目白は全体平均8.60点（10pt換算）、高評価率85.6%を達成しています。本レポートで示した改善施策を段階的に実施することで、さらなる顧客満足度向上が期待できます。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リッチモンドホテル東京目白 口コミ分析レポート</dc:title>
  <dc:subject>PptxGenJS Presentation</dc:subject>
  <dc:creator>PptxGenJS</dc:creator>
  <cp:lastModifiedBy>PptxGenJS</cp:lastModifiedBy>
  <cp:revision>1</cp:revision>
  <dcterms:created xsi:type="dcterms:W3CDTF">2026-04-02T23:17:39Z</dcterms:created>
  <dcterms:modified xsi:type="dcterms:W3CDTF">2026-04-02T23:17:39Z</dcterms:modified>
</cp:coreProperties>
</file>