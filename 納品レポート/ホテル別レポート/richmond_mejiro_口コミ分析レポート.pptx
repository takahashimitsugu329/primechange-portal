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9.33</c:v>
                </c:pt>
                <c:pt idx="2">
                  <c:v>9</c:v>
                </c:pt>
                <c:pt idx="3">
                  <c:v>8.82</c:v>
                </c:pt>
                <c:pt idx="4">
                  <c:v>8.38</c:v>
                </c:pt>
                <c:pt idx="5">
                  <c:v>7.85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68</c:v>
                </c:pt>
                <c:pt idx="1">
                  <c:v>15</c:v>
                </c:pt>
                <c:pt idx="2">
                  <c:v>42</c:v>
                </c:pt>
                <c:pt idx="3">
                  <c:v>7</c:v>
                </c:pt>
                <c:pt idx="4">
                  <c:v>7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8.73点 → 目標 9.23点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2.1% → 目標 0.1%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リッチモンドホテル東京目白は全体平均8.73点（10pt換算）、高評価率86.2%を達成しています。本レポートで示した改善施策を段階的に実施することで、さらなる顧客満足度向上が期待できます。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