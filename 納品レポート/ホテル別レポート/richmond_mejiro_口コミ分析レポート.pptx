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9.47</c:v>
                </c:pt>
                <c:pt idx="1">
                  <c:v>9.33</c:v>
                </c:pt>
                <c:pt idx="2">
                  <c:v>9</c:v>
                </c:pt>
                <c:pt idx="3">
                  <c:v>8.82</c:v>
                </c:pt>
                <c:pt idx="4">
                  <c:v>8.38</c:v>
                </c:pt>
                <c:pt idx="5">
                  <c:v>7.85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68</c:v>
                </c:pt>
                <c:pt idx="1">
                  <c:v>15</c:v>
                </c:pt>
                <c:pt idx="2">
                  <c:v>42</c:v>
                </c:pt>
                <c:pt idx="3">
                  <c:v>7</c:v>
                </c:pt>
                <c:pt idx="4">
                  <c:v>7</c:v>
                </c:pt>
                <c:pt idx="5">
                  <c:v>3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125件（86.2%）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17件（11.7%）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3件（2.1%）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8.73点 → 目標 9.23点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86.2% → 目標 91.2%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2.1% → 目標 0.1%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リッチモンドホテル東京目白は全体平均8.73点（10pt換算）、高評価率86.2%を達成しています。本レポートで示した改善施策を段階的に実施することで、さらなる顧客満足度向上が期待できます。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リッチモンドホテル東京目白 口コミ分析レポート</dc:title>
  <dc:subject>PptxGenJS Presentation</dc:subject>
  <dc:creator>PptxGenJS</dc:creator>
  <cp:lastModifiedBy>PptxGenJS</cp:lastModifiedBy>
  <cp:revision>1</cp:revision>
  <dcterms:created xsi:type="dcterms:W3CDTF">2026-03-29T23:17:19Z</dcterms:created>
  <dcterms:modified xsi:type="dcterms:W3CDTF">2026-03-29T23:17:19Z</dcterms:modified>
</cp:coreProperties>
</file>