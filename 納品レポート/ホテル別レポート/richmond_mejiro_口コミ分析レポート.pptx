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9.36</c:v>
                </c:pt>
                <c:pt idx="1">
                  <c:v>9.33</c:v>
                </c:pt>
                <c:pt idx="2">
                  <c:v>9.11</c:v>
                </c:pt>
                <c:pt idx="3">
                  <c:v>8.67</c:v>
                </c:pt>
                <c:pt idx="4">
                  <c:v>8.4</c:v>
                </c:pt>
                <c:pt idx="5">
                  <c:v>7.91</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121</c:v>
                </c:pt>
                <c:pt idx="1">
                  <c:v>15</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63</c:v>
                </c:pt>
                <c:pt idx="1">
                  <c:v>16</c:v>
                </c:pt>
                <c:pt idx="2">
                  <c:v>42</c:v>
                </c:pt>
                <c:pt idx="3">
                  <c:v>6</c:v>
                </c:pt>
                <c:pt idx="4">
                  <c:v>6</c:v>
                </c:pt>
                <c:pt idx="5">
                  <c:v>3</c:v>
                </c:pt>
                <c:pt idx="6">
                  <c:v>1</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87.1%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二泊しましたが駅近で便利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目白站出來走3分鐘就到了，非常方便 設備：必要なアメニティはすべて揃っており、各階段の下には温水が出る給水器も設置...</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部屋は清潔で25㎡とやや広め、 浴槽とシャワーが別々、 スタッフ対応も良く非常に満足しました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部屋は清潔で25㎡とやや広め、 浴槽とシャワーが別々、 スタッフ対応も良く非常に満足しました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Lovely simple breakfast and room space is good enough for...</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古さのためか清掃にも限界があるように感じた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87.1%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Trip.com(9.36)が最高スコア。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Booking.com(7.9)が相対的に低い。口コミ返信の強化が急務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7.91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7.91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121件（87.1%）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15件（10.8%）</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3件（2.2%）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二泊しましたが駅近で便利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「目白駅から徒歩わずか3分と大変便利です」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目白站出來走3分鐘就到了，非常方便 設備：必要なアメニティはすべて揃っており、各階段の下には温水が出る給水器も設置...</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「Tout un panel d'équipements mis a disposition des clients...」</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部屋は清潔で25㎡とやや広め、 浴槽とシャワーが別々、 スタッフ対応も良く非常に満足しました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「綺麗なのとアニメティが充実していて、スタッフの対応ロケーションも最高でした」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利用した部屋は清潔で満足できました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「部屋は清潔で25㎡とやや広め、 浴槽とシャワーが別々、 スタッフ対応も良く非常に満足しました」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近隣には松本清、ココナ、赤いローソンコンビニエンスストアがあります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「近くにコンビニやパン屋はありますが、周辺にはレストランが数軒しかありません」</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Washing machine is at the B1 level 素敵なシンプルな朝食で、部屋もグループには十...</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「そのガストの朝食は代金に見合っていてなかなか良かった」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部屋は清潔で25㎡とやや広め、 浴槽とシャワーが別々、 スタッフ対応も良く非常に満足しました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Lovely simple breakfast and room space is good enough for...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古さのためか清掃にも限界があるように感じた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ただドライヤーの吸い込み部分の汚れが酷く残念でした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因為不想在住鳥籠房型，這次特別找大間的訂，三晚在WBC期間的房間搭配信用卡優惠不到一萬，房間真的很大，浴室也超大，...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ただドライヤーの吸い込み部分の汚れが酷く残念でした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のようなもので浄水器へ汲みにいかないとだめでした 氷も地下しかありません リネン庫の近くだったからか夜中洗濯機の音...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2026-03-25T22:27:24Z</dcterms:created>
  <dcterms:modified xsi:type="dcterms:W3CDTF">2026-03-25T22:27:24Z</dcterms:modified>
</cp:coreProperties>
</file>