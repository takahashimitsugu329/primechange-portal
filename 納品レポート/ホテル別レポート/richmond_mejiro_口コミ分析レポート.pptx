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8.64</c:v>
                </c:pt>
                <c:pt idx="3">
                  <c:v>8.5</c:v>
                </c:pt>
                <c:pt idx="4">
                  <c:v>8.32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65</c:v>
                </c:pt>
                <c:pt idx="1">
                  <c:v>15</c:v>
                </c:pt>
                <c:pt idx="2">
                  <c:v>45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8.61点 → 目標 9.11点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85.6% → 目標 90.6%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リッチモンドホテル東京目白は全体平均8.61点（10pt換算）、高評価率85.6%を達成しています。本レポートで示した改善施策を段階的に実施することで、さらなる顧客満足度向上が期待できます。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2026-04-01T00:36:00Z</dcterms:created>
  <dcterms:modified xsi:type="dcterms:W3CDTF">2026-04-01T00:36:00Z</dcterms:modified>
</cp:coreProperties>
</file>