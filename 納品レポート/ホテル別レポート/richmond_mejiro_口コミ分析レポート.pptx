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9.3</c:v>
                </c:pt>
                <c:pt idx="1">
                  <c:v>9.2</c:v>
                </c:pt>
                <c:pt idx="2">
                  <c:v>9.15</c:v>
                </c:pt>
                <c:pt idx="3">
                  <c:v>8.67</c:v>
                </c:pt>
                <c:pt idx="4">
                  <c:v>8.55</c:v>
                </c:pt>
                <c:pt idx="5">
                  <c:v>7.81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109</c:v>
                </c:pt>
                <c:pt idx="1">
                  <c:v>15</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58</c:v>
                </c:pt>
                <c:pt idx="1">
                  <c:v>12</c:v>
                </c:pt>
                <c:pt idx="2">
                  <c:v>39</c:v>
                </c:pt>
                <c:pt idx="3">
                  <c:v>7</c:v>
                </c:pt>
                <c:pt idx="4">
                  <c:v>5</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立地も良く、ホテルも広々としていました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ガストでのウェルカムドリンクもお部屋に持って行けて、紅茶やフェイスマスクなどのアメニティも充実していて、嬉しいです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スタッフさんの対応も事務的でなく安心感がありました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壁、エレベーターの内装が綺麗、 お部屋も浴室もチェックアウト時間もゆったりしていて、気分よく過ごせました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Everyone was very accommodating and our room was very clean</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109件（85.8%）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15件（11.8%）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立地も良く、ホテルも広々としていました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「以前宿泊した際、駅から近くお部屋も広々としていて綺麗でベッドも広くて是非また泊まりたいと思いリピートしました」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ガストでのウェルカムドリンクもお部屋に持って行けて、紅茶やフェイスマスクなどのアメニティも充実していて、嬉しいです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「滞在中は快適に過ごすことが出来ありがとうございました☺︎ アメニティが充実していて嬉しかったです」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スタッフさんの対応も事務的でなく安心感がありました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「フロントの方はとても優しく丁寧で素敵な方でした」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壁、エレベーターの内装が綺麗、 お部屋も浴室もチェックアウト時間もゆったりしていて、気分よく過ごせました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「Everyone was very accommodating and our room was very clean」</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「駅からのアクセスはよかったです  池袋の隣なのに夜は落ち着いてて治安は良さそうでした ホテルに行くまでにコンビニも...」</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とても、美味しく、お得な気分でした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壁、エレベーターの内装が綺麗、 お部屋も浴室もチェックアウト時間もゆったりしていて、気分よく過ごせました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Everyone was very accommodating and our room was very clean</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間違えてツインを予約してしまい、ベッドが狭く残念でしたが自分のミスなのでそれは仕方ないですね</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2026-03-21T00:16:54Z</dcterms:created>
  <dcterms:modified xsi:type="dcterms:W3CDTF">2026-03-21T00:16:54Z</dcterms:modified>
</cp:coreProperties>
</file>