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9.32</c:v>
                </c:pt>
                <c:pt idx="1">
                  <c:v>9.2</c:v>
                </c:pt>
                <c:pt idx="2">
                  <c:v>9.15</c:v>
                </c:pt>
                <c:pt idx="3">
                  <c:v>8.67</c:v>
                </c:pt>
                <c:pt idx="4">
                  <c:v>8.52</c:v>
                </c:pt>
                <c:pt idx="5">
                  <c:v>7.82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112</c:v>
                </c:pt>
                <c:pt idx="1">
                  <c:v>15</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59</c:v>
                </c:pt>
                <c:pt idx="1">
                  <c:v>12</c:v>
                </c:pt>
                <c:pt idx="2">
                  <c:v>41</c:v>
                </c:pt>
                <c:pt idx="3">
                  <c:v>7</c:v>
                </c:pt>
                <c:pt idx="4">
                  <c:v>5</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立地も良く、ホテルも広々としていました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Tout un panel d'équipements mis a disposition des clients...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ホテルのスタッフの皆様に心より感謝申し上げます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suite était très grande et la douche et les toilettes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L'emplacement nous a permis de rayonner dans Tokyo très f...</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Trip.com(9.32)が最高スコア。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112件（86.2%）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15件（11.5%）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立地も良く、ホテルも広々としていました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「以前宿泊した際、駅から近くお部屋も広々としていて綺麗でベッドも広くて是非また泊まりたいと思いリピートしました」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Tout un panel d'équipements mis a disposition des clients...</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「周辺環境も良く快適に過ごせました」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ホテルのスタッフの皆様に心より感謝申し上げます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「スタッフさんの対応も事務的でなく安心感がありました」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Karagöz Ailesi ホテルのサービス、親切さ、清潔さ、そして価格は素晴らしかったです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「壁、エレベーターの内装が綺麗、 お部屋も浴室もチェックアウト時間もゆったりしていて、気分よく過ごせました」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「駅からのアクセスはよかったです  池袋の隣なのに夜は落ち着いてて治安は良さそうでした ホテルに行くまでにコンビニも...」</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ただ、日本に滞在していたため、朝食はオリーブ、チーズ、3～​​5分ゆでた卵、キュウリの種類が限られていて、パンがな...</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「とても、美味しく、お得な気分でした」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suite était très grande et la douche et les toilettes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L'emplacement nous a permis de rayonner dans Tokyo très f...</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立地はとても良いし、部屋も素敵ですが、窓が隣の建物の壁に遮られていて、壁が触れられるほど近いのが難点です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因為不想在住鳥籠房型，這次特別找大間的訂，三晚在WBC期間的房間搭配信用卡優惠不到一萬，房間真的很大，浴室也超大，...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2026-03-23T00:05:49Z</dcterms:created>
  <dcterms:modified xsi:type="dcterms:W3CDTF">2026-03-23T00:05:49Z</dcterms:modified>
</cp:coreProperties>
</file>