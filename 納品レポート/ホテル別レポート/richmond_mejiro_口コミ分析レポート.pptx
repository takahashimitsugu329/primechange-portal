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9.38</c:v>
                </c:pt>
                <c:pt idx="1">
                  <c:v>9.2</c:v>
                </c:pt>
                <c:pt idx="2">
                  <c:v>9.15</c:v>
                </c:pt>
                <c:pt idx="3">
                  <c:v>8.67</c:v>
                </c:pt>
                <c:pt idx="4">
                  <c:v>8.42</c:v>
                </c:pt>
                <c:pt idx="5">
                  <c:v>7.85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117</c:v>
                </c:pt>
                <c:pt idx="1">
                  <c:v>16</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62</c:v>
                </c:pt>
                <c:pt idx="1">
                  <c:v>14</c:v>
                </c:pt>
                <c:pt idx="2">
                  <c:v>41</c:v>
                </c:pt>
                <c:pt idx="3">
                  <c:v>7</c:v>
                </c:pt>
                <c:pt idx="4">
                  <c:v>6</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目白駅から徒歩わずか3分と大変便利です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目白站出來走3分鐘就到了，非常方便 設備：必要なアメニティはすべて揃っており、各階段の下には温水が出る給水器が設置...</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綺麗なのとアニメティが充実していて、スタッフの対応ロケーションも最高でした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suite était très grande et la douche et les toilettes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Lovely simple breakfast and room space is good enough for...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117件（86.0%）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目白駅から徒歩わずか3分と大変便利です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「Good location 立地が良い」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目白站出來走3分鐘就到了，非常方便 設備：必要なアメニティはすべて揃っており、各階段の下には温水が出る給水器が設置...</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「Tout un panel d'équipements mis a disposition des clients...」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綺麗なのとアニメティが充実していて、スタッフの対応ロケーションも最高でした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「ホテルのスタッフの皆様に心より感謝申し上げます」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衛生状態：良好</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「綺麗なのとアニメティが充実していて、スタッフの対応ロケーションも最高でした」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Washing machine is at the B1 level 素敵なシンプルな朝食で、部屋もグループには十...</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「そのガストの朝食は代金に見合っていてなかなか良かった」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suite était très grande et la douche et les toilettes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Lovely simple breakfast and room space is good enough for...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2026-03-24T01:12:43Z</dcterms:created>
  <dcterms:modified xsi:type="dcterms:W3CDTF">2026-03-24T01:12:43Z</dcterms:modified>
</cp:coreProperties>
</file>