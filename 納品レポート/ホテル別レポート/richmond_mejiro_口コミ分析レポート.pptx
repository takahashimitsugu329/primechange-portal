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9.27</c:v>
                </c:pt>
                <c:pt idx="1">
                  <c:v>9.2</c:v>
                </c:pt>
                <c:pt idx="2">
                  <c:v>9.15</c:v>
                </c:pt>
                <c:pt idx="3">
                  <c:v>8.67</c:v>
                </c:pt>
                <c:pt idx="4">
                  <c:v>8.53</c:v>
                </c:pt>
                <c:pt idx="5">
                  <c:v>7.74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105</c:v>
                </c:pt>
                <c:pt idx="1">
                  <c:v>14</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54</c:v>
                </c:pt>
                <c:pt idx="1">
                  <c:v>12</c:v>
                </c:pt>
                <c:pt idx="2">
                  <c:v>39</c:v>
                </c:pt>
                <c:pt idx="3">
                  <c:v>7</c:v>
                </c:pt>
                <c:pt idx="4">
                  <c:v>4</c:v>
                </c:pt>
                <c:pt idx="5">
                  <c:v>3</c:v>
                </c:pt>
                <c:pt idx="6">
                  <c:v>1</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レビュー総数：122件（6サイト）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122件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JR山手線にも近く、立地も便利です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รร ดี ห้องพักดี อุปกรณ์ครบ เดินทางสะดวกด้วย JR Yamanote l...</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のようなもので浄水器へ汲みにいかないとだめでした 氷も地下しかありません リネン庫の近くだったからか夜中洗濯機の音...</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Amenities like toiletries and room supplies will be provi...</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good location, nice room, but the window is blocked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古さのためか清掃にも限界があるように感じた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122件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Trip.com(9.27)が最高スコア。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105件（86.1%）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14件（11.5%）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3件（2.5%）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JR山手線にも近く、立地も便利です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「立地はとても良いし、部屋も素敵ですが、窓が隣の建物の壁に遮られていて、壁が触れられるほど近いのが難点です」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รร ดี ห้องพักดี อุปกรณ์ครบ เดินทางสะดวกด้วย JR Yamanote l...</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「前回の対応がとても良く今回も絶対に泊まろうと予約しました」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近くにコンビニやパン屋はありますが、周辺にはレストランが数軒しかありません</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「駅からのアクセスはよかったです  池袋の隣なのに夜は落ち着いてて治安は良さそうでした ホテルに行くまでにコンビニも...」</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独立のお風呂も広く清潔で、手足を伸ばしてゆったり浸かることができ、旅の疲れを癒すことができました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「古さのためか清掃にも限界があるように感じた」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とても、美味しく、お得な気分でした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「宿泊者サービスがどこもウェルカムドリンクでチェックイン時には終わっていることがほどんどでしたが、こちらは朝食時にホ...」</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Amenities like toiletries and room supplies will be provi...</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good location, nice room, but the window is blocked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古さのためか清掃にも限界があるように感じた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立地はとても良いし、部屋も素敵ですが、窓が隣の建物の壁に遮られていて、壁が触れられるほど近いのが難点です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 ヴィラツインをトリプル利用 1階フロント横のお部屋だったのでアクセスが楽だった ソファ、テーブルx2、小さい椅...</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因為不想在住鳥籠房型，這次特別找大間的訂，三晚在WBC期間的房間搭配信用卡優惠不到一萬，房間真的很大，浴室也超大，...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のようなもので浄水器へ汲みにいかないとだめでした 氷も地下しかありません リネン庫の近くだったからか夜中洗濯機の音...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 ヴィラツインをトリプル利用 1階フロント横のお部屋だったのでアクセスが楽だった ソファ、テーブルx2、小さい椅...</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2026-03-19T01:52:11Z</dcterms:created>
  <dcterms:modified xsi:type="dcterms:W3CDTF">2026-03-19T01:52:11Z</dcterms:modified>
</cp:coreProperties>
</file>