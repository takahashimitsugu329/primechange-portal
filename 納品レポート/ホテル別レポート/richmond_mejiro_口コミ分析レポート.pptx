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Google</c:v>
                  </c:pt>
                  <c:pt idx="3">
                    <c:v>楽天トラベル</c:v>
                  </c:pt>
                  <c:pt idx="4">
                    <c:v>Booking.com</c:v>
                  </c:pt>
                  <c:pt idx="5">
                    <c:v>じゃらん</c:v>
                  </c:pt>
                </c:lvl>
              </c:multiLvlStrCache>
            </c:multiLvlStrRef>
          </c:cat>
          <c:val>
            <c:numRef>
              <c:f>Sheet1!$B$2:$B$7</c:f>
              <c:numCache>
                <c:formatCode>General</c:formatCode>
                <c:ptCount val="6"/>
                <c:pt idx="0">
                  <c:v>10</c:v>
                </c:pt>
                <c:pt idx="1">
                  <c:v>9.48</c:v>
                </c:pt>
                <c:pt idx="2">
                  <c:v>8.4</c:v>
                </c:pt>
                <c:pt idx="3">
                  <c:v>8</c:v>
                </c:pt>
                <c:pt idx="4">
                  <c:v>7.86</c:v>
                </c:pt>
                <c:pt idx="5">
                  <c:v>7.83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3点</c:v>
                  </c:pt>
                  <c:pt idx="7">
                    <c:v>2点</c:v>
                  </c:pt>
                </c:lvl>
              </c:multiLvlStrCache>
            </c:multiLvlStrRef>
          </c:cat>
          <c:val>
            <c:numRef>
              <c:f>Sheet1!$B$2:$B$9</c:f>
              <c:numCache>
                <c:formatCode>General</c:formatCode>
                <c:ptCount val="8"/>
                <c:pt idx="0">
                  <c:v>30</c:v>
                </c:pt>
                <c:pt idx="1">
                  <c:v>9</c:v>
                </c:pt>
                <c:pt idx="2">
                  <c:v>22</c:v>
                </c:pt>
                <c:pt idx="3">
                  <c:v>4</c:v>
                </c:pt>
                <c:pt idx="4">
                  <c:v>3</c:v>
                </c:pt>
                <c:pt idx="5">
                  <c:v>2</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ああ、エアコンの音がうるさくてよく眠れません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9件（12.3%）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「素敵でお手頃価格 素敵でお手頃価格」</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2026-04-13T23:44:42Z</dcterms:created>
  <dcterms:modified xsi:type="dcterms:W3CDTF">2026-04-13T23:44:42Z</dcterms:modified>
</cp:coreProperties>
</file>