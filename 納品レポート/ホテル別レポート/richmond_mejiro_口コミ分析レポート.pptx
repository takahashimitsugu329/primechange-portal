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8.62</c:v>
                </c:pt>
                <c:pt idx="3">
                  <c:v>8.5</c:v>
                </c:pt>
                <c:pt idx="4">
                  <c:v>8.25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</c:v>
                </c:pt>
                <c:pt idx="1">
                  <c:v>15</c:v>
                </c:pt>
                <c:pt idx="2">
                  <c:v>46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8.60点 → 目標 9.10点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85.6% → 目標 90.6%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リッチモンドホテル東京目白は全体平均8.60点（10pt換算）、高評価率85.6%を達成しています。本レポートで示した改善施策を段階的に実施することで、さらなる顧客満足度向上が期待できます。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