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9.33</c:v>
                </c:pt>
                <c:pt idx="2">
                  <c:v>8.96</c:v>
                </c:pt>
                <c:pt idx="3">
                  <c:v>8.32</c:v>
                </c:pt>
                <c:pt idx="4">
                  <c:v>8.14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15</c:v>
                </c:pt>
                <c:pt idx="2">
                  <c:v>43</c:v>
                </c:pt>
                <c:pt idx="3">
                  <c:v>7</c:v>
                </c:pt>
                <c:pt idx="4">
                  <c:v>7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123件（84.8%）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8.63点 → 目標 9.13点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84.8% → 目標 89.8%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2.8% → 目標 0.8%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リッチモンドホテル東京目白は全体平均8.63点（10pt換算）、高評価率84.8%を達成しています。本レポートで示した改善施策を段階的に実施することで、さらなる顧客満足度向上が期待できます。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