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9.47</c:v>
                </c:pt>
                <c:pt idx="1">
                  <c:v>9.33</c:v>
                </c:pt>
                <c:pt idx="2">
                  <c:v>9</c:v>
                </c:pt>
                <c:pt idx="3">
                  <c:v>8.82</c:v>
                </c:pt>
                <c:pt idx="4">
                  <c:v>8.38</c:v>
                </c:pt>
                <c:pt idx="5">
                  <c:v>7.85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17</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68</c:v>
                </c:pt>
                <c:pt idx="1">
                  <c:v>15</c:v>
                </c:pt>
                <c:pt idx="2">
                  <c:v>42</c:v>
                </c:pt>
                <c:pt idx="3">
                  <c:v>7</c:v>
                </c:pt>
                <c:pt idx="4">
                  <c:v>7</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目白駅からすぐ近く、駅を出て左へ徒歩3～5分なので、簡単に見つけることができます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部屋は小さいですが、基本的なアメニティはすべて揃っているので、コストパフォーマンスに優れています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コーヒーは引き出しに入っているので、必要な場合はスタッフにお申し付けください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Hotel be ubicato</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125件（86.2%）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17件（11.7%）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目白駅からすぐ近く、駅を出て左へ徒歩3～5分なので、簡単に見つけることができます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「静かで駅にも近く、快適な環境で、朝食も充実していて、とてもコストパフォーマンスの良いホテルです」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コーヒーは引き出しに入っているので、必要な場合はスタッフにお申し付けください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「部屋はやや年季が入っていますが、きれいに掃除されておりました」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静かで駅にも近く、快適な環境で、朝食も充実していて、とてもコストパフォーマンスの良いホテルです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「朝食は非常に混む時間帯がありますが、それをうまく避けられれば、落ち着いて食べることができます」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Hotel be ubicato</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2026-03-27T23:58:18Z</dcterms:created>
  <dcterms:modified xsi:type="dcterms:W3CDTF">2026-03-27T23:58:18Z</dcterms:modified>
</cp:coreProperties>
</file>