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9.44</c:v>
                </c:pt>
                <c:pt idx="1">
                  <c:v>9.33</c:v>
                </c:pt>
                <c:pt idx="2">
                  <c:v>9.08</c:v>
                </c:pt>
                <c:pt idx="3">
                  <c:v>8.67</c:v>
                </c:pt>
                <c:pt idx="4">
                  <c:v>8.4</c:v>
                </c:pt>
                <c:pt idx="5">
                  <c:v>7.88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121</c:v>
                </c:pt>
                <c:pt idx="1">
                  <c:v>16</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16</c:v>
                </c:pt>
                <c:pt idx="2">
                  <c:v>41</c:v>
                </c:pt>
                <c:pt idx="3">
                  <c:v>7</c:v>
                </c:pt>
                <c:pt idx="4">
                  <c:v>6</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ホテルは立地が良く、サービスも素晴らしく、部屋も清潔です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快適なベッド、エアコン、清潔なバスルーム、大型テレビなど、設備が整った素敵なお部屋です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ホテルは立地が良く、サービスも素晴らしく、部屋も清潔です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快適なベッド、エアコン、清潔なバスルーム、大型テレビなど、設備が整った素敵なお部屋です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Hotel be ubicato</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Trip.com(9.44)が最高スコア。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121件（86.4%）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16件（11.4%）</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「そして何より、明治路駅に近いという立地の良さが魅力です」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快適なベッド、エアコン、清潔なバスルーム、大型テレビなど、設備が整った素敵なお部屋です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「目白站出來走3分鐘就到了，非常方便 設備：必要なアメニティはすべて揃っており、各階段の下には温水が出る給水器が設置...」</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「スタッフの方々もとても親切で親身になって対応してくれます」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「快適なベッド、エアコン、清潔なバスルーム、大型テレビなど、設備が整った素敵なお部屋です」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滞在中は毎日無料の朝食が付いてきます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「Washing machine is at the B1 level 素敵なシンプルな朝食で、部屋もグループには十...」</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快適なベッド、エアコン、清潔なバスルーム、大型テレビなど、設備が整った素敵なお部屋です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Hotel be ubicato</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唯一の難点は、部屋が少し狭いことです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ただドライヤーの吸い込み部分の汚れが酷く残念でした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2026-03-27T00:18:59Z</dcterms:created>
  <dcterms:modified xsi:type="dcterms:W3CDTF">2026-03-27T00:18:59Z</dcterms:modified>
</cp:coreProperties>
</file>