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c:v>
                </c:pt>
                <c:pt idx="1">
                  <c:v>9.2</c:v>
                </c:pt>
                <c:pt idx="2">
                  <c:v>9.15</c:v>
                </c:pt>
                <c:pt idx="3">
                  <c:v>8.67</c:v>
                </c:pt>
                <c:pt idx="4">
                  <c:v>8.4</c:v>
                </c:pt>
                <c:pt idx="5">
                  <c:v>7.81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56</c:v>
                </c:pt>
                <c:pt idx="1">
                  <c:v>12</c:v>
                </c:pt>
                <c:pt idx="2">
                  <c:v>39</c:v>
                </c:pt>
                <c:pt idx="3">
                  <c:v>7</c:v>
                </c:pt>
                <c:pt idx="4">
                  <c:v>5</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立地も良く、ホテルも広々としていました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以前宿泊した際、駅から近くお部屋も広々としていて綺麗でベッドも広くて是非また泊まりたいと思いリピートしました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フロントの方はとても優しく丁寧で素敵な方でした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2泊しましたが、1日目にシャワーを使用したら水がどんどん浴槽に溜まり、排水されなくひたすら溜まり続けて気持ち悪かったです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Everyone was very accommodating and our room was very clean</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15件（12.0%）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立地も良く、ホテルも広々としていました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「以前宿泊した際、駅から近くお部屋も広々としていて綺麗でベッドも広くて是非また泊まりたいと思いリピートしました」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以前宿泊した際、駅から近くお部屋も広々としていて綺麗でベッドも広くて是非また泊まりたいと思いリピートしました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「รร ดี ห้องพักดี อุปกรณ์ครบ เดินทางสะดวกด้วย JR Yamanote l...」</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フロントの方はとても優しく丁寧で素敵な方でした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Everyone was very accommodating and our room was very clean</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「やはり掃除と清潔感は大切だと思いました」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とても、美味しく、お得な気分でした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2泊しましたが、1日目にシャワーを使用したら水がどんどん浴槽に溜まり、排水されなくひたすら溜まり続けて気持ち悪かったです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Everyone was very accommodating and our room was very clean</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間違えてツインを予約してしまい、ベッドが狭く残念でしたが自分のミスなのでそれは仕方ないですね</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2026-03-19T23:27:40Z</dcterms:created>
  <dcterms:modified xsi:type="dcterms:W3CDTF">2026-03-19T23:27:40Z</dcterms:modified>
</cp:coreProperties>
</file>