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リッチモンドホテル東京目白</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8.72点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8.72点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86.5%</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2%</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リッチモンドホテル東京目白は分析対象148件の口コミで、10点換算平均8.72点（非常に良好）を記録。高評価（8〜10点）が128件（86.5%）、低評価（1〜4点）が3件（2%）。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9.47/10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7.89/10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7.89点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4.18/5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8.37点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4.41/5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8.82点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9.33/10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45.9%</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68件</a:t>
            </a:r>
            <a:endParaRPr lang="en-US" sz="800" dirty="0"/>
          </a:p>
        </p:txBody>
      </p:sp>
      <p:sp>
        <p:nvSpPr>
          <p:cNvPr id="12" name="Shape 10"/>
          <p:cNvSpPr/>
          <p:nvPr/>
        </p:nvSpPr>
        <p:spPr>
          <a:xfrm>
            <a:off x="1325880" y="3786692"/>
            <a:ext cx="685800" cy="602428"/>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55809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10.8%</a:t>
            </a:r>
            <a:endParaRPr lang="en-US" sz="800" dirty="0"/>
          </a:p>
        </p:txBody>
      </p:sp>
      <p:sp>
        <p:nvSpPr>
          <p:cNvPr id="15" name="Text 13"/>
          <p:cNvSpPr/>
          <p:nvPr/>
        </p:nvSpPr>
        <p:spPr>
          <a:xfrm>
            <a:off x="1234440" y="332949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16件</a:t>
            </a:r>
            <a:endParaRPr lang="en-US" sz="800" dirty="0"/>
          </a:p>
        </p:txBody>
      </p:sp>
      <p:sp>
        <p:nvSpPr>
          <p:cNvPr id="16" name="Shape 14"/>
          <p:cNvSpPr/>
          <p:nvPr/>
        </p:nvSpPr>
        <p:spPr>
          <a:xfrm>
            <a:off x="2194560" y="2732442"/>
            <a:ext cx="685800" cy="1656678"/>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50384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29.7%</a:t>
            </a:r>
            <a:endParaRPr lang="en-US" sz="800" dirty="0"/>
          </a:p>
        </p:txBody>
      </p:sp>
      <p:sp>
        <p:nvSpPr>
          <p:cNvPr id="19" name="Text 17"/>
          <p:cNvSpPr/>
          <p:nvPr/>
        </p:nvSpPr>
        <p:spPr>
          <a:xfrm>
            <a:off x="2103120" y="227524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44件</a:t>
            </a:r>
            <a:endParaRPr lang="en-US" sz="800" dirty="0"/>
          </a:p>
        </p:txBody>
      </p:sp>
      <p:sp>
        <p:nvSpPr>
          <p:cNvPr id="20" name="Shape 18"/>
          <p:cNvSpPr/>
          <p:nvPr/>
        </p:nvSpPr>
        <p:spPr>
          <a:xfrm>
            <a:off x="3063240" y="4125558"/>
            <a:ext cx="685800" cy="263562"/>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89695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4.7%</a:t>
            </a:r>
            <a:endParaRPr lang="en-US" sz="800" dirty="0"/>
          </a:p>
        </p:txBody>
      </p:sp>
      <p:sp>
        <p:nvSpPr>
          <p:cNvPr id="23" name="Text 21"/>
          <p:cNvSpPr/>
          <p:nvPr/>
        </p:nvSpPr>
        <p:spPr>
          <a:xfrm>
            <a:off x="2971800" y="366835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4" name="Shape 22"/>
          <p:cNvSpPr/>
          <p:nvPr/>
        </p:nvSpPr>
        <p:spPr>
          <a:xfrm>
            <a:off x="3931920" y="4125558"/>
            <a:ext cx="685800" cy="263562"/>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89695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4.7%</a:t>
            </a:r>
            <a:endParaRPr lang="en-US" sz="800" dirty="0"/>
          </a:p>
        </p:txBody>
      </p:sp>
      <p:sp>
        <p:nvSpPr>
          <p:cNvPr id="27" name="Text 25"/>
          <p:cNvSpPr/>
          <p:nvPr/>
        </p:nvSpPr>
        <p:spPr>
          <a:xfrm>
            <a:off x="3840480" y="366835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8" name="Shape 26"/>
          <p:cNvSpPr/>
          <p:nvPr/>
        </p:nvSpPr>
        <p:spPr>
          <a:xfrm>
            <a:off x="4800600" y="4276165"/>
            <a:ext cx="685800" cy="112955"/>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04756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a:t>
            </a:r>
            <a:endParaRPr lang="en-US" sz="800" dirty="0"/>
          </a:p>
        </p:txBody>
      </p:sp>
      <p:sp>
        <p:nvSpPr>
          <p:cNvPr id="31" name="Text 29"/>
          <p:cNvSpPr/>
          <p:nvPr/>
        </p:nvSpPr>
        <p:spPr>
          <a:xfrm>
            <a:off x="4709160" y="381896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2" name="Shape 30"/>
          <p:cNvSpPr/>
          <p:nvPr/>
        </p:nvSpPr>
        <p:spPr>
          <a:xfrm>
            <a:off x="5669280" y="4343400"/>
            <a:ext cx="685800" cy="45720"/>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5" name="Text 33"/>
          <p:cNvSpPr/>
          <p:nvPr/>
        </p:nvSpPr>
        <p:spPr>
          <a:xfrm>
            <a:off x="557784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6" name="Shape 34"/>
          <p:cNvSpPr/>
          <p:nvPr/>
        </p:nvSpPr>
        <p:spPr>
          <a:xfrm>
            <a:off x="6537960" y="4343400"/>
            <a:ext cx="685800" cy="4572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9" name="Text 37"/>
          <p:cNvSpPr/>
          <p:nvPr/>
        </p:nvSpPr>
        <p:spPr>
          <a:xfrm>
            <a:off x="644652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8点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目白駅からすぐ近く、駅を出て左へ徒歩3～5分なので、簡単に見つけることができます。部屋は小さいですが、基本的なアメニティはすべて揃っているので、コストパフォーマンスに優れています。池袋へのアクセスも非常に便利です。洗面用具、化粧水、洗顔料の…</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ホテルは立地が良く、サービスも素晴らしく、部屋も清潔です。必ずまた利用します！唯一の難点は、部屋が少し狭いことです。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素敵でお手頃価格</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エキストラベッド不要と備考欄に書いたのに、エキストラベッドが入っていた。  何だか要望を読んでないのか、忘れていたのか、あえて無視したのか分かりませんが、とても残念な気持ちになりました。</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朝ごはんに期待してリッチモンドにしたのに、ガストなのは残念すぎました。</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4点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8.72点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9.2点以上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86.5%</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91.5%以上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2%</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リッチモンドホテル東京目白の口コミ分析の結果、10点換算で平均8.72点（非常に良好）を記録しました。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分析対象148件のうち、高評価（8〜10点）が86.5%を占めており、継続的なサービス改善により更なる満足度向上が期待できます。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2026-03-28T22:02:52Z</dcterms:created>
  <dcterms:modified xsi:type="dcterms:W3CDTF">2026-03-28T22:02:52Z</dcterms:modified>
</cp:coreProperties>
</file>