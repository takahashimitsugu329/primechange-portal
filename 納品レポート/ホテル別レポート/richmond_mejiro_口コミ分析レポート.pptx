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8.64</c:v>
                </c:pt>
                <c:pt idx="3">
                  <c:v>8.5</c:v>
                </c:pt>
                <c:pt idx="4">
                  <c:v>8.32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15</c:v>
                </c:pt>
                <c:pt idx="2">
                  <c:v>45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8.61点 → 目標 9.11点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リッチモンドホテル東京目白は全体平均8.61点（10pt換算）、高評価率85.6%を達成しています。本レポートで示した改善施策を段階的に実施することで、さらなる顧客満足度向上が期待できます。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