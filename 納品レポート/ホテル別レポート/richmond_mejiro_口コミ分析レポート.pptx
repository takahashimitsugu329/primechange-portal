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9.24</c:v>
                </c:pt>
                <c:pt idx="1">
                  <c:v>9.2</c:v>
                </c:pt>
                <c:pt idx="2">
                  <c:v>9.17</c:v>
                </c:pt>
                <c:pt idx="3">
                  <c:v>8.67</c:v>
                </c:pt>
                <c:pt idx="4">
                  <c:v>8.53</c:v>
                </c:pt>
                <c:pt idx="5">
                  <c:v>7.64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99</c:v>
                </c:pt>
                <c:pt idx="1">
                  <c:v>14</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51</c:v>
                </c:pt>
                <c:pt idx="1">
                  <c:v>12</c:v>
                </c:pt>
                <c:pt idx="2">
                  <c:v>36</c:v>
                </c:pt>
                <c:pt idx="3">
                  <c:v>7</c:v>
                </c:pt>
                <c:pt idx="4">
                  <c:v>4</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レビュー総数：116件（6サイト）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立地はとても良いし、部屋も素敵ですが、窓が隣の建物の壁に遮られていて、壁が触れられるほど近いのが難点です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のようなもので浄水器へ汲みにいかないとだめでした 氷も地下しかありません リネン庫の近くだったからか夜中洗濯機の音...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のようなもので浄水器へ汲みにいかないとだめでした 氷も地下しかありません リネン庫の近くだったからか夜中洗濯機の音...</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Amenities like toiletries and room supplies will be provi...</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room, but the window is blocked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Trip.com(9.24)が最高スコア。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99件（85.3%）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14件（12.1%）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「駅から近く、迷わずにたどり着けました」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「アメニティ（洗面用具や客室備品など）はロビーに用意されており、必要に応じて自由に選ぶことができます」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「前回の対応がとても良く今回も絶対に泊まろうと予約しました」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「駅からのアクセスはよかったです  池袋の隣なのに夜は落ち着いてて治安は良さそうでした ホテルに行くまでにコンビニも...」</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「お部屋も二人で13500円だったのにトイレとお風呂は別だし、綺麗だったしドライヤーはReFaだったのでとても良かった」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とても、美味しく、お得な気分でした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Amenities like toiletries and room supplies will be provi...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room, but the window is blocked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 ヴィラツインをトリプル利用 1階フロント横のお部屋だったのでアクセスが楽だった ソファ、テーブルx2、小さい椅...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 ヴィラツインをトリプル利用 1階フロント横のお部屋だったのでアクセスが楽だった ソファ、テーブルx2、小さい椅...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2026-03-16T22:42:40Z</dcterms:created>
  <dcterms:modified xsi:type="dcterms:W3CDTF">2026-03-16T22:42:40Z</dcterms:modified>
</cp:coreProperties>
</file>