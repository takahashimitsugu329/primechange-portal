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Booking.com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9.45</c:v>
                </c:pt>
                <c:pt idx="1">
                  <c:v>9.33</c:v>
                </c:pt>
                <c:pt idx="2">
                  <c:v>8.62</c:v>
                </c:pt>
                <c:pt idx="3">
                  <c:v>8.5</c:v>
                </c:pt>
                <c:pt idx="4">
                  <c:v>8.25</c:v>
                </c:pt>
                <c:pt idx="5">
                  <c:v>7.74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64</c:v>
                </c:pt>
                <c:pt idx="1">
                  <c:v>15</c:v>
                </c:pt>
                <c:pt idx="2">
                  <c:v>46</c:v>
                </c:pt>
                <c:pt idx="3">
                  <c:v>7</c:v>
                </c:pt>
                <c:pt idx="4">
                  <c:v>5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125件（85.6%）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16件（11.0%）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8.60点 → 目標 9.10点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85.6% → 目標 90.6%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3.4% → 目標 1.4%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リッチモンドホテル東京目白は全体平均8.60点（10pt換算）、高評価率85.6%を達成しています。本レポートで示した改善施策を段階的に実施することで、さらなる顧客満足度向上が期待できます。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