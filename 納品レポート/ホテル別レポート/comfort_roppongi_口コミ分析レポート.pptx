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9.6</c:v>
                </c:pt>
                <c:pt idx="2">
                  <c:v>8.33</c:v>
                </c:pt>
                <c:pt idx="3">
                  <c:v>8.16</c:v>
                </c:pt>
                <c:pt idx="4">
                  <c:v>8</c:v>
                </c:pt>
                <c:pt idx="5">
                  <c:v>7.56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76</c:v>
                </c:pt>
                <c:pt idx="1">
                  <c:v>12</c:v>
                </c:pt>
                <c:pt idx="2">
                  <c:v>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32</c:v>
                </c:pt>
                <c:pt idx="1">
                  <c:v>13</c:v>
                </c:pt>
                <c:pt idx="2">
                  <c:v>31</c:v>
                </c:pt>
                <c:pt idx="3">
                  <c:v>8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レビュー総数：97件（6サイト）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駅から近くて、寝るだけの滞在にピッタリ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スタッフの対応 洗面ボール中のカビ 洗面ボール中のカビ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タイ料理の朝食は、初めてで とても美味しかったです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he found the driver sitting in the car at the back of the...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風呂トイレはユニットバスになってますが、浴槽は広めで足を伸ばしてくつろげるサイズになってました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 originally allocated was very small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76件（78.4%）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12件（12.4%）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9件（9.3%）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駅から近くて、寝るだけの滞在にピッタリ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「地下鉄の駅からも近く、ホテルも分かりやすかったです」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洗面ボール中のカビ 洗面ボール中のカビ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「アップグレードをリクエストしたところ、対応してもらえたが、追加料金が少し高いと感じた」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タイ料理の朝食は、初めてで とても美味しかったです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「朝食が「タイ料理」と言う事で楽しみにしていましたが、とても美味しかったです」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ベッドにコンセントは無いですが、横の壁にはコンセントがあるので、少し長めの電源ケーブルがあれば問題無いかなと思います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「Posizione attaccata alla metro  Dimensione spaziosa delle...」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建物自体は古いとは思いますが清掃が行き届いていて、快適に過ごせました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「あまり清潔ではない」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不都合はありませんでしたが、段差が大きいなと思いました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「風呂トイレはユニットバスになってますが、浴槽は広めで足を伸ばしてくつろげるサイズになってました」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 found the driver sitting in the car at the back of the...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風呂トイレはユニットバスになってますが、浴槽は広めで足を伸ばしてくつろげるサイズになってました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 originally allocated was very small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建物自体は古いとは思いますが清掃が行き届いていて、快適に過ごせました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また、禁煙室と謳われているにもかかわらず、部屋の中には明らかにタバコの臭いが漂っていた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2泊予約しましたが、翌日午前10時前にチェックアウトしたため、2泊目の料金は返金されませんでした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朝食は品数が多いわけではなく  和食ではありませんが十分です、美味しかったです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部屋には窓が1つしかなく、しかも曇りガラスで開けることができなかった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室内はきれいで、雑音も騒音もなくゆったりとすごせました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約21件/期間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2026-03-16T22:42:40Z</dcterms:created>
  <dcterms:modified xsi:type="dcterms:W3CDTF">2026-03-16T22:42:40Z</dcterms:modified>
</cp:coreProperties>
</file>