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8.11</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57</c:v>
                </c:pt>
                <c:pt idx="1">
                  <c:v>15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20</c:v>
                </c:pt>
                <c:pt idx="1">
                  <c:v>10</c:v>
                </c:pt>
                <c:pt idx="2">
                  <c:v>27</c:v>
                </c:pt>
                <c:pt idx="3">
                  <c:v>5</c:v>
                </c:pt>
                <c:pt idx="4">
                  <c:v>9</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57件（78.1%）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15件（20.5%）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「朝食はタイ料理です」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2026-04-04T23:43:28Z</dcterms:created>
  <dcterms:modified xsi:type="dcterms:W3CDTF">2026-04-04T23:43:28Z</dcterms:modified>
</cp:coreProperties>
</file>