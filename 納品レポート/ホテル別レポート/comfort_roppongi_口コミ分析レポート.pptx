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Google</c:v>
                  </c:pt>
                  <c:pt idx="5">
                    <c:v>Agoda</c:v>
                  </c:pt>
                </c:lvl>
              </c:multiLvlStrCache>
            </c:multiLvlStrRef>
          </c:cat>
          <c:val>
            <c:numRef>
              <c:f>Sheet1!$B$2:$B$7</c:f>
              <c:numCache>
                <c:formatCode>General</c:formatCode>
                <c:ptCount val="6"/>
                <c:pt idx="0">
                  <c:v>10</c:v>
                </c:pt>
                <c:pt idx="1">
                  <c:v>9.71</c:v>
                </c:pt>
                <c:pt idx="2">
                  <c:v>8.46</c:v>
                </c:pt>
                <c:pt idx="3">
                  <c:v>8.22</c:v>
                </c:pt>
                <c:pt idx="4">
                  <c:v>7.61</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91</c:v>
                </c:pt>
                <c:pt idx="1">
                  <c:v>15</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38</c:v>
                </c:pt>
                <c:pt idx="1">
                  <c:v>16</c:v>
                </c:pt>
                <c:pt idx="2">
                  <c:v>37</c:v>
                </c:pt>
                <c:pt idx="3">
                  <c:v>8</c:v>
                </c:pt>
                <c:pt idx="4">
                  <c:v>5</c:v>
                </c:pt>
                <c:pt idx="5">
                  <c:v>2</c:v>
                </c:pt>
                <c:pt idx="6">
                  <c:v>2</c:v>
                </c:pt>
                <c:pt idx="7">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レビュー総数：115件（6サイト）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8.16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and very comfortable place to stay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駅からちかい スタッフの感じがいい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and very comfortable place to stay</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and very comfortable place to stay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バスルーム、トイレは小さいですが、そのまま水がよく出て水伝も最近変えたようです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自分は狭い部屋に追いやられたのかと思ってしまうくらい部屋は狭いです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8.16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91件（79.1%）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15件（13.0%）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9件（7.8%）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and very comfortable place to stay</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「立地は良いが部屋は狭く、外国人観光客も多いからか壁紙等も綺麗ではない」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駅からちかい スタッフの感じがいい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「ウエルカムドリンクはコーヒーと紅茶（大好きなティーアース♡）があり2階に自販機、氷、レンジがあり便利でした(⁠◍⁠...」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and very comfortable place to stay</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「とにかくここファミリールームのツインベッドルームはエキストラベッドに増えて4人まで入るのに十分ですね」</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立地は良いが部屋は狭く、外国人観光客も多いからか壁紙等も綺麗ではない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「比較的綺麗に保たれるようだが昔のようではないよう」</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ウエルカムドリンクはコーヒーと紅茶（大好きなティーアース♡）があり2階に自販機、氷、レンジがあり便利でした(⁠◍⁠...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「タイ風の朝食は本当に美味しく、期待以上で、ぜひおすすめします」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スペースをゆっくりと使えていいです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「I booked a room with a queen bed, which I found quite spa...」</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location and very comfortable place to stay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バスルーム、トイレは小さいですが、そのまま水がよく出て水伝も最近変えたようです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自分は狭い部屋に追いやられたのかと思ってしまうくらい部屋は狭いです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古いホテルです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短所/窓の外がすぐに高架道路があるので防音がうまくいきません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這裏太方便了，樓下就是地鐵站，不論是自己或是朋友一起來都非常之方便，最重要的是客服人員態度10分好，10分推薦 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短所/窓の外がすぐに高架道路があるので防音がうまくいきません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また、禁煙室と謳われているにもかかわらず、部屋の中には明らかにタバコの臭いが漂っていた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朝食は品数が多いわけではなく  和食ではありませんが十分です、美味しかったです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2026-03-23T00:05:49Z</dcterms:created>
  <dcterms:modified xsi:type="dcterms:W3CDTF">2026-03-23T00:05:49Z</dcterms:modified>
</cp:coreProperties>
</file>