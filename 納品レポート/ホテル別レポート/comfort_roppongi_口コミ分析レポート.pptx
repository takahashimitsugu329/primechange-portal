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Trip.com</c:v>
                  </c:pt>
                  <c:pt idx="2">
                    <c:v>楽天トラベル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9.57</c:v>
                </c:pt>
                <c:pt idx="2">
                  <c:v>9</c:v>
                </c:pt>
                <c:pt idx="3">
                  <c:v>8.09</c:v>
                </c:pt>
                <c:pt idx="4">
                  <c:v>7.5</c:v>
                </c:pt>
                <c:pt idx="5">
                  <c:v>7.45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2点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19</c:v>
                </c:pt>
                <c:pt idx="1">
                  <c:v>9</c:v>
                </c:pt>
                <c:pt idx="2">
                  <c:v>27</c:v>
                </c:pt>
                <c:pt idx="3">
                  <c:v>5</c:v>
                </c:pt>
                <c:pt idx="4">
                  <c:v>8</c:v>
                </c:pt>
                <c:pt idx="5">
                  <c:v>1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8.24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1.4%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55件（78.6%）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14件（20.0%）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1件（1.4%）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55件）の分析から、主要な強みテーマを抽出しています。立地・アクセス、客室清潔感、スタッフ対応が高評価の中心的テーマです。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8.24点 → 目標 8.74点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78.6% → 目標 83.6%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1.4%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コンフォートイン六本木は全体平均8.24点（10pt換算）、高評価率78.6%を達成しています。本レポートで示した改善施策を段階的に実施することで、さらなる顧客満足度向上が期待できます。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コンフォートイン六本木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