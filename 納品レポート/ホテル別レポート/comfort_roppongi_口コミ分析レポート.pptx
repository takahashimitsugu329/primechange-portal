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9.67</c:v>
                </c:pt>
                <c:pt idx="2">
                  <c:v>8.62</c:v>
                </c:pt>
                <c:pt idx="3">
                  <c:v>8.23</c:v>
                </c:pt>
                <c:pt idx="4">
                  <c:v>7.7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102</c:v>
                </c:pt>
                <c:pt idx="1">
                  <c:v>17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</c:v>
                </c:pt>
                <c:pt idx="1">
                  <c:v>17</c:v>
                </c:pt>
                <c:pt idx="2">
                  <c:v>41</c:v>
                </c:pt>
                <c:pt idx="3">
                  <c:v>10</c:v>
                </c:pt>
                <c:pt idx="4">
                  <c:v>5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六本木駅から近い立地で良かったです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Everything was fine clean room staff were amazing great l...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While not the best Thai food I have aver tasted in Tokyo,...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そしてバスルームが少し古い点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以前シンガポールで泊まった4つ星ホテルのように、古くて狭いだろうと思っていたのだが、部屋は確かに狭かったものの、必...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102件（79.7%）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9件（7.0%）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六本木駅から近い立地で良かったです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「Everything was fine clean room staff were amazing great l...」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「完全不親切に気分が悪い」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「とにかくここファミリールームのツインベッドルームはエキストラベッドに増えて4人まで入るのに十分ですね」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以前シンガポールで泊まった4つ星ホテルのように、古くて狭いだろうと思っていたのだが、部屋は確かに狭かったものの、必...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「Everything was fine clean room staff were amazing great l...」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was fine clean room staff were amazing great l...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Thai breakfast was a pleasant surprise」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「スペースをゆっくりと使えていいです」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While not the best Thai food I have aver tasted in Tokyo,...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そしてバスルームが少し古い点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以前シンガポールで泊まった4つ星ホテルのように、古くて狭いだろうと思っていたのだが、部屋は確かに狭かったものの、必...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そしてバスルームが少し古い点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唯一の難点は、窓が開かず、プライバシーフィルムが貼られていたため、外が全く見えなかったことだ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2026-03-27T00:18:59Z</dcterms:created>
  <dcterms:modified xsi:type="dcterms:W3CDTF">2026-03-27T00:18:59Z</dcterms:modified>
</cp:coreProperties>
</file>