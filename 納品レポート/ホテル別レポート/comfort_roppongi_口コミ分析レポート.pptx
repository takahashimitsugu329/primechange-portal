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8.09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9</c:v>
                </c:pt>
                <c:pt idx="2">
                  <c:v>27</c:v>
                </c:pt>
                <c:pt idx="3">
                  <c:v>5</c:v>
                </c:pt>
                <c:pt idx="4">
                  <c:v>8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14件（20.0%）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8.24点 → 目標 8.74点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コンフォートイン六本木は全体平均8.24点（10pt換算）、高評価率78.6%を達成しています。本レポートで示した改善施策を段階的に実施することで、さらなる顧客満足度向上が期待できます。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