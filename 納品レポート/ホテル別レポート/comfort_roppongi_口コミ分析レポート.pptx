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9.75</c:v>
                </c:pt>
                <c:pt idx="2">
                  <c:v>8.67</c:v>
                </c:pt>
                <c:pt idx="3">
                  <c:v>8.25</c:v>
                </c:pt>
                <c:pt idx="4">
                  <c:v>7.7</c:v>
                </c:pt>
                <c:pt idx="5">
                  <c:v>7.4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98</c:v>
                </c:pt>
                <c:pt idx="1">
                  <c:v>15</c:v>
                </c:pt>
                <c:pt idx="2">
                  <c:v>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43</c:v>
                </c:pt>
                <c:pt idx="1">
                  <c:v>16</c:v>
                </c:pt>
                <c:pt idx="2">
                  <c:v>39</c:v>
                </c:pt>
                <c:pt idx="3">
                  <c:v>8</c:v>
                </c:pt>
                <c:pt idx="4">
                  <c:v>5</c:v>
                </c:pt>
                <c:pt idx="5">
                  <c:v>2</c:v>
                </c:pt>
                <c:pt idx="6">
                  <c:v>2</c:v>
                </c:pt>
                <c:pt idx="7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駅からも近く部屋はベッド４つで添い寝も問題なくゆったりとした部屋で大満足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完全不親切に気分が悪い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 was very comfortable, with a very large bathroom...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While not the best Thai food I have aver tasted in Tokyo,...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 was very comfortable, with a very large bathroom...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バスルーム、トイレは小さいですが、そのまま水がよく出て水伝も最近変えたようです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Agoda(7.4)が相対的に低い。口コミ返信の強化が急務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98件（80.3%）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15件（12.3%）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9件（7.4%）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駅からも近く部屋はベッド４つで添い寝も問題なくゆったりとした部屋で大満足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location and very comfortable place to stay」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完全不親切に気分が悪い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「スタッフの対応も良くいい時間を過ごすことができました」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 was very comfortable, with a very large bathroom...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「とにかくここファミリールームのツインベッドルームはエキストラベッドに増えて4人まで入るのに十分ですね」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比較的綺麗に保たれるようだが昔のようではないよう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「とても綺麗なお部屋で満足しました」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Thai breakfast was a pleasant surprise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「ウエルカムドリンクはコーヒーと紅茶（大好きなティーアース♡）があり2階に自販機、氷、レンジがあり便利でした(⁠◍⁠...」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 was very comfortable, with a very large bathroom...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「スペースをゆっくりと使えていいです」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While not the best Thai food I have aver tasted in Tokyo,...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 was very comfortable, with a very large bathroom...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バスルーム、トイレは小さいですが、そのまま水がよく出て水伝も最近変えたようです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古いホテルです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窓の外にすぐに高架道路があるので防音がうまくいきません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窓の外にすぐに高架道路があるので防音がうまくいきません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這裏太方便了，樓下就是地鐵站，不論是自己或是朋友一起來都非常之方便，最重要的是客服人員態度10分好，10分推薦 こ...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また、禁煙室と謳われているにもかかわらず、部屋の中には明らかにタバコの臭いが漂っていた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朝食は品数が多いわけではなく  和食ではありませんが十分です、美味しかったです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2026-03-25T11:12:26Z</dcterms:created>
  <dcterms:modified xsi:type="dcterms:W3CDTF">2026-03-25T11:12:26Z</dcterms:modified>
</cp:coreProperties>
</file>