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127件　全体平均: 8.27/10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全127件分析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8.27/10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13.4%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8.27/10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高評価(8点以上)が全体の79.5%を占めています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低評価(5点以下)は7.1%で管理可能な水準です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Google / 楽天トラベル / Trip.com / Agoda / じゃらん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8.28/10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8.28/10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3.83/5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7.67/10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4.24/5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8.47/10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9.67/10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9.67/10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7.4/10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 (33.1%)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2351314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3540034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 (14.2%)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5355771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544491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41件 (32.3%)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1306286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2495006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 (7.9%)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914400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103120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 (5.5%)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261257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449977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 (1.6%)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261257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1449977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 (1.6%)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34381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2点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3465576"/>
            <a:ext cx="653143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841863" y="34381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 (3.9%)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部屋が広く位置が良い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六本木駅から近い立地で良かったです。 コンビニも割と近くにあり、利便性も良いですね。 部屋はコンパクトでは有りますが、立地と価格を考えたら良い方かな？とは思います。 コーヒーのウェルカムドリンクが有り...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格安ホテルだったにもかかわらず、意外にも良かった。以前シンガポールで泊まった4つ星ホテルのように、古くて狭いだろうと思っていたのだが、部屋は確かに狭かったものの、必要なものはすべて揃っていて、とても清..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東京宿舎の中でとても広い方で、六本木駅ほぼすぐ前で良かったです！エレベーターのある出口からはもう少し遠いですが、大きな荷物なしで移動時には駅からとてもとても近いです。小さいけど浴槽もあって、ロビーでコ..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従業員の対応はあまりありません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ホテルが道路に近づいていて、夜に鋭敏な方は耳栓を持って来なければならないようです。そしてバスルームが少し古い点？それ以外には大きな欠点がありませんでした。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朝食付きだからといってここに泊まるのはお勧めしません。あまり美味しくありませんでした。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思い当たる節はない。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2026-03-28T22:44:15Z</dcterms:created>
  <dcterms:modified xsi:type="dcterms:W3CDTF">2026-03-28T22:44:15Z</dcterms:modified>
</cp:coreProperties>
</file>