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コンフォートイン東京六本木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28850"/>
            <a:ext cx="1188720" cy="188595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088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178558"/>
            <a:ext cx="1188720" cy="193624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85851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338578"/>
            <a:ext cx="1188720" cy="177622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201853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1904238"/>
            <a:ext cx="1188720" cy="221056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58419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423160"/>
            <a:ext cx="1188720" cy="169164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508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全体平均評価：8.23点 / 高評価率：79.6% / 低評価率：6.3%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コンフォートイン東京六本木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2026-03-28T22:02:38Z</dcterms:created>
  <dcterms:modified xsi:type="dcterms:W3CDTF">2026-03-28T22:02:38Z</dcterms:modified>
</cp:coreProperties>
</file>