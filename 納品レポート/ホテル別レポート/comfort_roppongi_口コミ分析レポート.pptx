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</c:v>
                </c:pt>
                <c:pt idx="2">
                  <c:v>8.46</c:v>
                </c:pt>
                <c:pt idx="3">
                  <c:v>8.17</c:v>
                </c:pt>
                <c:pt idx="4">
                  <c:v>7.57</c:v>
                </c:pt>
                <c:pt idx="5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13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33</c:v>
                </c:pt>
                <c:pt idx="1">
                  <c:v>14</c:v>
                </c:pt>
                <c:pt idx="2">
                  <c:v>33</c:v>
                </c:pt>
                <c:pt idx="3">
                  <c:v>8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部屋には加湿器が備え付けられていて、滞在中とても便利でした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スタッフは親切で気配りが行き届いていました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クイーンサイズのベッドがある部屋を予約したのですが、日本の基準からするとかなり広々としていました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 booked a room with a queen bed, which I found quite spa...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風呂トイレはユニットバスになってますが、浴槽は広めで足を伸ばしてくつろげるサイズになってました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originally allocated was very small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Agoda(7.3)が相対的に低い。口コミ返信の強化が急務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80件（78.4%）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13件（12.7%）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9件（8.8%）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部屋には加湿器が備え付けられていて、滞在中とても便利でした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スタッフは親切で気配りが行き届いていました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「フロントの方々の対応が丁寧でした」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クイーンサイズのベッドがある部屋を予約したのですが、日本の基準からするとかなり広々としていました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value 設備は少ないけど、それ以上は望めない」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タイ風の朝食は本当に美味しく、期待以上で、ぜひおすすめします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「タイ料理の朝食は、初めてで とても美味しかったです」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スタッフは親切で気配りが行き届いていました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booked a room with a queen bed, which I found quite spa...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booked a room with a queen bed, which I found quite spa...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風呂トイレはユニットバスになってますが、浴槽は広めで足を伸ばしてくつろげるサイズになってました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originally allocated was very small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建物自体は古いとは思いますが清掃が行き届いていて、快適に過ごせました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2泊予約しましたが、翌日午前10時前にチェックアウトしたため、2泊目の料金は返金されませんでした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部屋には窓が1つしかなく、しかも曇りガラスで開けることができなかった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室内はきれいで、雑音も騒音もなくゆったりとすごせました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2026-03-18T01:37:43Z</dcterms:created>
  <dcterms:modified xsi:type="dcterms:W3CDTF">2026-03-18T01:37:43Z</dcterms:modified>
</cp:coreProperties>
</file>