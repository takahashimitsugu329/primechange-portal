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9.64</c:v>
                </c:pt>
                <c:pt idx="2">
                  <c:v>8.4</c:v>
                </c:pt>
                <c:pt idx="3">
                  <c:v>8.21</c:v>
                </c:pt>
                <c:pt idx="4">
                  <c:v>7.67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18</c:v>
                </c:pt>
                <c:pt idx="2">
                  <c:v>43</c:v>
                </c:pt>
                <c:pt idx="3">
                  <c:v>9</c:v>
                </c:pt>
                <c:pt idx="4">
                  <c:v>9</c:v>
                </c:pt>
                <c:pt idx="5">
                  <c:v>2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106件（78.5%）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20件（14.8%）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9件（6.7%）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8.19点 → 目標 8.69点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78.5% → 目標 83.5%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6.7% → 目標 4.7%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コンフォートイン六本木は全体平均8.19点（10pt換算）、高評価率78.5%を達成しています。本レポートで示した改善施策を段階的に実施することで、さらなる顧客満足度向上が期待できます。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