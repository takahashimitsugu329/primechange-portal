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9.64</c:v>
                </c:pt>
                <c:pt idx="2">
                  <c:v>8.5</c:v>
                </c:pt>
                <c:pt idx="3">
                  <c:v>8.18</c:v>
                </c:pt>
                <c:pt idx="4">
                  <c:v>7.51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46</c:v>
                </c:pt>
                <c:pt idx="1">
                  <c:v>17</c:v>
                </c:pt>
                <c:pt idx="2">
                  <c:v>43</c:v>
                </c:pt>
                <c:pt idx="3">
                  <c:v>10</c:v>
                </c:pt>
                <c:pt idx="4">
                  <c:v>9</c:v>
                </c:pt>
                <c:pt idx="5">
                  <c:v>2</c:v>
                </c:pt>
                <c:pt idx="6">
                  <c:v>2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106件（77.4%）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21件（15.3%）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10件（7.3%）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8.14点 → 目標 8.64点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77.4% → 目標 82.4%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7.3% → 目標 5.3%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コンフォートイン六本木は全体平均8.14点（10pt換算）、高評価率77.4%を達成しています。本レポートで示した改善施策を段階的に実施することで、さらなる顧客満足度向上が期待できます。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