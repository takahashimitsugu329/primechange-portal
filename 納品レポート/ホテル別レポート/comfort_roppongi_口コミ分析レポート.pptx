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9.75</c:v>
                </c:pt>
                <c:pt idx="2">
                  <c:v>8.67</c:v>
                </c:pt>
                <c:pt idx="3">
                  <c:v>8.26</c:v>
                </c:pt>
                <c:pt idx="4">
                  <c:v>7.7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99</c:v>
                </c:pt>
                <c:pt idx="1">
                  <c:v>16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</c:v>
                </c:pt>
                <c:pt idx="1">
                  <c:v>16</c:v>
                </c:pt>
                <c:pt idx="2">
                  <c:v>39</c:v>
                </c:pt>
                <c:pt idx="3">
                  <c:v>9</c:v>
                </c:pt>
                <c:pt idx="4">
                  <c:v>5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Everything was fine clean room staff were amazing great l...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Everything was fine clean room staff were amazing great l...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was very comfortable, with a very large bathroom...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While not the best Thai food I have aver tasted in Tokyo,...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was very comfortable, with a very large bathroom...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バスルーム、トイレは小さいですが、そのまま水がよく出て水伝も最近変えたようです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99件（79.8%）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16件（12.9%）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9件（7.3%）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was fine clean room staff were amazing great l...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「駅からも近く部屋はベッド４つで添い寝も問題なくゆったりとした部屋で大満足」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was fine clean room staff were amazing great l...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「完全不親切に気分が悪い」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「とにかくここファミリールームのツインベッドルームはエキストラベッドに増えて4人まで入るのに十分ですね」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was fine clean room staff were amazing great l...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「比較的綺麗に保たれるようだが昔のようではないよう」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was fine clean room staff were amazing great l...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Thai breakfast was a pleasant surprise」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「スペースをゆっくりと使えていいです」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While not the best Thai food I have aver tasted in Tokyo,...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was very comfortable, with a very large bathroom...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バスルーム、トイレは小さいですが、そのまま水がよく出て水伝も最近変えたようです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古いホテルです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2026-03-25T22:27:25Z</dcterms:created>
  <dcterms:modified xsi:type="dcterms:W3CDTF">2026-03-25T22:27:25Z</dcterms:modified>
</cp:coreProperties>
</file>