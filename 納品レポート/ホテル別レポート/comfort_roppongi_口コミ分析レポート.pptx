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9.58</c:v>
                </c:pt>
                <c:pt idx="2">
                  <c:v>8.5</c:v>
                </c:pt>
                <c:pt idx="3">
                  <c:v>8.2</c:v>
                </c:pt>
                <c:pt idx="4">
                  <c:v>7.51</c:v>
                </c:pt>
                <c:pt idx="5">
                  <c:v>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18</c:v>
                </c:pt>
                <c:pt idx="2">
                  <c:v>44</c:v>
                </c:pt>
                <c:pt idx="3">
                  <c:v>10</c:v>
                </c:pt>
                <c:pt idx="4">
                  <c:v>9</c:v>
                </c:pt>
                <c:pt idx="5">
                  <c:v>1</c:v>
                </c:pt>
                <c:pt idx="6">
                  <c:v>2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107件（78.1%）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20件（14.6%）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10件（7.3%）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低評価・中評価レビュー（30件）から改善課題を優先度別に整理しています。S/A/B/Cの4段階で優先度を設定し、計画的な改善を推進します。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8.15点 → 目標 8.65点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78.1% → 目標 83.1%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7.3% → 目標 5.3%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コンフォートイン六本木は全体平均8.15点（10pt換算）、高評価率78.1%を達成しています。本レポートで示した改善施策を段階的に実施することで、さらなる顧客満足度向上が期待できます。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