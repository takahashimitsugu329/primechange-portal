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Agoda</c:v>
                  </c:pt>
                  <c:pt idx="5">
                    <c:v>Google</c:v>
                  </c:pt>
                </c:lvl>
              </c:multiLvlStrCache>
            </c:multiLvlStrRef>
          </c:cat>
          <c:val>
            <c:numRef>
              <c:f>Sheet1!$B$2:$B$7</c:f>
              <c:numCache>
                <c:formatCode>General</c:formatCode>
                <c:ptCount val="6"/>
                <c:pt idx="0">
                  <c:v>10</c:v>
                </c:pt>
                <c:pt idx="1">
                  <c:v>9.57</c:v>
                </c:pt>
                <c:pt idx="2">
                  <c:v>9</c:v>
                </c:pt>
                <c:pt idx="3">
                  <c:v>8.09</c:v>
                </c:pt>
                <c:pt idx="4">
                  <c:v>7.5</c:v>
                </c:pt>
                <c:pt idx="5">
                  <c:v>7.45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14</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19</c:v>
                </c:pt>
                <c:pt idx="1">
                  <c:v>9</c:v>
                </c:pt>
                <c:pt idx="2">
                  <c:v>27</c:v>
                </c:pt>
                <c:pt idx="3">
                  <c:v>5</c:v>
                </c:pt>
                <c:pt idx="4">
                  <c:v>8</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部屋は4ベッドルームでしたが、今までのホテルで一番広くて、ソファもあるので部屋食もゆっくり楽しめました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55件（78.6%）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14件（20.0%）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朝食はタイ料理です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「レストランは利用しなかったし、朝食はタイ料理でした」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大きなスーツケースと機内持ち込みバッグをそれぞれ持っていた2人で海外旅行をしたのですが、どこにもバッグを置くスペー...</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そしてバスルームが少し古い点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タイ料理のバイキング朝食、期待しましたが品数が少なく、すべてタイ系ではなく、ただ、小鉢のトムヤクンラーメンとグリー...</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2026-04-16T23:31:42Z</dcterms:created>
  <dcterms:modified xsi:type="dcterms:W3CDTF">2026-04-16T23:31:42Z</dcterms:modified>
</cp:coreProperties>
</file>