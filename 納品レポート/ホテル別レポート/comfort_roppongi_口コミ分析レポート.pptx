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9.71</c:v>
                </c:pt>
                <c:pt idx="2">
                  <c:v>8.46</c:v>
                </c:pt>
                <c:pt idx="3">
                  <c:v>8.18</c:v>
                </c:pt>
                <c:pt idx="4">
                  <c:v>7.59</c:v>
                </c:pt>
                <c:pt idx="5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85</c:v>
                </c:pt>
                <c:pt idx="1">
                  <c:v>14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15</c:v>
                </c:pt>
                <c:pt idx="2">
                  <c:v>34</c:v>
                </c:pt>
                <c:pt idx="3">
                  <c:v>8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and nice reception staff Coffee machine bro...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and nice reception staff Coffee machine bro...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クイーンサイズのベッドがある部屋を予約したのですが、日本の基準からするとかなり広々としていました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and nice reception staff Coffee machine bro...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風呂トイレはユニットバスになってますが、浴槽は広めで足を伸ばしてくつろげるサイズになってました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originally allocated was very small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Agoda(7.3)が相対的に低い。口コミ返信の強化が急務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85件（78.7%）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14件（13.0%）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9件（8.3%）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location and nice reception staff Coffee machine bro...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「六本木地點方便，價格合理，推薦 六本木は立地が良く、価格も手頃なのでおすすめです」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location and nice reception staff Coffee machine bro...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「そして何より、カスタマーサービスのスタッフの方々がとても親切で助かります」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クイーンサイズのベッドがある部屋を予約したのですが、日本の基準からするとかなり広々としていました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value 設備は少ないけど、それ以上は望めない」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タイ風の朝食は本当に美味しく、期待以上で、ぜひおすすめします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「タイ式の朝食は本当に美味しく、期待以上で、ぜひおすすめします」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スタッフは親切で気配りが行き届いていました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booked a room with a queen bed, which I found quite spa...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spacious good location Lack of facilities but can’t...」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location and nice reception staff Coffee machine bro...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風呂トイレはユニットバスになってますが、浴槽は広めで足を伸ばしてくつろげるサイズになってました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 originally allocated was very small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建物自体は古いとは思いますが清掃が行き届いていて、快適に過ごせました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這裏太方便了，樓下就是地鐵站，不論是自己或是朋友一起來都非常之方便，最重要的是客服人員態度10分好，10分推薦 こ...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部屋には窓が1つしかなく、しかも曇りガラスで開けることができなかった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室内はきれいで、雑音も騒音もなくゆったりとすごせました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2026-03-21T00:16:54Z</dcterms:created>
  <dcterms:modified xsi:type="dcterms:W3CDTF">2026-03-21T00:16:54Z</dcterms:modified>
</cp:coreProperties>
</file>