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9.57</c:v>
                </c:pt>
                <c:pt idx="2">
                  <c:v>9</c:v>
                </c:pt>
                <c:pt idx="3">
                  <c:v>8.1</c:v>
                </c:pt>
                <c:pt idx="4">
                  <c:v>7.5</c:v>
                </c:pt>
                <c:pt idx="5">
                  <c:v>7.45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16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</c:v>
                </c:pt>
                <c:pt idx="1">
                  <c:v>11</c:v>
                </c:pt>
                <c:pt idx="2">
                  <c:v>28</c:v>
                </c:pt>
                <c:pt idx="3">
                  <c:v>6</c:v>
                </c:pt>
                <c:pt idx="4">
                  <c:v>9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六本木駅5番出口から近くて便利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スタッフさんの気遣いもとてもよかった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大人2人と幼児2人でキングベッドの一部屋を利用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location is great next to a subway station, staff are...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トイレは少し水漏れしていて、排水口からかなり強い臭いがしました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, great staff and service, just the room's are just too s...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60件（77.9%）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16件（20.8%）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六本木駅5番出口から近くて便利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「六本木駅前という立地ですが、ホテル周辺は落ち着いていて静かで、治安の良さも感じられました」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スタッフさんの気遣いもとてもよかった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location is great next to a subway station, staff are...」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大人2人と幼児2人でキングベッドの一部屋を利用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「部屋は想像していたよりも広く、バストイレもゆったりしていて快適でした」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特に掃除後は、尿の臭いがひどくなる日もありました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「清掃は行き届いているのでキレイ」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朝食は値段が高い上に種類も少なく（パンが3種類、ジャム、バター、シリアル、卵、それだけです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「Yummy but Very limited breakfast option as they have the 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location is great next to a subway station, staff are...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「大きなスーツケースと機内持ち込みバッグをそれぞれ持っていた2人組が海外旅行をしたのですが、どこにもバッグを置くスペ...」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location is great next to a subway station, staff are...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トイレは少し水漏れしていて、排水口からかなり強い臭いがしました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great staff and service, just the room's are just too s...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浴槽などは、少し古さを感じる部分もありましたが、特に気になるほどではありませんでした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ただ窓が開けず、中央冷暖房です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窓の外にすぐに高架道路があるので防音がうまくいきません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Yummy but Very limited breakfast option as they have the 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ただ部屋が狭かったのは残念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トイレは少し水漏れしていて、排水口からかなり強い臭いがしました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2026-04-08T00:30:51Z</dcterms:created>
  <dcterms:modified xsi:type="dcterms:W3CDTF">2026-04-08T00:30:51Z</dcterms:modified>
</cp:coreProperties>
</file>