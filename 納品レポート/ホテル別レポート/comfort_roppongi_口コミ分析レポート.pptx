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じゃらん</c:v>
                  </c:pt>
                  <c:pt idx="1">
                    <c:v>Trip.com</c:v>
                  </c:pt>
                  <c:pt idx="2">
                    <c:v>楽天トラベル</c:v>
                  </c:pt>
                  <c:pt idx="3">
                    <c:v>Booking.com</c:v>
                  </c:pt>
                  <c:pt idx="4">
                    <c:v>Google</c:v>
                  </c:pt>
                  <c:pt idx="5">
                    <c:v>Agoda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9.67</c:v>
                </c:pt>
                <c:pt idx="2">
                  <c:v>8.47</c:v>
                </c:pt>
                <c:pt idx="3">
                  <c:v>8.2</c:v>
                </c:pt>
                <c:pt idx="4">
                  <c:v>7.71</c:v>
                </c:pt>
                <c:pt idx="5">
                  <c:v>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高評価(8-10)</c:v>
                </c:pt>
                <c:pt idx="1">
                  <c:v>中評価(5-7)</c:v>
                </c:pt>
                <c:pt idx="2">
                  <c:v>低評価(1-4)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103</c:v>
                </c:pt>
                <c:pt idx="1">
                  <c:v>19</c:v>
                </c:pt>
                <c:pt idx="2">
                  <c:v>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5点</c:v>
                  </c:pt>
                  <c:pt idx="6">
                    <c:v>4点</c:v>
                  </c:pt>
                  <c:pt idx="7">
                    <c:v>2点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44</c:v>
                </c:pt>
                <c:pt idx="1">
                  <c:v>17</c:v>
                </c:pt>
                <c:pt idx="2">
                  <c:v>42</c:v>
                </c:pt>
                <c:pt idx="3">
                  <c:v>10</c:v>
                </c:pt>
                <c:pt idx="4">
                  <c:v>7</c:v>
                </c:pt>
                <c:pt idx="5">
                  <c:v>2</c:v>
                </c:pt>
                <c:pt idx="6">
                  <c:v>2</c:v>
                </c:pt>
                <c:pt idx="7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コンフォートイン六本木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分析対象期間：2026年2月〜3月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レビュー総数：131件（6サイト）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作成日：2026年3月28日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8.19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78.6%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立地が良いので付近に来ればまた利用します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방이 넓고 위치가 좋음 직원 대응이 별로임 従業員の対応はあまりありません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快適さ・設備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 room was very comfortable, with a very large bathroom...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While not the best Thai food I have aver tasted in Tokyo,...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浴室・水回り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そしてバスルームが少し古い点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部屋の狭さ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以前シンガポールで泊まった4つ星ホテルのように、古くて狭いだろうと思っていたのだが、部屋は確かに狭かったものの、必...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主要KPI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全体平均スコア（10点換算）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8.19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高評価率（8-10点）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78.6%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低評価率（1-4点）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08960"/>
            <a:ext cx="393192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サイト別評価の傾向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高評価グループ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じゃらん(10.00)が最高スコア。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改善対象サイト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Agoda(7.4)が相対的に低い。口コミ返信の強化が急務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Google/じゃらん/楽天は5点満点のため×2で10pt換算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103件（78.6%）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19件（14.5%）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9件（6.9%）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50件+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立地が良いので付近に来ればまた利用します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「六本木駅から近い立地で良かったです」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방이 넓고 위치가 좋음 직원 대응이 별로임 従業員の対応はあまりありません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「従業員さんの接客は良いです」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快適さ・設備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room was very comfortable, with a very large bathroom...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「とにかくここファミリールームのツインベッドルームはエキストラベッドに増えて4人まで入るのに十分ですね」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清潔さ・清掃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以前シンガポールで泊まった4つ星ホテルのように、古くて狭いだろうと思っていたのだが、部屋は確かに狭かったものの、必...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「Everything was fine clean room staff were amazing great l...」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タイ料理のバイキング朝食、期待しましたが品数が少なく、すべてタイ系ではなく、ただ、小鉢のトムヤクンラーメンとグリー...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「Everything was fine clean room staff were amazing great l...」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部屋の広さ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room was very comfortable, with a very large bathroom...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「スペースをゆっくりと使えていいです」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エアコン・空調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While not the best Thai food I have aver tasted in Tokyo,...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浴室・水回り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そしてバスルームが少し古い点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部屋の狭さ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以前シンガポールで泊まった4つ星ホテルのように、古くて狭いだろうと思っていたのだが、部屋は確かに狭かったものの、必...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設備の老朽化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そしてバスルームが少し古い点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窓・採光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唯一の難点は、窓が開かず、プライバシーフィルムが貼られていたため、外が全く見えなかったことだ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防音性能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窓の外にすぐに高架道路があるので防音がうまくいきません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対応・サービスの不満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這裏太方便了，樓下就是地鐵站，不論是自己或是朋友一起來都非常之方便，最重要的是客服人員態度10分好，10分推薦 こ...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臭い・匂い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また、禁煙室と謳われているにもかかわらず、部屋の中には明らかにタバコの臭いが漂っていた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朝食の改善要望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タイ料理のバイキング朝食、期待しましたが品数が少なく、すべてタイ系ではなく、ただ、小鉢のトムヤクンラーメンとグリー...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客室の消臭対策の強化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チェックアウト後の換気・消臭スプレー処理の徹底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定期的な脱臭剤の設置と交換フローの確立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喫煙・臭いに関するクレーム発生時の即座対応マニュアル作成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清掃品質の向上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清掃チェックリストの見直しと強化（ベッド下・隅の重点確認）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清掃後のダブルチェック体制の導入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清掃スタッフへの再研修実施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朝食サービスの改善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メニューの定期的な見直しとバリエーション追加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補充頻度の向上と品切れ防止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宿泊客数に応じた朝食準備量の最適化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エアコン・空調の定期点検強化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全室のエアコン設定を季節に応じてデフォルト確認する運用フロー導入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冷暖房の正常動作を定期チェックリストに追加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異常報告があった客室の優先メンテナンス実施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浴室の快適性向上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排水口の清掃・修繕を全室で実施し、排水速度を改善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シャワーヘッドの交換（水圧改善・節水タイプ導入）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浴室換気・暖房設備の点検と改善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防音対策の強化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窓際への防音カーテン導入（外部騒音対策）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ドア下部への隙間テープ設置（廊下・隣室からの音漏れ軽減）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騒音の少ない客室への優先案内の仕組み化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窓・採光環境の改善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遮光カーテンとレースカーテンの品質見直し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窓の開閉可否に関する事前案内の徹底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採光の良い客室の優先割り当てルール整備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客室リニューアル計画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壁紙・カーペットの張替えによる「古さ」印象の払拭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照明のLED化・調光機能の追加で客室の雰囲気向上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USB充電ポート付きコンセントの設置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浴室の抜本的改修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配管更新による排水問題の根本解決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換気設備の強化による浴室内の温度・湿度改善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346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防音工事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602736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騒音源側客室の窓を二重サッシに交換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隣室との壁面に遮音材を追加する改修工事の検討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KPI目標設定・まとめ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 &amp; Summary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8.19点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Agoda平均評価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エアコン・空調クレーム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約26件/期間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13件以下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4290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毎月のサイト別スコア集計と口コミ内容の定性分析を実施。四半期ごとに改善施策の効果を検証し、Phase 2・3の優先順位を見直します。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コンフォートイン六本木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2026-03-27T23:58:18Z</dcterms:created>
  <dcterms:modified xsi:type="dcterms:W3CDTF">2026-03-27T23:58:18Z</dcterms:modified>
</cp:coreProperties>
</file>