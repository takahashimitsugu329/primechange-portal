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コンフォートイン六本木</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142件  |  総合評価: 8.23点 (概ね良好)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142件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3B7DD8"/>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8.23点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79.6%</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6.3%</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コンフォートイン六本木は分析対象142件の口コミで、10点換算平均8.23点（概ね良好）を記録。高評価（8〜10点）が113件（79.6%）、低評価（1〜4点）が9件（6.3%）。6サイトにわたる評価傾向を分析しました。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8.25/10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7.77点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8.47点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9.67/10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7.4/10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34.5%</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49件</a:t>
            </a:r>
            <a:endParaRPr lang="en-US" sz="800" dirty="0"/>
          </a:p>
        </p:txBody>
      </p:sp>
      <p:sp>
        <p:nvSpPr>
          <p:cNvPr id="12" name="Shape 10"/>
          <p:cNvSpPr/>
          <p:nvPr/>
        </p:nvSpPr>
        <p:spPr>
          <a:xfrm>
            <a:off x="1325880" y="3448594"/>
            <a:ext cx="685800" cy="940526"/>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21999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12.7%</a:t>
            </a:r>
            <a:endParaRPr lang="en-US" sz="800" dirty="0"/>
          </a:p>
        </p:txBody>
      </p:sp>
      <p:sp>
        <p:nvSpPr>
          <p:cNvPr id="15" name="Text 13"/>
          <p:cNvSpPr/>
          <p:nvPr/>
        </p:nvSpPr>
        <p:spPr>
          <a:xfrm>
            <a:off x="1234440" y="299139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18件</a:t>
            </a:r>
            <a:endParaRPr lang="en-US" sz="800" dirty="0"/>
          </a:p>
        </p:txBody>
      </p:sp>
      <p:sp>
        <p:nvSpPr>
          <p:cNvPr id="16" name="Shape 14"/>
          <p:cNvSpPr/>
          <p:nvPr/>
        </p:nvSpPr>
        <p:spPr>
          <a:xfrm>
            <a:off x="2194560" y="1985554"/>
            <a:ext cx="685800" cy="2403566"/>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75695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32.4%</a:t>
            </a:r>
            <a:endParaRPr lang="en-US" sz="800" dirty="0"/>
          </a:p>
        </p:txBody>
      </p:sp>
      <p:sp>
        <p:nvSpPr>
          <p:cNvPr id="19" name="Text 17"/>
          <p:cNvSpPr/>
          <p:nvPr/>
        </p:nvSpPr>
        <p:spPr>
          <a:xfrm>
            <a:off x="2103120" y="152835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46件</a:t>
            </a:r>
            <a:endParaRPr lang="en-US" sz="800" dirty="0"/>
          </a:p>
        </p:txBody>
      </p:sp>
      <p:sp>
        <p:nvSpPr>
          <p:cNvPr id="20" name="Shape 18"/>
          <p:cNvSpPr/>
          <p:nvPr/>
        </p:nvSpPr>
        <p:spPr>
          <a:xfrm>
            <a:off x="3063240" y="3866606"/>
            <a:ext cx="685800" cy="522514"/>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63800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7.0%</a:t>
            </a:r>
            <a:endParaRPr lang="en-US" sz="800" dirty="0"/>
          </a:p>
        </p:txBody>
      </p:sp>
      <p:sp>
        <p:nvSpPr>
          <p:cNvPr id="23" name="Text 21"/>
          <p:cNvSpPr/>
          <p:nvPr/>
        </p:nvSpPr>
        <p:spPr>
          <a:xfrm>
            <a:off x="2971800" y="340940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10件</a:t>
            </a:r>
            <a:endParaRPr lang="en-US" sz="800" dirty="0"/>
          </a:p>
        </p:txBody>
      </p:sp>
      <p:sp>
        <p:nvSpPr>
          <p:cNvPr id="24" name="Shape 22"/>
          <p:cNvSpPr/>
          <p:nvPr/>
        </p:nvSpPr>
        <p:spPr>
          <a:xfrm>
            <a:off x="3931920" y="4023360"/>
            <a:ext cx="685800" cy="365760"/>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79476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4.9%</a:t>
            </a:r>
            <a:endParaRPr lang="en-US" sz="800" dirty="0"/>
          </a:p>
        </p:txBody>
      </p:sp>
      <p:sp>
        <p:nvSpPr>
          <p:cNvPr id="27" name="Text 25"/>
          <p:cNvSpPr/>
          <p:nvPr/>
        </p:nvSpPr>
        <p:spPr>
          <a:xfrm>
            <a:off x="3840480" y="356616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28" name="Shape 26"/>
          <p:cNvSpPr/>
          <p:nvPr/>
        </p:nvSpPr>
        <p:spPr>
          <a:xfrm>
            <a:off x="4800600" y="4232366"/>
            <a:ext cx="685800" cy="156754"/>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00376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2.1%</a:t>
            </a:r>
            <a:endParaRPr lang="en-US" sz="800" dirty="0"/>
          </a:p>
        </p:txBody>
      </p:sp>
      <p:sp>
        <p:nvSpPr>
          <p:cNvPr id="31" name="Text 29"/>
          <p:cNvSpPr/>
          <p:nvPr/>
        </p:nvSpPr>
        <p:spPr>
          <a:xfrm>
            <a:off x="4709160" y="377516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32" name="Shape 30"/>
          <p:cNvSpPr/>
          <p:nvPr/>
        </p:nvSpPr>
        <p:spPr>
          <a:xfrm>
            <a:off x="5669280" y="4284617"/>
            <a:ext cx="685800" cy="104503"/>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056017"/>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a:t>
            </a:r>
            <a:endParaRPr lang="en-US" sz="800" dirty="0"/>
          </a:p>
        </p:txBody>
      </p:sp>
      <p:sp>
        <p:nvSpPr>
          <p:cNvPr id="35" name="Text 33"/>
          <p:cNvSpPr/>
          <p:nvPr/>
        </p:nvSpPr>
        <p:spPr>
          <a:xfrm>
            <a:off x="5577840" y="3827417"/>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6" name="Shape 34"/>
          <p:cNvSpPr/>
          <p:nvPr/>
        </p:nvSpPr>
        <p:spPr>
          <a:xfrm>
            <a:off x="6537960" y="4023360"/>
            <a:ext cx="685800" cy="365760"/>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38" name="Text 36"/>
          <p:cNvSpPr/>
          <p:nvPr/>
        </p:nvSpPr>
        <p:spPr>
          <a:xfrm>
            <a:off x="6446520" y="379476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4.9%</a:t>
            </a:r>
            <a:endParaRPr lang="en-US" sz="800" dirty="0"/>
          </a:p>
        </p:txBody>
      </p:sp>
      <p:sp>
        <p:nvSpPr>
          <p:cNvPr id="39" name="Text 37"/>
          <p:cNvSpPr/>
          <p:nvPr/>
        </p:nvSpPr>
        <p:spPr>
          <a:xfrm>
            <a:off x="6446520" y="356616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8点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六本木駅から近い立地で良かったです。 コンビニも割と近くにあり、利便性も良いですね。 部屋はコンパクトでは有りますが、立地と価格を考えたら良い方かな？とは思います。 コーヒーのウェルカムドリンクが有りました。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9点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格安ホテルだったにもかかわらず、意外にも良かった。以前シンガポールで泊まった4つ星ホテルのように、古くて狭いだろうと思っていたのだが、部屋は確かに狭かったものの、必要なものはすべて揃っていて、とても清潔だった。唯一の難点は、窓が開かず、プラ…</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全てが順調で、部屋は清潔で、スタッフも素晴らしく、立地も最高でした。</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Agoda / 5点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立地は良いが部屋は狭く、外国人観光客も多いからか壁紙等も綺麗ではない。自分は狭い部屋に追いやられたのかと思ってしまうくらい部屋は狭いです。</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この物件は好立地に位置しています</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この物件は好立地に位置しています</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8.23点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8.7点以上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79.6%</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84.6%以上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6.3%</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3.3%以下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コンフォートイン六本木の口コミ分析の結果、10点換算で平均8.23点（概ね良好）を記録しました。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分析対象142件のうち、高評価（8〜10点）が79.6%を占めており、継続的なサービス改善により更なる満足度向上が期待できます。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2026-03-28T22:02:49Z</dcterms:created>
  <dcterms:modified xsi:type="dcterms:W3CDTF">2026-03-28T22:02:49Z</dcterms:modified>
</cp:coreProperties>
</file>