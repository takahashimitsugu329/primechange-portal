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9.67</c:v>
                </c:pt>
                <c:pt idx="2">
                  <c:v>8.47</c:v>
                </c:pt>
                <c:pt idx="3">
                  <c:v>8.2</c:v>
                </c:pt>
                <c:pt idx="4">
                  <c:v>7.71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</c:v>
                </c:pt>
                <c:pt idx="1">
                  <c:v>17</c:v>
                </c:pt>
                <c:pt idx="2">
                  <c:v>42</c:v>
                </c:pt>
                <c:pt idx="3">
                  <c:v>10</c:v>
                </c:pt>
                <c:pt idx="4">
                  <c:v>7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19件（14.5%）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9件（6.9%）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6.9% → 目標 4.9%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コンフォートイン六本木は全体平均8.19点（10pt換算）、高評価率78.6%を達成しています。本レポートで示した改善施策を段階的に実施することで、さらなる顧客満足度向上が期待できます。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