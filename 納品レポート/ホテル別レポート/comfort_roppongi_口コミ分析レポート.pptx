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9.75</c:v>
                </c:pt>
                <c:pt idx="2">
                  <c:v>8.67</c:v>
                </c:pt>
                <c:pt idx="3">
                  <c:v>8.22</c:v>
                </c:pt>
                <c:pt idx="4">
                  <c:v>7.7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15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</c:v>
                </c:pt>
                <c:pt idx="1">
                  <c:v>16</c:v>
                </c:pt>
                <c:pt idx="2">
                  <c:v>38</c:v>
                </c:pt>
                <c:pt idx="3">
                  <c:v>8</c:v>
                </c:pt>
                <c:pt idx="4">
                  <c:v>5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駅からも近く部屋はベッド４つで添い寝も問題なくゆったりとした部屋で大満足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完全不親切に気分が悪い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とにかくここファミリールームのツインベッドルームはエキストラベッドに増えて4人まで入るのに十分ですね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location and very comfortable place to stay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バスルーム、トイレは小さいですが、そのまま水がよく出て水伝も最近変えたようです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バスルーム、トイレは小さいですが、そのまま水がよく出て水伝も最近変えたようです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96件（80.0%）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15件（12.5%）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駅からも近く部屋はベッド４つで添い寝も問題なくゆったりとした部屋で大満足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and very comfortable place to stay」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完全不親切に気分が悪い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「スタッフの対応も良くいい時間を過ごすことができました」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とにかくここファミリールームのツインベッドルームはエキストラベッドに増えて4人まで入るのに十分ですね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「10分舒服的一間酒店設備又齊全非常新淨價錢合分合理，再來也會選擇他 とても快適で、設備も新しく、料金も非常にリーズ...」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比較的綺麗に保たれるようだが昔のようではないよう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「とても綺麗なお部屋で満足しました」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ウエルカムドリンクはコーヒーと紅茶（大好きなティーアース♡）があり2階に自販機、氷、レンジがあり便利でした(⁠◍⁠...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「タイ式の朝食は本当に美味しく、期待以上で、ぜひおすすめします」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スペースをゆっくりと使えていいです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 booked a room with a queen bed, which I found quite spa...」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location and very comfortable place to stay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バスルーム、トイレは小さいですが、そのまま水がよく出て水伝も最近変えたようです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バスルーム、トイレは小さいですが、そのまま水がよく出て水伝も最近変えたようです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古いホテルです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約25件/期間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2026-03-24T01:12:43Z</dcterms:created>
  <dcterms:modified xsi:type="dcterms:W3CDTF">2026-03-24T01:12:43Z</dcterms:modified>
</cp:coreProperties>
</file>