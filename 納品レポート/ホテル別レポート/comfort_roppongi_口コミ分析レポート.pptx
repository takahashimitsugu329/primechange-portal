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9.67</c:v>
                </c:pt>
                <c:pt idx="2">
                  <c:v>8.47</c:v>
                </c:pt>
                <c:pt idx="3">
                  <c:v>8.2</c:v>
                </c:pt>
                <c:pt idx="4">
                  <c:v>7.71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</c:v>
                </c:pt>
                <c:pt idx="1">
                  <c:v>19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17</c:v>
                </c:pt>
                <c:pt idx="2">
                  <c:v>42</c:v>
                </c:pt>
                <c:pt idx="3">
                  <c:v>10</c:v>
                </c:pt>
                <c:pt idx="4">
                  <c:v>7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立地が良いので付近に来ればまた利用します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방이 넓고 위치가 좋음 직원 대응이 별로임 従業員の対応はあまりありません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While not the best Thai food I have aver tasted in Tokyo,...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そしてバスルームが少し古い点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以前シンガポールで泊まった4つ星ホテルのように、古くて狭いだろうと思っていたのだが、部屋は確かに狭かったものの、必...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103件（78.6%）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立地が良いので付近に来ればまた利用します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「六本木駅から近い立地で良かったです」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방이 넓고 위치가 좋음 직원 대응이 별로임 従業員の対応はあまりありません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「従業員さんの接客は良いです」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「とにかくここファミリールームのツインベッドルームはエキストラベッドに増えて4人まで入るのに十分ですね」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以前シンガポールで泊まった4つ星ホテルのように、古くて狭いだろうと思っていたのだが、部屋は確かに狭かったものの、必...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「Everything was fine clean room staff were amazing great l...」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タイ料理のバイキング朝食、期待しましたが品数が少なく、すべてタイ系ではなく、ただ、小鉢のトムヤクンラーメンとグリー...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「Everything was fine clean room staff were amazing great l...」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「スペースをゆっくりと使えていいです」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While not the best Thai food I have aver tasted in Tokyo,...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そしてバスルームが少し古い点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以前シンガポールで泊まった4つ星ホテルのように、古くて狭いだろうと思っていたのだが、部屋は確かに狭かったものの、必...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そしてバスルームが少し古い点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唯一の難点は、窓が開かず、プライバシーフィルムが貼られていたため、外が全く見えなかったことだ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タイ料理のバイキング朝食、期待しましたが品数が少なく、すべてタイ系ではなく、ただ、小鉢のトムヤクンラーメンとグリー...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2026-03-29T07:52:09Z</dcterms:created>
  <dcterms:modified xsi:type="dcterms:W3CDTF">2026-03-29T07:52:09Z</dcterms:modified>
</cp:coreProperties>
</file>