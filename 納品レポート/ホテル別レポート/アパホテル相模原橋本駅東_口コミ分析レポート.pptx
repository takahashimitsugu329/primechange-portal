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8.75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49</c:v>
                </c:pt>
                <c:pt idx="1">
                  <c:v>18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客室の快適性・設備の充実度への好評（52件）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フロントスタッフの丁寧な対応への好評（35件）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駅近・交通利便性に関する好評価（29件）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騒音問題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口コミ返信率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じゃらん: 8.91点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49件（72.1%）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「て便利。 部屋は清潔感あるし、浴衣あったりアメニティなども充」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「感があり、スタッフの対応が良く立地も便利です。大浴場は快適で」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「駅から比較的近くて便利。 部屋は清潔感あるし、浴衣」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「。 部屋は清潔感あるし、浴衣あったりアメニティなども充実して」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「たですが、朝食にも大変満足しました。」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「食にも大変満足しました。」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線路近くだったので、朝４：３０の貨物列車の音で目が覚めた（やむを得ないなと思う程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お風呂の時間が夜の9時〜だったので、すぐに行ったけど満員ではいれず、眠かったので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口コミへの返信対応を強化する余地あり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サービス改善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継続的なサービス品質向上が必要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設備メンテナンス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定期的なメンテナンス体制の整備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騒音対策の即時対応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水回り不具合の即時対応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口コミ返信率100%の実現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防音設備の強化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防音カーテン・防音パネルの設置計画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騒音の多い部屋の用途転換検討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建物外部騒音対策の工事計画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水回り設備の計画的更新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老朽化した給排水設備の交換計画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シャワーヘッド・蛇口等の節水型設備導入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定期メンテナンス契約の見直し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月次でOTA評価スコアを確認し、騒音問題改善の進捗をトラッキングします。四半期ごとに目標値を見直し、継続的な改善サイクルを確立してください。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アパホテル相模原橋本駅東の2025年12月〜2026年3月口コミ分析（68件）では、総合評価8.22点（10pt換算）、高評価率72.1%という結果が得られました。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6ヶ月以内に全体平均8.5点以上、高評価率77%以上を目指し、継続的な改善サイクルを確立することを推奨します。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2026-04-04T01:16:15Z</dcterms:created>
  <dcterms:modified xsi:type="dcterms:W3CDTF">2026-04-04T01:16:15Z</dcterms:modified>
</cp:coreProperties>
</file>