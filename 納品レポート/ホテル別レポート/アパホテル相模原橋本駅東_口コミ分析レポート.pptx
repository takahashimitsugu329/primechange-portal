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Google</c:v>
                  </c:pt>
                  <c:pt idx="1">
                    <c:v>Agoda</c:v>
                  </c:pt>
                  <c:pt idx="2">
                    <c:v>じゃらん</c:v>
                  </c:pt>
                  <c:pt idx="3">
                    <c:v>Booking.com</c:v>
                  </c:pt>
                  <c:pt idx="4">
                    <c:v>楽天トラベル</c:v>
                  </c:pt>
                  <c:pt idx="5">
                    <c:v>Trip.com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8.67</c:v>
                </c:pt>
                <c:pt idx="1">
                  <c:v>8.17</c:v>
                </c:pt>
                <c:pt idx="2">
                  <c:v>8</c:v>
                </c:pt>
                <c:pt idx="3">
                  <c:v>7.89</c:v>
                </c:pt>
                <c:pt idx="4">
                  <c:v>7.67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高評価(8-10)</c:v>
                </c:pt>
                <c:pt idx="1">
                  <c:v>中評価(5-7)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</c:v>
                </c:pt>
                <c:pt idx="1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</c:v>
                </c:pt>
                <c:pt idx="2">
                  <c:v>11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アパホテル相模原橋本駅東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分析対象期間：2025年12月〜2026年4月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レビュー総数：30件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作成日：2026年4月12日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8.00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66.7%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客室の快適性・設備の充実度への好評（19件）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駅近・交通利便性に関する好評価（18件）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客室・共用部の清潔さへの高評価（15件）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口コミ返信率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継続的な品質管理・予防的対応を推奨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サービス改善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継続的な品質管理・予防的対応を推奨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設備メンテナンス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継続的な品質管理・予防的対応を推奨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最高評価サイト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Google: 8.67点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8.00点（10pt換算）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海外OTAは/10、国内サイトは/5×2換算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20件（66.7%）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10件（33.3%）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0件（0.0%）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客室の快適性・設備の充実度への好評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「て便利。 部屋は清潔感あるし、浴衣あったりアメニティなども充」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駅近・交通利便性に関する好評価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「駅から比較的近くて便利。 部屋は清潔感あるし、浴衣」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客室・共用部の清潔さへの高評価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「。 部屋は清潔感あるし、浴衣あったりアメニティなども充実して」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フロントスタッフの丁寧な対応への好評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「感があり、スタッフの対応が良く立地も便利です。大浴場は快適で」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価格対価値の高さとリピート意向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「食にも大変満足しました。」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朝食の品質・バリエーションへの高評価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「たですが、朝食にも大変満足しました。」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口コミへの返信対応を強化する余地あり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サービス改善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継続的なサービス品質向上が必要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設備メンテナンス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定期的なメンテナンス体制の整備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サービス品質全般の向上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口コミへの返信率100%達成（48時間以内）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チェックイン・チェックアウト対応の効率化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フロントスタッフへのCS向上研修実施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お客様満足度アンケートの配布と集計体制整備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口コミ返信率100%の実現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全OTAサイトの口コミへの返信ルール策定（48時間以内）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ネガティブ口コミへの丁寧な対応テンプレート作成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フロントマネージャーによる週次口コミモニタリング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顧客体験向上の短期施策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OTA写真・説明文の定期的な見直しと更新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リピーター向け優待プログラムの検討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多言語対応サービスの充実（英語・中国語）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OTA評価スコア向上施策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高評価レビュー投稿の依頼タイミング最適化（チェックアウト時）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満足度の高い宿泊者へのフォローアップメール送信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じゃらん・楽天の評価向上に向けた特典プログラム検討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「部屋・設備」の競争優位性強化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部屋・設備を訴求したブランディング戦略の策定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SNS・口コミサイトでの強み積極的発信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旅行代理店・法人営業への強み訴求資料作成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客室リノベーション計画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客室設備の全面的な見直しと更新計画策定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最新のスマートホテル機能の導入検討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環境に配慮したサステナブル客室改装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デジタル接客・サービス高度化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AIチャットボットによる24時間問合せ対応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モバイルチェックイン/アウトシステムの導入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顧客データ分析によるパーソナライズサービスの実現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4.33/5点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8.17/10点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8.4/10点以上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月次でOTA評価スコアを確認し、サービス全般改善の進捗をトラッキングします。四半期ごとに目標値を見直し、継続的な改善サイクルを確立してください。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アパホテル相模原橋本駅東の2025年12月〜2026年4月口コミ分析（30件）では、総合評価8.00点（10pt換算）、高評価率66.7%という結果が得られました。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「部屋・設備」が最大の強みとして確認され、本レポートの3フェーズ改善施策の実施により、さらなる評価向上が期待されます。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6ヶ月以内に全体平均8.3点以上、高評価率72%以上を目指し、継続的な改善サイクルを確立することを推奨します。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プライムチェンジは引き続き改善施策の実施をサポートいたします。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アパホテル相模原橋本駅東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2026-04-12T23:43:37Z</dcterms:created>
  <dcterms:modified xsi:type="dcterms:W3CDTF">2026-04-12T23:43:37Z</dcterms:modified>
</cp:coreProperties>
</file>