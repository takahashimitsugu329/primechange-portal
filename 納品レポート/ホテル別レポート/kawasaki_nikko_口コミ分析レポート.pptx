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川崎日航ホテル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8.68点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81.5%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1.5%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130件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川崎日航ホテル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9.63/10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4.50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4.50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8.65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3.58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7.16/10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56件 (43.1%)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24件 (18.5%)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26件 (20.0%)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10件 (7.7%)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11件 (8.5%)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1件 (0.8%)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2件 (1.5%)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