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9.63</c:v>
                </c:pt>
                <c:pt idx="1">
                  <c:v>9</c:v>
                </c:pt>
                <c:pt idx="2">
                  <c:v>9</c:v>
                </c:pt>
                <c:pt idx="3">
                  <c:v>8.65</c:v>
                </c:pt>
                <c:pt idx="4">
                  <c:v>7.16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106</c:v>
                </c:pt>
                <c:pt idx="1">
                  <c:v>22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56</c:v>
                </c:pt>
                <c:pt idx="1">
                  <c:v>24</c:v>
                </c:pt>
                <c:pt idx="2">
                  <c:v>26</c:v>
                </c:pt>
                <c:pt idx="3">
                  <c:v>10</c:v>
                </c:pt>
                <c:pt idx="4">
                  <c:v>11</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駅前でアクセスは良いのだが、地下駐車場から向かうと、階段の上り下りをせざるを得ないところが多く、車で来る人には面倒かも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しかし、スタッフはとても親切で、チェックする人を手配してくれました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・駅近で周囲に飲食店も多数ある利便性 ・羽田空港も京急でアクセス便利 ・個人情報の管理が危うい点 ・全体的に設備が...</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バスルームの設備も少し古く、排水もあまり良くありませんでした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106件（81.5%）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駅前でアクセスは良いのだが、地下駐車場から向かうと、階段の上り下りをせざるを得ないところが多く、車で来る人には面倒かも</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しかし、スタッフはとても親切で、チェックする人を手配してくれました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「2泊目からは快適でしたが、部屋は2人にはちょっと狭かったです」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新しくはないが十分綺麗です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「素泊まりの滞在でしたが、 部屋もとても清潔で、気持ちよく過ごせました」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「Location and convenience」</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バスルームの設備も少し古く、排水もあまり良くありませんでした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2026-03-27T23:58:19Z</dcterms:created>
  <dcterms:modified xsi:type="dcterms:W3CDTF">2026-03-27T23:58:19Z</dcterms:modified>
</cp:coreProperties>
</file>