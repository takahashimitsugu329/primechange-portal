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9.5</c:v>
                </c:pt>
                <c:pt idx="1">
                  <c:v>9.43</c:v>
                </c:pt>
                <c:pt idx="2">
                  <c:v>8.63</c:v>
                </c:pt>
                <c:pt idx="3">
                  <c:v>8.44</c:v>
                </c:pt>
                <c:pt idx="4">
                  <c:v>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110</c:v>
                </c:pt>
                <c:pt idx="1">
                  <c:v>23</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58</c:v>
                </c:pt>
                <c:pt idx="1">
                  <c:v>24</c:v>
                </c:pt>
                <c:pt idx="2">
                  <c:v>28</c:v>
                </c:pt>
                <c:pt idx="3">
                  <c:v>10</c:v>
                </c:pt>
                <c:pt idx="4">
                  <c:v>12</c:v>
                </c:pt>
                <c:pt idx="5">
                  <c:v>1</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Google(7.1)が相対的に低い。口コミ返信の強化が急務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110件（80.9%）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2026-04-05T10:02:50Z</dcterms:created>
  <dcterms:modified xsi:type="dcterms:W3CDTF">2026-04-05T10:02:50Z</dcterms:modified>
</cp:coreProperties>
</file>