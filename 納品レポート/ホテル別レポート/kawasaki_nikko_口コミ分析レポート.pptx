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分析対象期間：2026-02-10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8.77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83.1%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78024"/>
            <a:ext cx="1188720" cy="1636776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579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100834"/>
            <a:ext cx="1188720" cy="201396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78079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1913382"/>
            <a:ext cx="1188720" cy="220141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59334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57400"/>
            <a:ext cx="1188720" cy="20574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057400"/>
            <a:ext cx="1188720" cy="20574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514600"/>
            <a:ext cx="1188720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全体平均評価：8.77点 / 高評価率：83.1% / 低評価率：1.4%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2026-03-28T22:02:39Z</dcterms:created>
  <dcterms:modified xsi:type="dcterms:W3CDTF">2026-03-28T22:02:39Z</dcterms:modified>
</cp:coreProperties>
</file>