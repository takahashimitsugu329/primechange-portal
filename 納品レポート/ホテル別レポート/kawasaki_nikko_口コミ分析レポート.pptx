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9.58</c:v>
                </c:pt>
                <c:pt idx="1">
                  <c:v>9.43</c:v>
                </c:pt>
                <c:pt idx="2">
                  <c:v>8.86</c:v>
                </c:pt>
                <c:pt idx="3">
                  <c:v>8.64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26</c:v>
                </c:pt>
                <c:pt idx="2">
                  <c:v>28</c:v>
                </c:pt>
                <c:pt idx="3">
                  <c:v>9</c:v>
                </c:pt>
                <c:pt idx="4">
                  <c:v>12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111件（82.2%）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22件（16.3%）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8.68点 → 目標 9.18点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82.2% → 目標 87.2%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川崎日航ホテルは全体平均8.68点（10pt換算）、高評価率82.2%を達成しています。本レポートで示した改善施策を段階的に実施することで、さらなる顧客満足度向上が期待できます。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