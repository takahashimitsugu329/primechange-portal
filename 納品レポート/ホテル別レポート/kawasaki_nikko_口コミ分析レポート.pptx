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じゃらん</c:v>
                  </c:pt>
                  <c:pt idx="2">
                    <c:v>楽天トラベル</c:v>
                  </c:pt>
                  <c:pt idx="3">
                    <c:v>Booking.com</c:v>
                  </c:pt>
                  <c:pt idx="4">
                    <c:v>Google</c:v>
                  </c:pt>
                  <c:pt idx="5">
                    <c:v>Agoda</c:v>
                  </c:pt>
                </c:lvl>
              </c:multiLvlStrCache>
            </c:multiLvlStrRef>
          </c:cat>
          <c:val>
            <c:numRef>
              <c:f>Sheet1!$B$2:$B$7</c:f>
              <c:numCache>
                <c:formatCode>General</c:formatCode>
                <c:ptCount val="6"/>
                <c:pt idx="0">
                  <c:v>9.63</c:v>
                </c:pt>
                <c:pt idx="1">
                  <c:v>9</c:v>
                </c:pt>
                <c:pt idx="2">
                  <c:v>9</c:v>
                </c:pt>
                <c:pt idx="3">
                  <c:v>8.65</c:v>
                </c:pt>
                <c:pt idx="4">
                  <c:v>7.16</c:v>
                </c:pt>
                <c:pt idx="5">
                  <c:v>7</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106</c:v>
                </c:pt>
                <c:pt idx="1">
                  <c:v>22</c:v>
                </c:pt>
                <c:pt idx="2">
                  <c:v>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5点</c:v>
                  </c:pt>
                  <c:pt idx="6">
                    <c:v>2点</c:v>
                  </c:pt>
                </c:lvl>
              </c:multiLvlStrCache>
            </c:multiLvlStrRef>
          </c:cat>
          <c:val>
            <c:numRef>
              <c:f>Sheet1!$B$2:$B$8</c:f>
              <c:numCache>
                <c:formatCode>General</c:formatCode>
                <c:ptCount val="7"/>
                <c:pt idx="0">
                  <c:v>56</c:v>
                </c:pt>
                <c:pt idx="1">
                  <c:v>24</c:v>
                </c:pt>
                <c:pt idx="2">
                  <c:v>26</c:v>
                </c:pt>
                <c:pt idx="3">
                  <c:v>10</c:v>
                </c:pt>
                <c:pt idx="4">
                  <c:v>11</c:v>
                </c:pt>
                <c:pt idx="5">
                  <c:v>1</c:v>
                </c:pt>
                <c:pt idx="6">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川崎日航ホテル</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レビュー総数：130件（6サイト）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作成日：2026年3月29日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8.68</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81.5%</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1.5%</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130件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駅前でアクセスは良いのだが、地下駐車場から向かうと、階段の上り下りをせざるを得ないところが多く、車で来る人には面倒かも</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しかし、スタッフはとても親切で、チェックする人を手配してくれました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・駅近で周囲に飲食店も多数ある利便性 ・羽田空港も京急でアクセス便利 ・個人情報の管理が危うい点 ・全体的に設備が...</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This hotel is very stingy , I am very unhappy with the se...</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高層階からは電車の眺めが素晴らしく、とても良かったのですが、騒音に敏感な方には少し不快かもしれません</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バスルームの設備も少し古く、排水もあまり良くありませんでした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8.68</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81.5%</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1.5%</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130件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Trip.com(9.63)が最高スコア。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Agoda(7.0)が相対的に低い。口コミ返信の強化が急務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9.63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9.63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7.16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106件（81.5%）</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22件（16.9%）</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2件（1.5%）</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駅前でアクセスは良いのだが、地下駐車場から向かうと、階段の上り下りをせざるを得ないところが多く、車で来る人には面倒かも</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「・駅近で周囲に飲食店も多数ある利便性 ・羽田空港も京急でアクセス便利 ・個人情報の管理が危うい点 ・全体的に設備が...」</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しかし、スタッフはとても親切で、チェックする人を手配してくれました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「ホテルの朝食はまあまあですが、セルフサービスのランドリー設備があればさらに良いでしょう」</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・駅近で周囲に飲食店も多数ある利便性 ・羽田空港も京急でアクセス便利 ・個人情報の管理が危うい点 ・全体的に設備が...</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「2泊目からは快適でしたが、部屋は2人にはちょっと狭かったです」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新しくはないが十分綺麗です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「素泊まりの滞在でしたが、 部屋もとても清潔で、気持ちよく過ごせました」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朝食を1日追加で購入したのですが、フロントでその旨を伝えたら割引クーポンをもらえました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「ホテルの朝食はまあまあですが、セルフサービスのランドリー設備があればさらに良いでしょう」</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・駅近で周囲に飲食店も多数ある利便性 ・羽田空港も京急でアクセス便利 ・個人情報の管理が危うい点 ・全体的に設備が...</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「Location and convenience」</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This hotel is very stingy , I am very unhappy with the se...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高層階からは電車の眺めが素晴らしく、とても良かったのですが、騒音に敏感な方には少し不快かもしれません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バスルームの設備も少し古く、排水もあまり良くありませんでした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19階は窓からは夜景がとても綺麗でした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房間很乾凈整潔，服務員態度熱情且都會英文，很適合出遊選住 部屋は清潔で整頓されており、スタッフは親切で英語も話せた...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感覺酒店設施及服務不上檔次，房間也比較小，價格卻比大阪京都的更大面積的房間貴不少 部屋にはボトル入りの水が用意され...</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・駅近で周囲に飲食店も多数ある利便性 ・羽田空港も京急でアクセス便利 ・個人情報の管理が危うい点 ・全体的に設備が...</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食事、スタッフのサービス 部屋が狭い、ロケーションが悪い、入り口がわかりにくい 部屋が狭い、ロケーションが悪い、入...</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それと洋式トイレから僅かに尿臭がしてきたのもマイナスポイントでした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8.68点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81.5%</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87%以上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1.5%</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約13件/期間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川崎日航ホテル 口コミ分析改善レポート</dc:title>
  <dc:subject>PptxGenJS Presentation</dc:subject>
  <dc:creator>Hotel Consulting</dc:creator>
  <cp:lastModifiedBy>Hotel Consulting</cp:lastModifiedBy>
  <cp:revision>1</cp:revision>
  <dcterms:created xsi:type="dcterms:W3CDTF">2026-03-29T07:52:11Z</dcterms:created>
  <dcterms:modified xsi:type="dcterms:W3CDTF">2026-03-29T07:52:11Z</dcterms:modified>
</cp:coreProperties>
</file>