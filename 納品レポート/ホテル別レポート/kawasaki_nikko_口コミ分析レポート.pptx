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Booking.com</c:v>
                  </c:pt>
                  <c:pt idx="4">
                    <c:v>Google</c:v>
                  </c:pt>
                  <c:pt idx="5">
                    <c:v>Agoda</c:v>
                  </c:pt>
                </c:lvl>
              </c:multiLvlStrCache>
            </c:multiLvlStrRef>
          </c:cat>
          <c:val>
            <c:numRef>
              <c:f>Sheet1!$B$2:$B$7</c:f>
              <c:numCache>
                <c:formatCode>General</c:formatCode>
                <c:ptCount val="6"/>
                <c:pt idx="0">
                  <c:v>9.83</c:v>
                </c:pt>
                <c:pt idx="1">
                  <c:v>9</c:v>
                </c:pt>
                <c:pt idx="2">
                  <c:v>8.67</c:v>
                </c:pt>
                <c:pt idx="3">
                  <c:v>8.46</c:v>
                </c:pt>
                <c:pt idx="4">
                  <c:v>7.88</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22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50</c:v>
                </c:pt>
                <c:pt idx="1">
                  <c:v>24</c:v>
                </c:pt>
                <c:pt idx="2">
                  <c:v>26</c:v>
                </c:pt>
                <c:pt idx="3">
                  <c:v>10</c:v>
                </c:pt>
                <c:pt idx="4">
                  <c:v>10</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乾淨方便，適合商旅出行 清潔で便利、ビジネス旅行者に最適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朝食が非常に美味しく、朝食会場の接客が丁寧で素晴らしかった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綺麗だった 空調設備があまり良くなかった 空調設備があまり良くなかった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寒がりな私ですが、暖房も自分好みに設定できてよかったです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室内の狭さ以外でネガティブな面として気づいたのは、高架を走る京急線の音が聞こえたり、隣室のイビキが聞こえるといった...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エアコンは個別じゃないのか、冷風も出ず窓も開かず苦しい思いをしました 天気が良かったのもあって部屋が暑い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100件（81.3%）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22件（17.9%）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「駅近で便利でした 部屋も清潔で気持ち良かったです コーヒーやお水があり嬉しかったです 駅近で便利でした 部屋も清潔...」</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朝食が非常に美味しく、朝食会場の接客が丁寧で素晴らしかった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「ホテルのサービスも良く、清潔で衛生的です」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綺麗だった 空調設備があまり良くなかった 空調設備があまり良くなかった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「フロントには使い捨てのバスアメニティ、バスソルト、フェイスマスクなど、必要なものがすべて揃っていました」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「駅近で便利でした 部屋も清潔で気持ち良かったです コーヒーやお水があり嬉しかったです 駅近で便利でした 部屋も清潔...」</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朝食が非常に美味しく、朝食会場の接客が丁寧で素晴らしかった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「朝食は茹で魚、パン、アイスクリームなど種類豊富で、味も美味しかったです」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交通方便，購物方便 交通の便が良く、買い物にも便利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「附近很方便，很多食肆，有海鮮，打邊爐，拉麵，超級市場，7仔，購物中心很多，還有公仔夾，酒店服務好，乾淨衞生，值得推...」</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寒がりな私ですが、暖房も自分好みに設定できてよかったです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室内の狭さ以外でネガティブな面として気づいたのは、高架を走る京急線の音が聞こえたり、隣室のイビキが聞こえるといった...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エアコンは個別じゃないのか、冷風も出ず窓も開かず苦しい思いをしました 天気が良かったのもあって部屋が暑い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夜食のルームサービスは、少し残念かなと</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朝食が美味しく、和風洋風ともに品数等含めて、とても良かった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2026-03-19T01:52:13Z</dcterms:created>
  <dcterms:modified xsi:type="dcterms:W3CDTF">2026-03-19T01:52:13Z</dcterms:modified>
</cp:coreProperties>
</file>