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Booking.com</c:v>
                  </c:pt>
                  <c:pt idx="4">
                    <c:v>Google</c:v>
                  </c:pt>
                  <c:pt idx="5">
                    <c:v>Agoda</c:v>
                  </c:pt>
                </c:lvl>
              </c:multiLvlStrCache>
            </c:multiLvlStrRef>
          </c:cat>
          <c:val>
            <c:numRef>
              <c:f>Sheet1!$B$2:$B$7</c:f>
              <c:numCache>
                <c:formatCode>General</c:formatCode>
                <c:ptCount val="6"/>
                <c:pt idx="0">
                  <c:v>9.76</c:v>
                </c:pt>
                <c:pt idx="1">
                  <c:v>9</c:v>
                </c:pt>
                <c:pt idx="2">
                  <c:v>9</c:v>
                </c:pt>
                <c:pt idx="3">
                  <c:v>8.53</c:v>
                </c:pt>
                <c:pt idx="4">
                  <c:v>7.53</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105</c:v>
                </c:pt>
                <c:pt idx="1">
                  <c:v>22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3点</c:v>
                  </c:pt>
                  <c:pt idx="7">
                    <c:v>2点</c:v>
                  </c:pt>
                </c:lvl>
              </c:multiLvlStrCache>
            </c:multiLvlStrRef>
          </c:cat>
          <c:val>
            <c:numRef>
              <c:f>Sheet1!$B$2:$B$9</c:f>
              <c:numCache>
                <c:formatCode>General</c:formatCode>
                <c:ptCount val="8"/>
                <c:pt idx="0">
                  <c:v>58</c:v>
                </c:pt>
                <c:pt idx="1">
                  <c:v>23</c:v>
                </c:pt>
                <c:pt idx="2">
                  <c:v>24</c:v>
                </c:pt>
                <c:pt idx="3">
                  <c:v>10</c:v>
                </c:pt>
                <c:pt idx="4">
                  <c:v>10</c:v>
                </c:pt>
                <c:pt idx="5">
                  <c:v>2</c:v>
                </c:pt>
                <c:pt idx="6">
                  <c:v>1</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立地は便利で、川崎駅のすぐそばにあるので見つけやすいです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房間很乾凈整潔，服務員態度熱情且都會英文，很適合出遊選住 部屋は清潔で整頓されており、スタッフは親切で英語も話せた...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アメニティも非常に便利です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エアコンは作動せず、フロントの係員は扇風機を使うように勧めてきましたが、気温は上がり続けました…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室内の狭さ以外でネガティブな面として気づいたのは、高架を走る京急線の音が聞こえたり、隣室のイビキが聞こえるといった...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不快だったのは、換気のために部屋の窓を開けることができず、3月なのに部屋が蒸し暑かったことです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Trip.com(9.76)が最高スコア。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105件（81.4%）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22件（17.1%）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2件（1.6%）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立地は便利で、川崎駅のすぐそばにあるので見つけやすいです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「立地は便利で、羽田空港からもそう遠くありません」</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房間很乾凈整潔，服務員態度熱情且都會英文，很適合出遊選住 部屋は清潔で整頓されており、スタッフは親切で英語も話せた...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「このホテルは非常にケチで、受けたサービスにとても不満です」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アメニティも非常に便利です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「館内も落ち着いた雰囲気で、快適でした」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朝ごはんが非常に美味しく、フレンチトーストやオムレツ、特製カレーなど多くの種類の中から選ぶことができます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房間很乾凈整潔，服務員態度熱情且都會英文，很適合出遊選住 部屋は清潔で整頓されており、スタッフは親切で英語も話せた...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「乾淨方便，適合商旅出行 清潔で便利、ビジネス旅行者に最適」</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川崎駅に近く、コンビニやスーパーなども近隣にある為、非常に便利です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「交通方便，購物方便 交通の便が良く、買い物にも便利」</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エアコンは作動せず、フロントの係員は扇風機を使うように勧めてきましたが、気温は上がり続けました…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室内の狭さ以外でネガティブな面として気づいたのは、高架を走る京急線の音が聞こえたり、隣室のイビキが聞こえるといった...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不快だったのは、換気のために部屋の窓を開けることができず、3月なのに部屋が蒸し暑かったことです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房間很乾凈整潔，服務員態度熱情且都會英文，很適合出遊選住 部屋は清潔で整頓されており、スタッフは親切で英語も話せた...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建物自体が古いですが、部屋は清潔で、コーヒーのサービスもあり満足です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2026-03-23T00:05:50Z</dcterms:created>
  <dcterms:modified xsi:type="dcterms:W3CDTF">2026-03-23T00:05:50Z</dcterms:modified>
</cp:coreProperties>
</file>