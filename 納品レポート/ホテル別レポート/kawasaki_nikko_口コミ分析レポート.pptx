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8.8</c:v>
                </c:pt>
                <c:pt idx="2">
                  <c:v>8.44</c:v>
                </c:pt>
                <c:pt idx="3">
                  <c:v>8.4</c:v>
                </c:pt>
                <c:pt idx="4">
                  <c:v>7.88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23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24</c:v>
                </c:pt>
                <c:pt idx="2">
                  <c:v>26</c:v>
                </c:pt>
                <c:pt idx="3">
                  <c:v>11</c:v>
                </c:pt>
                <c:pt idx="4">
                  <c:v>10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交通方便，購物方便 交通の便が良く、買い物にも便利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ホテルのサービスも良く、清潔で衛生的です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綺麗だった 空調設備があまり良くなかった 空調設備があまり良くなかった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エアコンは個別じゃないのか、冷風も出ず窓も開かず苦しい思いをしました 天気が良かったのもあって部屋が暑い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唯一的缺點是可以聽到電車的聲音，但是聲音不大，前台耳塞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エアコンは個別じゃないのか、冷風も出ず窓も開かず苦しい思いをしました 天気が良かったのもあって部屋が暑い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96件（80.0%）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23件（19.2%）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交通方便，購物方便 交通の便が良く、買い物にも便利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「附近很方便，很多食肆，有海鮮，打邊爐，拉麵，超級市場，7仔，購物中心很多，還有公仔夾，酒店服務好，乾淨衞生，值得推...」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ホテルのサービスも良く、清潔で衛生的です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「食事、スタッフのサービス 部屋が狭い、ロケーションが悪い、入り口がわかりにくい 部屋が狭い、ロケーションが悪い、入...」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綺麗だった 空調設備があまり良くなかった 空調設備があまり良くなかった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「フロントには使い捨てのバスアメニティ、バスソルト、フェイスマスクなど、必要なものがすべて揃っていました」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ホテルのサービスも良く、清潔で衛生的です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「綺麗だった 空調設備があまり良くなかった 空調設備があまり良くなかった」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朝食は茹で魚、パン、アイスクリームなど種類豊富で、味も美味しかったです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「朝食のその場で焼いて頂くオムレツも変わらず美味しかったです」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交通方便，購物方便 交通の便が良く、買い物にも便利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「附近很方便，很多食肆，有海鮮，打邊爐，拉麵，超級市場，7仔，購物中心很多，還有公仔夾，酒店服務好，乾淨衞生，值得推...」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エアコンは個別じゃないのか、冷風も出ず窓も開かず苦しい思いをしました 天気が良かったのもあって部屋が暑い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唯一的缺點是可以聽到電車的聲音，但是聲音不大，前台耳塞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エアコンは個別じゃないのか、冷風も出ず窓も開かず苦しい思いをしました 天気が良かったのもあって部屋が暑い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フロントには使い捨てのバスアメニティ、バスソルト、フェイスマスクなど、必要なものがすべて揃っていました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夜食のルームサービスは、少し残念かなと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朝食が美味しく、和風洋風ともに品数等含めて、とても良かった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建物自体が古いですが、部屋は清潔で、コーヒーのサービスもあり満足です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食事、スタッフのサービス 部屋が狭い、ロケーションが悪い、入り口がわかりにくい 部屋が狭い、ロケーションが悪い、入...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関係ないが駅からの道が臭かったです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2026-03-16T22:42:41Z</dcterms:created>
  <dcterms:modified xsi:type="dcterms:W3CDTF">2026-03-16T22:42:41Z</dcterms:modified>
</cp:coreProperties>
</file>