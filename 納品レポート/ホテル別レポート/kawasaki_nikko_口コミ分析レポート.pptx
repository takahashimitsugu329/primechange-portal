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Booking.com</c:v>
                  </c:pt>
                  <c:pt idx="4">
                    <c:v>Google</c:v>
                  </c:pt>
                  <c:pt idx="5">
                    <c:v>Agoda</c:v>
                  </c:pt>
                </c:lvl>
              </c:multiLvlStrCache>
            </c:multiLvlStrRef>
          </c:cat>
          <c:val>
            <c:numRef>
              <c:f>Sheet1!$B$2:$B$7</c:f>
              <c:numCache>
                <c:formatCode>General</c:formatCode>
                <c:ptCount val="6"/>
                <c:pt idx="0">
                  <c:v>9.67</c:v>
                </c:pt>
                <c:pt idx="1">
                  <c:v>9</c:v>
                </c:pt>
                <c:pt idx="2">
                  <c:v>8.8</c:v>
                </c:pt>
                <c:pt idx="3">
                  <c:v>8.61</c:v>
                </c:pt>
                <c:pt idx="4">
                  <c:v>7.22</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105</c:v>
                </c:pt>
                <c:pt idx="1">
                  <c:v>22</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56</c:v>
                </c:pt>
                <c:pt idx="1">
                  <c:v>24</c:v>
                </c:pt>
                <c:pt idx="2">
                  <c:v>25</c:v>
                </c:pt>
                <c:pt idx="3">
                  <c:v>10</c:v>
                </c:pt>
                <c:pt idx="4">
                  <c:v>10</c:v>
                </c:pt>
                <c:pt idx="5">
                  <c:v>2</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作成日：2026年3月24日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81.4%</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1.6%</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位置方便，乘JR或京急都可以，酒店早餐ok,如果能夠提供自助洗衣服務就更好 立地は便利で、JR線や京急線が利用できます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ホテルの朝食はまあまあですが、セルフサービスのランドリー設備があればさらに良いでしょう</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ホテルの朝食はまあまあですが、セルフサービスのランドリー設備があればさらに良いでしょう</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This hotel is very stingy , I am very unhappy with the se...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室内の狭さ以外でネガティブな面として気づいたのは、高架を走る京急線の音が聞こえたり、隣室のイビキが聞こえるといった...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「エア51」バスを利用すれば、第3ターミナルまで約40分です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81.4%</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1.6%</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Trip.com(9.67)が最高スコア。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105件（81.4%）</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22件（17.1%）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2件（1.6%）</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位置方便，乘JR或京急都可以，酒店早餐ok,如果能夠提供自助洗衣服務就更好 立地は便利で、JR線や京急線が利用できます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「JR駅のすぐそばに位置し、東京駅まで徒歩わずか20分、羽田空港までは電車で30分です」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「このホテルは一流のサービスを提供しており、スタッフは礼儀正しく、ほとんどのスタッフが英語を話します」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「客室は15～30平方メートルで、ほとんどの部屋から市街の景色を眺めることができ、広々とした快適な空間となっています」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「朝ごはんが非常に美味しく、フレンチトーストやオムレツ、特製カレーなど多くの種類の中から選ぶことができます」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周辺には、行き届いたサービスを提供する魅力的な地元の飲食店をはじめ、多くのレストランがあります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「房間很乾凈整潔，服務員態度熱情且都會英文，很適合出遊選住 部屋は清潔で整頓されており、スタッフは親切で英語も話せた...」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周辺には、行き届いたサービスを提供する魅力的な地元の飲食店をはじめ、多くのレストランがあります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「川崎駅に近く、コンビニやスーパーなども近隣にある為、非常に便利です」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This hotel is very stingy , I am very unhappy with the se...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室内の狭さ以外でネガティブな面として気づいたのは、高架を走る京急線の音が聞こえたり、隣室のイビキが聞こえるといった...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「エア51」バスを利用すれば、第3ターミナルまで約40分です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不快だったのは、換気のために部屋の窓を開けることができず、3月なのに部屋が蒸し暑かったことです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房間很乾凈整潔，服務員態度熱情且都會英文，很適合出遊選住 部屋は清潔で整頓されており、スタッフは親切で英語も話せた...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建物自体が古いですが、部屋は清潔で、コーヒーのサービスもあり満足です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2026-03-24T01:12:44Z</dcterms:created>
  <dcterms:modified xsi:type="dcterms:W3CDTF">2026-03-24T01:12:44Z</dcterms:modified>
</cp:coreProperties>
</file>