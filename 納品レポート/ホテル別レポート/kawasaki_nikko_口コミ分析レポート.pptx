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9.33</c:v>
                </c:pt>
                <c:pt idx="1">
                  <c:v>9.33</c:v>
                </c:pt>
                <c:pt idx="2">
                  <c:v>8.72</c:v>
                </c:pt>
                <c:pt idx="3">
                  <c:v>8.57</c:v>
                </c:pt>
                <c:pt idx="4">
                  <c:v>6.25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</c:v>
                </c:pt>
                <c:pt idx="1">
                  <c:v>11</c:v>
                </c:pt>
                <c:pt idx="2">
                  <c:v>14</c:v>
                </c:pt>
                <c:pt idx="3">
                  <c:v>6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レビュー総数：71件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8.66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81.7%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58件（81.7%）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10件（14.1%）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低評価・中評価レビュー（13件）から改善課題を優先度別に整理しています。S/A/B/Cの4段階で優先度を設定し、計画的な改善を推進します。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8.66点 → 目標 9.16点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81.7% → 目標 86.7%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4.2% → 目標 2.2%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川崎日航ホテルは全体平均8.66点（10pt換算）、高評価率81.7%を達成しています。本レポートで示した改善施策を段階的に実施することで、さらなる顧客満足度向上が期待できます。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