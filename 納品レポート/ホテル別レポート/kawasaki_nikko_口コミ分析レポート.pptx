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川崎日航ホテル</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8.77点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8.77点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83.1%</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1.4%</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川崎日航ホテルは分析対象148件の口コミで、10点換算平均8.77点（非常に良好）を記録。高評価（8〜10点）が123件（83.1%）、低評価（1〜4点）が2件（1.4%）。6サイトにわたる評価傾向を分析しました。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8.81/10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8.81点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30件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9.63/10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9.63点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19件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3.58/5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7.16点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43.9%</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65件</a:t>
            </a:r>
            <a:endParaRPr lang="en-US" sz="800" dirty="0"/>
          </a:p>
        </p:txBody>
      </p:sp>
      <p:sp>
        <p:nvSpPr>
          <p:cNvPr id="12" name="Shape 10"/>
          <p:cNvSpPr/>
          <p:nvPr/>
        </p:nvSpPr>
        <p:spPr>
          <a:xfrm>
            <a:off x="1325880" y="3128655"/>
            <a:ext cx="685800" cy="1260465"/>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290005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21.6%</a:t>
            </a:r>
            <a:endParaRPr lang="en-US" sz="800" dirty="0"/>
          </a:p>
        </p:txBody>
      </p:sp>
      <p:sp>
        <p:nvSpPr>
          <p:cNvPr id="15" name="Text 13"/>
          <p:cNvSpPr/>
          <p:nvPr/>
        </p:nvSpPr>
        <p:spPr>
          <a:xfrm>
            <a:off x="1234440" y="267145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32件</a:t>
            </a:r>
            <a:endParaRPr lang="en-US" sz="800" dirty="0"/>
          </a:p>
        </p:txBody>
      </p:sp>
      <p:sp>
        <p:nvSpPr>
          <p:cNvPr id="16" name="Shape 14"/>
          <p:cNvSpPr/>
          <p:nvPr/>
        </p:nvSpPr>
        <p:spPr>
          <a:xfrm>
            <a:off x="2194560" y="3364992"/>
            <a:ext cx="685800" cy="1024128"/>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313639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17.6%</a:t>
            </a:r>
            <a:endParaRPr lang="en-US" sz="800" dirty="0"/>
          </a:p>
        </p:txBody>
      </p:sp>
      <p:sp>
        <p:nvSpPr>
          <p:cNvPr id="19" name="Text 17"/>
          <p:cNvSpPr/>
          <p:nvPr/>
        </p:nvSpPr>
        <p:spPr>
          <a:xfrm>
            <a:off x="2103120" y="290779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26件</a:t>
            </a:r>
            <a:endParaRPr lang="en-US" sz="800" dirty="0"/>
          </a:p>
        </p:txBody>
      </p:sp>
      <p:sp>
        <p:nvSpPr>
          <p:cNvPr id="20" name="Shape 18"/>
          <p:cNvSpPr/>
          <p:nvPr/>
        </p:nvSpPr>
        <p:spPr>
          <a:xfrm>
            <a:off x="3063240" y="3955835"/>
            <a:ext cx="685800" cy="433285"/>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72723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7.4%</a:t>
            </a:r>
            <a:endParaRPr lang="en-US" sz="800" dirty="0"/>
          </a:p>
        </p:txBody>
      </p:sp>
      <p:sp>
        <p:nvSpPr>
          <p:cNvPr id="23" name="Text 21"/>
          <p:cNvSpPr/>
          <p:nvPr/>
        </p:nvSpPr>
        <p:spPr>
          <a:xfrm>
            <a:off x="2971800" y="349863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11件</a:t>
            </a:r>
            <a:endParaRPr lang="en-US" sz="800" dirty="0"/>
          </a:p>
        </p:txBody>
      </p:sp>
      <p:sp>
        <p:nvSpPr>
          <p:cNvPr id="24" name="Shape 22"/>
          <p:cNvSpPr/>
          <p:nvPr/>
        </p:nvSpPr>
        <p:spPr>
          <a:xfrm>
            <a:off x="3931920" y="3955835"/>
            <a:ext cx="685800" cy="433285"/>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72723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7.4%</a:t>
            </a:r>
            <a:endParaRPr lang="en-US" sz="800" dirty="0"/>
          </a:p>
        </p:txBody>
      </p:sp>
      <p:sp>
        <p:nvSpPr>
          <p:cNvPr id="27" name="Text 25"/>
          <p:cNvSpPr/>
          <p:nvPr/>
        </p:nvSpPr>
        <p:spPr>
          <a:xfrm>
            <a:off x="3840480" y="349863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11件</a:t>
            </a:r>
            <a:endParaRPr lang="en-US" sz="800" dirty="0"/>
          </a:p>
        </p:txBody>
      </p:sp>
      <p:sp>
        <p:nvSpPr>
          <p:cNvPr id="28" name="Shape 26"/>
          <p:cNvSpPr/>
          <p:nvPr/>
        </p:nvSpPr>
        <p:spPr>
          <a:xfrm>
            <a:off x="4800600" y="4343400"/>
            <a:ext cx="685800" cy="45720"/>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1" name="Text 29"/>
          <p:cNvSpPr/>
          <p:nvPr/>
        </p:nvSpPr>
        <p:spPr>
          <a:xfrm>
            <a:off x="470916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2" name="Shape 30"/>
          <p:cNvSpPr/>
          <p:nvPr/>
        </p:nvSpPr>
        <p:spPr>
          <a:xfrm>
            <a:off x="5669280" y="4310341"/>
            <a:ext cx="685800" cy="78779"/>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34" name="Text 32"/>
          <p:cNvSpPr/>
          <p:nvPr/>
        </p:nvSpPr>
        <p:spPr>
          <a:xfrm>
            <a:off x="5577840" y="4081741"/>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a:t>
            </a:r>
            <a:endParaRPr lang="en-US" sz="800" dirty="0"/>
          </a:p>
        </p:txBody>
      </p:sp>
      <p:sp>
        <p:nvSpPr>
          <p:cNvPr id="35" name="Text 33"/>
          <p:cNvSpPr/>
          <p:nvPr/>
        </p:nvSpPr>
        <p:spPr>
          <a:xfrm>
            <a:off x="5577840" y="3853141"/>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36" name="Shape 34"/>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9点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・駅近で周囲に飲食店も多数ある利便性 ・羽田空港も京急でアクセス便利</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9点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立地と利便性。スーパーマーケットが夜10時まで営業しているのも大きな利点です。</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楽天トラベル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素泊まりの滞在でしたが、 部屋もとても清潔で、気持ちよく過ごせました。 山口県からきましたが、 駅から激近は、分かりやすくありがたいです。 19階は窓からは夜景がとても綺麗でした。 また利用させてください、有り難うございました。</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このホテルは非常にケチで、受けたサービスにとても不満です。本当にがっかりする経験で、サービスもひどいものでした！</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このホテルは非常にケチで、受けたサービスにとても不満です。本当にがっかりする経験で、サービスもひどいものでした！</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駅に近いのが最高でスタッフの対応が外国人も含め良かった。コーヒーが部屋にもラウンジでも飲めて美味しかった。  バスタブも大きめで洗面所も使い安かった。朝食ブッフェは種類は多くないが美味しかった。</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8.77点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9.3点以上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83.1%</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88.1%以上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1.4%</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川崎日航ホテルの口コミ分析の結果、10点換算で平均8.77点（非常に良好）を記録しました。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分析対象148件のうち、高評価（8〜10点）が83.1%を占めており、継続的なサービス改善により更なる満足度向上が期待できます。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2026-03-28T22:02:51Z</dcterms:created>
  <dcterms:modified xsi:type="dcterms:W3CDTF">2026-03-28T22:02:51Z</dcterms:modified>
</cp:coreProperties>
</file>