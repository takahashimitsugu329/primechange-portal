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9.33</c:v>
                </c:pt>
                <c:pt idx="1">
                  <c:v>9.33</c:v>
                </c:pt>
                <c:pt idx="2">
                  <c:v>8.72</c:v>
                </c:pt>
                <c:pt idx="3">
                  <c:v>8.57</c:v>
                </c:pt>
                <c:pt idx="4">
                  <c:v>6.25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</c:v>
                </c:pt>
                <c:pt idx="1">
                  <c:v>11</c:v>
                </c:pt>
                <c:pt idx="2">
                  <c:v>14</c:v>
                </c:pt>
                <c:pt idx="3">
                  <c:v>6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58件（81.7%）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10件（14.1%）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8.66点 → 目標 9.16点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81.7% → 目標 86.7%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4.2% → 目標 2.2%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川崎日航ホテルは全体平均8.66点（10pt換算）、高評価率81.7%を達成しています。本レポートで示した改善施策を段階的に実施することで、さらなる顧客満足度向上が期待できます。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2026-04-07T23:27:23Z</dcterms:created>
  <dcterms:modified xsi:type="dcterms:W3CDTF">2026-04-07T23:27:23Z</dcterms:modified>
</cp:coreProperties>
</file>