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139件　全体平均: 8.82/10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全139件分析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14.4%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8.82/10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高評価(8点以上)が全体の84.2%を占めています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低評価(5点以下)は1.4%で管理可能な水準です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Trip.com / Google / じゃらん / 楽天トラベル / Agoda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9.61/10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9.61/10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4.43/5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 (43.2%)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92608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0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 (23.0%)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22860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 (18.0%)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00584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 (7.9%)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82296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011680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 (6.5%)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9144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160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9144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280160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・駅近で周囲に飲食店も多数ある利便性 ・羽田空港も京急でアクセス便利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立地と利便性。スーパーマーケットが夜10時まで営業しているのも大きな利点です。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素泊まりの滞在でしたが、 部屋もとても清潔で、気持ちよく過ごせました。 山口県からきましたが、 駅から激近は、分かりやすくありがたいです。 19階は窓からは夜景がとても綺麗でした。 また利用させてくだ...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フライトの遅延でホテルに少し遅れて到着しましたが、駅に近く便利な立地で、羽田空港から京急線で簡単にアクセスできました。ただ、初日は1階の改装工事に少し驚きました。バスルームの設備も少し古く、排水もあま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・個人情報の管理が危うい点 ・全体的に設備が古い点(そんなに気にはならない)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このホテルは非常にケチで、受けたサービスにとても不満です。本当にがっかりする経験で、サービスもひどいものでした！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わからない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特に無し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2026-03-28T22:44:17Z</dcterms:created>
  <dcterms:modified xsi:type="dcterms:W3CDTF">2026-03-28T22:44:17Z</dcterms:modified>
</cp:coreProperties>
</file>