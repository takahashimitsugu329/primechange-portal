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Booking.com</c:v>
                  </c:pt>
                  <c:pt idx="4">
                    <c:v>楽天トラベル</c:v>
                  </c:pt>
                  <c:pt idx="5">
                    <c:v>Google</c:v>
                  </c:pt>
                </c:lvl>
              </c:multiLvlStrCache>
            </c:multiLvlStrRef>
          </c:cat>
          <c:val>
            <c:numRef>
              <c:f>Sheet1!$B$2:$B$7</c:f>
              <c:numCache>
                <c:formatCode>General</c:formatCode>
                <c:ptCount val="6"/>
                <c:pt idx="0">
                  <c:v>10</c:v>
                </c:pt>
                <c:pt idx="1">
                  <c:v>9.38</c:v>
                </c:pt>
                <c:pt idx="2">
                  <c:v>9.33</c:v>
                </c:pt>
                <c:pt idx="3">
                  <c:v>8.65</c:v>
                </c:pt>
                <c:pt idx="4">
                  <c:v>8.57</c:v>
                </c:pt>
                <c:pt idx="5">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66</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38</c:v>
                </c:pt>
                <c:pt idx="1">
                  <c:v>12</c:v>
                </c:pt>
                <c:pt idx="2">
                  <c:v>16</c:v>
                </c:pt>
                <c:pt idx="3">
                  <c:v>6</c:v>
                </c:pt>
                <c:pt idx="4">
                  <c:v>8</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駅が近くて周りにはなんでも揃ってるので遅い時間も食べ物には困りません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後から外出する際にロビーにいくと、男性スタッフの方とニコニコ楽しそうにお話をされていて 私もその穏やかな笑顔で対応...</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朝食もとても美味しくて、古いホテルだと思われますが綺麗でそんな事を思わせないくらい素晴らしいです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ホテルにはセントラル空調があり、ファンを最高速度に設定し、室温を最低の18度にしても、まるで自分が焼かれているよう...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全体的には許容範囲内だが、浴室の壁には以前の宿泊客の髪の毛が1本だけでなく複数付着しているので、もっと念入りに掃除...</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団体の方がいたので、混雑してるなら後で来ますと伝えると、静かな窓際に案内してくださりました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66件（78.6%）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15件（17.9%）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駅が近くて周りにはなんでも揃ってるので遅い時間も食べ物には困りません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「Good location 立地が良い」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後から外出する際にロビーにいくと、男性スタッフの方とニコニコ楽しそうにお話をされていて 私もその穏やかな笑顔で対応...</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「朝食が非常に良かった」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「全体的には許容範囲内だが、浴室の壁には以前の宿泊客の髪の毛が1本だけでなく複数付着しているので、もっと念入りに掃除...」</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ホテルにはセントラル空調があり、ファンを最高速度に設定し、室温を最低の18度にしても、まるで自分が焼かれているよう...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全体的には許容範囲内だが、浴室の壁には以前の宿泊客の髪の毛が1本だけでなく複数付着しているので、もっと念入りに掃除...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団体の方がいたので、混雑してるなら後で来ますと伝えると、静かな窓際に案内してくださりました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各フロアーでエレベーター現在改の表示が無かったのが残念 各フロアーでエレベーター現在改の表示が無かったのが残念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むしろ、自分の体が焼ける匂いが早くするだけでした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2026-04-08T00:30:52Z</dcterms:created>
  <dcterms:modified xsi:type="dcterms:W3CDTF">2026-04-08T00:30:52Z</dcterms:modified>
</cp:coreProperties>
</file>