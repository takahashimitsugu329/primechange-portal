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ホテルのフロントの対応も良く、客室設備も清潔で整頓されており、快適な滞在ができます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ホテルのフロントの対応も良く、客室設備も清潔で整頓されており、快適な滞在ができます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ホテルは川崎駅のすぐそばに位置し、バスターミナルも近くにあります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「ショッピングモールも複数あり、水族館も隣にあるため、立地は非常に便利で多様です」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ホテルのフロントの対応も良く、客室設備も清潔で整頓されており、快適な滞在ができます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ホテルのフロントの対応も良く、客室設備も清潔で整頓されており、快適な滞在ができます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「ホテルのフロントの対応も良く、客室設備も清潔で整頓されており、快適な滞在ができます」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ホテルは川崎駅のすぐそばに位置し、バスターミナルも近くにあります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2026-04-13T23:44:51Z</dcterms:created>
  <dcterms:modified xsi:type="dcterms:W3CDTF">2026-04-13T23:44:51Z</dcterms:modified>
</cp:coreProperties>
</file>