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9.43</c:v>
                </c:pt>
                <c:pt idx="2">
                  <c:v>8.63</c:v>
                </c:pt>
                <c:pt idx="3">
                  <c:v>8.44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</c:v>
                </c:pt>
                <c:pt idx="1">
                  <c:v>24</c:v>
                </c:pt>
                <c:pt idx="2">
                  <c:v>28</c:v>
                </c:pt>
                <c:pt idx="3">
                  <c:v>10</c:v>
                </c:pt>
                <c:pt idx="4">
                  <c:v>12</c:v>
                </c:pt>
                <c:pt idx="5">
                  <c:v>1</c:v>
                </c:pt>
                <c:pt idx="6">
                  <c:v>1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8.64点 → 目標 9.14点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川崎日航ホテルは全体平均8.64点（10pt換算）、高評価率80.9%を達成しています。本レポートで示した改善施策を段階的に実施することで、さらなる顧客満足度向上が期待できます。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