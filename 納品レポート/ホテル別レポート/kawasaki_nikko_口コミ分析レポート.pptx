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9.33</c:v>
                </c:pt>
                <c:pt idx="1">
                  <c:v>9.33</c:v>
                </c:pt>
                <c:pt idx="2">
                  <c:v>8.72</c:v>
                </c:pt>
                <c:pt idx="3">
                  <c:v>8.57</c:v>
                </c:pt>
                <c:pt idx="4">
                  <c:v>6.25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58</c:v>
                </c:pt>
                <c:pt idx="1">
                  <c:v>10</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33</c:v>
                </c:pt>
                <c:pt idx="1">
                  <c:v>11</c:v>
                </c:pt>
                <c:pt idx="2">
                  <c:v>14</c:v>
                </c:pt>
                <c:pt idx="3">
                  <c:v>6</c:v>
                </c:pt>
                <c:pt idx="4">
                  <c:v>4</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レビュー総数：71件（5サイト）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19階は窓からは夜景がとても綺麗でした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81.7%</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じゃらん(9.33)が最高スコア。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58件（81.7%）</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10件（14.1%）</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3件（4.2%）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2026-04-05T00:17:46Z</dcterms:created>
  <dcterms:modified xsi:type="dcterms:W3CDTF">2026-04-05T00:17:46Z</dcterms:modified>
</cp:coreProperties>
</file>