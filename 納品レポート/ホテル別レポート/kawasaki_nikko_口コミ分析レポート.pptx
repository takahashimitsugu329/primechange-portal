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9.63</c:v>
                </c:pt>
                <c:pt idx="1">
                  <c:v>9</c:v>
                </c:pt>
                <c:pt idx="2">
                  <c:v>9</c:v>
                </c:pt>
                <c:pt idx="3">
                  <c:v>8.65</c:v>
                </c:pt>
                <c:pt idx="4">
                  <c:v>7.16</c:v>
                </c:pt>
                <c:pt idx="5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56</c:v>
                </c:pt>
                <c:pt idx="1">
                  <c:v>24</c:v>
                </c:pt>
                <c:pt idx="2">
                  <c:v>26</c:v>
                </c:pt>
                <c:pt idx="3">
                  <c:v>10</c:v>
                </c:pt>
                <c:pt idx="4">
                  <c:v>11</c:v>
                </c:pt>
                <c:pt idx="5">
                  <c:v>1</c:v>
                </c:pt>
                <c:pt idx="6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81.5%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106件（81.5%）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106件）の分析から、主要な強みテーマを抽出しています。立地・アクセス、客室清潔感、スタッフ対応が高評価の中心的テーマです。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8.68点 → 目標 9.18点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81.5% → 目標 86.5%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川崎日航ホテルは全体平均8.68点（10pt換算）、高評価率81.5%を達成しています。本レポートで示した改善施策を段階的に実施することで、さらなる顧客満足度向上が期待できます。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川崎日航ホテル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