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Booking.com</c:v>
                  </c:pt>
                  <c:pt idx="4">
                    <c:v>Google</c:v>
                  </c:pt>
                  <c:pt idx="5">
                    <c:v>Agoda</c:v>
                  </c:pt>
                </c:lvl>
              </c:multiLvlStrCache>
            </c:multiLvlStrRef>
          </c:cat>
          <c:val>
            <c:numRef>
              <c:f>Sheet1!$B$2:$B$7</c:f>
              <c:numCache>
                <c:formatCode>General</c:formatCode>
                <c:ptCount val="6"/>
                <c:pt idx="0">
                  <c:v>9.65</c:v>
                </c:pt>
                <c:pt idx="1">
                  <c:v>9</c:v>
                </c:pt>
                <c:pt idx="2">
                  <c:v>9</c:v>
                </c:pt>
                <c:pt idx="3">
                  <c:v>8.67</c:v>
                </c:pt>
                <c:pt idx="4">
                  <c:v>7.22</c:v>
                </c:pt>
                <c:pt idx="5">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107</c:v>
                </c:pt>
                <c:pt idx="1">
                  <c:v>21</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58</c:v>
                </c:pt>
                <c:pt idx="1">
                  <c:v>23</c:v>
                </c:pt>
                <c:pt idx="2">
                  <c:v>26</c:v>
                </c:pt>
                <c:pt idx="3">
                  <c:v>10</c:v>
                </c:pt>
                <c:pt idx="4">
                  <c:v>10</c:v>
                </c:pt>
                <c:pt idx="5">
                  <c:v>1</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Supermarket open till 10pm is added advantage 立地と利便性</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しかし、スタッフはとても親切で、チェックする人を手配してくれました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2泊目からは快適でしたが、部屋は2人にはちょっと狭かったです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This hotel is very stingy , I am very unhappy with the se...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高層階からは電車の眺めが素晴らしく、とても良かったのですが、騒音に敏感な方には少し不快かもしれません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バスルームの設備も少し古く、排水もあまり良くありませんでした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Trip.com(9.65)が最高スコア。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107件（82.3%）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21件（16.2%）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2件（1.5%）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Supermarket open till 10pm is added advantage 立地と利便性</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「山口県からきましたが、 駅から激近は、分かりやすくありがたいです」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しかし、スタッフはとても親切で、チェックする人を手配してくれました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「ホテルの朝食はまあまあですが、セルフサービスのランドリー設備があればさらに良いでしょう」</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2泊目からは快適でしたが、部屋は2人にはちょっと狭かったです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「ホテルの朝食はまあまあですが、セルフサービスのランドリー設備があればさらに良いでしょう」</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「ホテルの朝食はまあまあですが、セルフサービスのランドリー設備があればさらに良いでしょう」</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素泊まりの滞在でしたが、 部屋もとても清潔で、気持ちよく過ごせました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「周辺には、行き届いたサービスを提供する魅力的な地元の飲食店をはじめ、多くのレストランがあります」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Location and convenience</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「周辺には、行き届いたサービスを提供する魅力的な地元の飲食店をはじめ、多くのレストランがあります」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This hotel is very stingy , I am very unhappy with the se...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バスルームの設備も少し古く、排水もあまり良くありませんでした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19階は窓からは夜景がとても綺麗でした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房間很乾凈整潔，服務員態度熱情且都會英文，很適合出遊選住 部屋は清潔で整頓されており、スタッフは親切で英語も話せた...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建物自体が古いですが、部屋は清潔で、コーヒーのサービスもあり満足です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2026-03-27T00:19:00Z</dcterms:created>
  <dcterms:modified xsi:type="dcterms:W3CDTF">2026-03-27T00:19:00Z</dcterms:modified>
</cp:coreProperties>
</file>