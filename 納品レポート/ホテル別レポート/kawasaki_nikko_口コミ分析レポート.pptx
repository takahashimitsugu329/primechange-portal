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Trip.com</c:v>
                  </c:pt>
                  <c:pt idx="1">
                    <c:v>じゃらん</c:v>
                  </c:pt>
                  <c:pt idx="2">
                    <c:v>Booking.com</c:v>
                  </c:pt>
                  <c:pt idx="3">
                    <c:v>楽天トラベル</c:v>
                  </c:pt>
                  <c:pt idx="4">
                    <c:v>Google</c:v>
                  </c:pt>
                </c:lvl>
              </c:multiLvlStrCache>
            </c:multiLvlStrRef>
          </c:cat>
          <c:val>
            <c:numRef>
              <c:f>Sheet1!$B$2:$B$6</c:f>
              <c:numCache>
                <c:formatCode>General</c:formatCode>
                <c:ptCount val="5"/>
                <c:pt idx="0">
                  <c:v>9.33</c:v>
                </c:pt>
                <c:pt idx="1">
                  <c:v>9.33</c:v>
                </c:pt>
                <c:pt idx="2">
                  <c:v>8.72</c:v>
                </c:pt>
                <c:pt idx="3">
                  <c:v>8.57</c:v>
                </c:pt>
                <c:pt idx="4">
                  <c:v>6.25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58</c:v>
                </c:pt>
                <c:pt idx="1">
                  <c:v>10</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4点</c:v>
                  </c:pt>
                  <c:pt idx="6">
                    <c:v>2点</c:v>
                  </c:pt>
                </c:lvl>
              </c:multiLvlStrCache>
            </c:multiLvlStrRef>
          </c:cat>
          <c:val>
            <c:numRef>
              <c:f>Sheet1!$B$2:$B$8</c:f>
              <c:numCache>
                <c:formatCode>General</c:formatCode>
                <c:ptCount val="7"/>
                <c:pt idx="0">
                  <c:v>33</c:v>
                </c:pt>
                <c:pt idx="1">
                  <c:v>11</c:v>
                </c:pt>
                <c:pt idx="2">
                  <c:v>14</c:v>
                </c:pt>
                <c:pt idx="3">
                  <c:v>6</c:v>
                </c:pt>
                <c:pt idx="4">
                  <c:v>4</c:v>
                </c:pt>
                <c:pt idx="5">
                  <c:v>1</c:v>
                </c:pt>
                <c:pt idx="6">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川崎日航ホテル</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レビュー総数：71件（5サイト）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作成日：2026年4月20日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8.66</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81.7%</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71件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駅のすぐ横にあり立地も良く、周りに飲食店も多く大変便利です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ホテルのフロントの対応も良く、客室設備は清潔で整頓されており、快適な滞在ができます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ホテルのフロントの対応も良く、客室設備は清潔で整頓されており、快適な滞在ができます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部屋の空調は全館空調が機能せず（間違いなく老朽化）全くダメでした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窓・採光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19階は窓からは夜景がとても綺麗でした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ホテルは川崎駅のすぐそばに位置し、近くにはバスターミナルやショッピングモールがいくつかあり、水族館も隣接しているた...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8.66</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81.7%</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71件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じゃらん(9.33)が最高スコア。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Google(6.3)が相対的に低い。口コミ返信の強化が急務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58件（81.7%）</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10件（14.1%）</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3件（4.2%）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駅のすぐ横にあり立地も良く、周りに飲食店も多く大変便利です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「ホテルは川崎駅のすぐそばに位置し、近くにはバスターミナルやショッピングモールがいくつかあり、水族館も隣接しているた...」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ホテルのフロントの対応も良く、客室設備は清潔で整頓されており、快適な滞在ができます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「朝食は種類豊富で、サービスも良く、部屋は静かで、立地も非常に便利です」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ホテルのフロントの対応も良く、客室設備は清潔で整頓されており、快適な滞在ができます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「ホテルの設備は時代遅れだ」</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朝食は種類豊富で、サービスも良く、部屋は静かで、立地も非常に便利です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「朝食を1日追加で購入したのですが、フロントでその旨を伝えたら割引クーポンをもらえました」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ホテル内も綺麗でセキュリティも良く安心です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「ホテルのフロントの対応も良く、客室設備は清潔で整頓されており、快適な滞在ができます」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駅のすぐ横にあり立地も良く、周りに飲食店も多く大変便利です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「また、日用品の食料品を購入できるスーパーマーケットもあり、大変便利です」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部屋の空調は全館空調が機能せず（間違いなく老朽化）全くダメでした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19階は窓からは夜景がとても綺麗でした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ホテルは川崎駅のすぐそばに位置し、近くにはバスターミナルやショッピングモールがいくつかあり、水族館も隣接しているた...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部屋の空調は全館空調が機能せず（間違いなく老朽化）全くダメでした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高層階からは電車の眺めが素晴らしく、とても良かったのですが、騒音に敏感な方には少し不快かもしれません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酒店櫃檯服務態度良好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感覺酒店設施及服務不上檔次，房間也比較小，價格卻比大阪京都的更大面積的房間貴不少 部屋にはボトル入りの水が用意され...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食事、スタッフのサービス 部屋が狭い、ロケーションが悪い、入り口がわかりにくい 部屋が狭い、ロケーションが悪い、入...</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それと洋式トイレから僅かに尿臭がしてきたのもマイナスポイントでした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81.7%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約9件/期間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川崎日航ホテル 口コミ分析改善レポート</dc:title>
  <dc:subject>PptxGenJS Presentation</dc:subject>
  <dc:creator>Hotel Consulting</dc:creator>
  <cp:lastModifiedBy>Hotel Consulting</cp:lastModifiedBy>
  <cp:revision>1</cp:revision>
  <dcterms:created xsi:type="dcterms:W3CDTF">2026-04-20T23:44:04Z</dcterms:created>
  <dcterms:modified xsi:type="dcterms:W3CDTF">2026-04-20T23:44:04Z</dcterms:modified>
</cp:coreProperties>
</file>