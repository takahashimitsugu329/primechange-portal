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Google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9.5</c:v>
                </c:pt>
                <c:pt idx="1">
                  <c:v>9.43</c:v>
                </c:pt>
                <c:pt idx="2">
                  <c:v>8.63</c:v>
                </c:pt>
                <c:pt idx="3">
                  <c:v>8.44</c:v>
                </c:pt>
                <c:pt idx="4">
                  <c:v>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</c:v>
                </c:pt>
                <c:pt idx="1">
                  <c:v>24</c:v>
                </c:pt>
                <c:pt idx="2">
                  <c:v>28</c:v>
                </c:pt>
                <c:pt idx="3">
                  <c:v>10</c:v>
                </c:pt>
                <c:pt idx="4">
                  <c:v>12</c:v>
                </c:pt>
                <c:pt idx="5">
                  <c:v>1</c:v>
                </c:pt>
                <c:pt idx="6">
                  <c:v>1</c:v>
                </c:pt>
                <c:pt idx="7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レビュー総数：136件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80.9%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110件（80.9%）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23件（16.9%）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3件（2.2%）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低評価・中評価レビュー（26件）から改善課題を優先度別に整理しています。S/A/B/Cの4段階で優先度を設定し、計画的な改善を推進します。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8.64点 → 目標 9.14点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80.9% → 目標 85.9%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2.2% → 目標 0.2%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川崎日航ホテルは全体平均8.64点（10pt換算）、高評価率80.9%を達成しています。本レポートで示した改善施策を段階的に実施することで、さらなる顧客満足度向上が期待できます。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川崎日航ホテル 口コミ分析レポート</dc:title>
  <dc:subject>PptxGenJS Presentation</dc:subject>
  <dc:creator>PptxGenJS</dc:creator>
  <cp:lastModifiedBy>PptxGenJS</cp:lastModifiedBy>
  <cp:revision>1</cp:revision>
  <dcterms:created xsi:type="dcterms:W3CDTF">2026-04-02T23:17:39Z</dcterms:created>
  <dcterms:modified xsi:type="dcterms:W3CDTF">2026-04-02T23:17:39Z</dcterms:modified>
</cp:coreProperties>
</file>