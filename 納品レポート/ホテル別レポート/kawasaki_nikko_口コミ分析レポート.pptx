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じゃらん</c:v>
                  </c:pt>
                  <c:pt idx="3">
                    <c:v>Booking.com</c:v>
                  </c:pt>
                  <c:pt idx="4">
                    <c:v>楽天トラベル</c:v>
                  </c:pt>
                  <c:pt idx="5">
                    <c:v>Google</c:v>
                  </c:pt>
                </c:lvl>
              </c:multiLvlStrCache>
            </c:multiLvlStrRef>
          </c:cat>
          <c:val>
            <c:numRef>
              <c:f>Sheet1!$B$2:$B$7</c:f>
              <c:numCache>
                <c:formatCode>General</c:formatCode>
                <c:ptCount val="6"/>
                <c:pt idx="0">
                  <c:v>10</c:v>
                </c:pt>
                <c:pt idx="1">
                  <c:v>9.38</c:v>
                </c:pt>
                <c:pt idx="2">
                  <c:v>9.33</c:v>
                </c:pt>
                <c:pt idx="3">
                  <c:v>8.65</c:v>
                </c:pt>
                <c:pt idx="4">
                  <c:v>8.57</c:v>
                </c:pt>
                <c:pt idx="5">
                  <c:v>6.17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66</c:v>
                </c:pt>
                <c:pt idx="1">
                  <c:v>15</c:v>
                </c:pt>
                <c:pt idx="2">
                  <c:v>3</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38</c:v>
                </c:pt>
                <c:pt idx="1">
                  <c:v>12</c:v>
                </c:pt>
                <c:pt idx="2">
                  <c:v>16</c:v>
                </c:pt>
                <c:pt idx="3">
                  <c:v>6</c:v>
                </c:pt>
                <c:pt idx="4">
                  <c:v>8</c:v>
                </c:pt>
                <c:pt idx="5">
                  <c:v>1</c:v>
                </c:pt>
                <c:pt idx="6">
                  <c:v>1</c:v>
                </c:pt>
                <c:pt idx="7">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川崎日航ホテル</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作成日：2026年4月7日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駅が近くて周りにはなんでも揃ってるので遅い時間も食べ物には困りません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後から外出する際にロビーにいくと、男性スタッフの方とニコニコ楽しそうにお話をされていて 私もその穏やかな笑顔で対応...</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朝食もとても美味しくて、古いホテルだと思われますが綺麗でそんな事を思わせないくらい素晴らしいです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ホテルにはセントラル空調があり、ファンを最高速度に設定し、室温を最低の18度にしても、まるで自分が焼かれているよう...</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全体的には許容範囲内だが、浴室の壁には以前の宿泊客の髪の毛が1本だけでなく複数付着しているので、もっと念入りに掃除...</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団体の方がいたので、混雑してるなら後で来ますと伝えると、静かな窓際に案内してくださりました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78.6%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Agoda(10.00)が最高スコア。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66件（78.6%）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15件（17.9%）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3件（3.6%）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駅が近くて周りにはなんでも揃ってるので遅い時間も食べ物には困りません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「Good location 立地が良い」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後から外出する際にロビーにいくと、男性スタッフの方とニコニコ楽しそうにお話をされていて 私もその穏やかな笑顔で対応...</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朝食もとても美味しくて、古いホテルだと思われますが綺麗でそんな事を思わせないくらい素晴らしいです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「朝食が非常に良かった」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朝食もとても美味しくて、古いホテルだと思われますが綺麗でそんな事を思わせないくらい素晴らしいです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「全体的には許容範囲内だが、浴室の壁には以前の宿泊客の髪の毛が1本だけでなく複数付着しているので、もっと念入りに掃除...」</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ホテルのフロントの対応も良く、客室設備は清潔で整頓されており、快適な滞在ができます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「ホテルの設備は時代遅れだ」</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駅のすぐ横にあり立地も良く、周りに飲食店も多く大変便利です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「また、日用品の食料品を購入できるスーパーマーケットもあり、大変便利です」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ホテルにはセントラル空調があり、ファンを最高速度に設定し、室温を最低の18度にしても、まるで自分が焼かれているよう...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全体的には許容範囲内だが、浴室の壁には以前の宿泊客の髪の毛が1本だけでなく複数付着しているので、もっと念入りに掃除...</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団体の方がいたので、混雑してるなら後で来ますと伝えると、静かな窓際に案内してくださりました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朝食もとても美味しくて、古いホテルだと思われますが綺麗でそんな事を思わせないくらい素晴らしいです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各フロアーでエレベーター現在改の表示が無かったのが残念 各フロアーでエレベーター現在改の表示が無かったのが残念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高層階からは電車の眺めが素晴らしく、とても良かったのですが、騒音に敏感な方には少し不快かもしれません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むしろ、自分の体が焼ける匂いが早くするだけでした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感覺酒店設施及服務不上檔次，房間也比較小，價格卻比大阪京都的更大面積的房間貴不少 部屋にはボトル入りの水が用意され...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食事、スタッフのサービス 部屋が狭い、ロケーションが悪い、入り口がわかりにくい 部屋が狭い、ロケーションが悪い、入...</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川崎日航ホテル 口コミ分析改善レポート</dc:title>
  <dc:subject>PptxGenJS Presentation</dc:subject>
  <dc:creator>Hotel Consulting</dc:creator>
  <cp:lastModifiedBy>Hotel Consulting</cp:lastModifiedBy>
  <cp:revision>1</cp:revision>
  <dcterms:created xsi:type="dcterms:W3CDTF">2026-04-07T00:35:04Z</dcterms:created>
  <dcterms:modified xsi:type="dcterms:W3CDTF">2026-04-07T00:35:04Z</dcterms:modified>
</cp:coreProperties>
</file>