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8.67</c:v>
                </c:pt>
                <c:pt idx="1">
                  <c:v>8.17</c:v>
                </c:pt>
                <c:pt idx="2">
                  <c:v>8</c:v>
                </c:pt>
                <c:pt idx="3">
                  <c:v>7.89</c:v>
                </c:pt>
                <c:pt idx="4">
                  <c:v>7.67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</c:v>
                </c:pt>
                <c:pt idx="2">
                  <c:v>11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20件（66.7%）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10件（33.3%）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20件）の分析から、主要な強みテーマを抽出しています。立地・アクセス、客室清潔感、スタッフ対応が高評価の中心的テーマです。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低評価・中評価レビュー（10件）から改善課題を優先度別に整理しています。S/A/B/Cの4段階で優先度を設定し、計画的な改善を推進します。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8.00点 → 目標 8.50点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66.7% → 目標 71.7%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0.0%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アパホテル相模原橋本駅東は全体平均8.00点（10pt換算）、高評価率66.7%を達成しています。本レポートで示した改善施策を段階的に実施することで、さらなる顧客満足度向上が期待できます。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口コミ分析レポート</dc:title>
  <dc:subject>PptxGenJS Presentation</dc:subject>
  <dc:creator>PptxGenJS</dc:creator>
  <cp:lastModifiedBy>PptxGenJS</cp:lastModifiedBy>
  <cp:revision>1</cp:revision>
  <dcterms:created xsi:type="dcterms:W3CDTF">2026-04-07T23:27:23Z</dcterms:created>
  <dcterms:modified xsi:type="dcterms:W3CDTF">2026-04-07T23:27:23Z</dcterms:modified>
</cp:coreProperties>
</file>