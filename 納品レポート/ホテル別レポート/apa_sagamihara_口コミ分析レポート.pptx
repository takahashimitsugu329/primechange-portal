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8.8</c:v>
                </c:pt>
                <c:pt idx="2">
                  <c:v>8.67</c:v>
                </c:pt>
                <c:pt idx="3">
                  <c:v>7.83</c:v>
                </c:pt>
                <c:pt idx="4">
                  <c:v>7.71</c:v>
                </c:pt>
                <c:pt idx="5">
                  <c:v>7.67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39</c:v>
                </c:pt>
                <c:pt idx="1">
                  <c:v>16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</c:v>
                </c:pt>
                <c:pt idx="1">
                  <c:v>3</c:v>
                </c:pt>
                <c:pt idx="2">
                  <c:v>18</c:v>
                </c:pt>
                <c:pt idx="3">
                  <c:v>6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レビュー総数：56件（6サイト）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入れ替え制は立地状仕方ない事だと思うので、せめて女湯→男湯→女湯と交互にしてくれれば、夜入れなかったとしても、朝は...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 room with ample amenities for a solo traveller, alt...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フロントにてカードキーと大浴場専用カードキーを交換とのこと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ユニットバスの水垢などが少し気になりましたが 嫌な匂いなどもなく快適でした ユニットバスの水垢などが少し気になりま...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39件（69.6%）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16件（28.6%）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入れ替え制は立地状仕方ない事だと思うので、せめて女湯→男湯→女湯と交互にしてくれれば、夜入れなかったとしても、朝は...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「橋本駅徒歩５分の好立地」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「シングルがベッドも広く、綺麗なアパでした」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フロントにてカードキーと大浴場専用カードキーを交換とのこと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「ホテルスタッフの方々の対応も丁寧で、全体的に安心感のある印象です」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「シングルがベッドも広く、綺麗なアパでした」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近くには様々な飲食店やスーパーがあり娯楽施設もあります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「飲食店も近くに沢山あるし、男女入れ替え制ですが大浴場もあり、コスパ満足できました」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2026-03-18T01:37:44Z</dcterms:created>
  <dcterms:modified xsi:type="dcterms:W3CDTF">2026-03-18T01:37:44Z</dcterms:modified>
</cp:coreProperties>
</file>