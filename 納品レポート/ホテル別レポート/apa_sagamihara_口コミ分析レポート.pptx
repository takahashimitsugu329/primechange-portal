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8.67</c:v>
                </c:pt>
                <c:pt idx="2">
                  <c:v>8.67</c:v>
                </c:pt>
                <c:pt idx="3">
                  <c:v>8</c:v>
                </c:pt>
                <c:pt idx="4">
                  <c:v>7.88</c:v>
                </c:pt>
                <c:pt idx="5">
                  <c:v>7.71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45</c:v>
                </c:pt>
                <c:pt idx="1">
                  <c:v>18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</c:v>
                </c:pt>
                <c:pt idx="1">
                  <c:v>5</c:v>
                </c:pt>
                <c:pt idx="2">
                  <c:v>20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レビュー総数：64件（6サイト）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清潔感があり、スタッフの対応が良く立地も便利です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清潔感があり、スタッフの対応が良く立地も便利です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そこだけ残念でした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じゃらん(8.91)が最高スコア。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45件（70.3%）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18件（28.1%）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1件（1.6%）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「駅も近いし、部屋もひとりならじゅうぶんな広さです」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大浴場は快適でシャワーの水圧も十分です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「快適でした」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「フロントの方々の対応がとても丁寧でした」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「意外と新しいホテルで凄く綺麗で良かったです(*^^*)  大浴場もあり良いのですが…風呂が熱すぎる」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難点といえば ・EVが１基（混雑時には待ち時間あり） ・大浴場が男女入替え制で時間に制約あり ・朝食がしょぼい ト...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「朝食は有料であることを考えると、やや物足りない印象です」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また、意外とスーパーやショッピングセンターもあり長期出張にはもってこいです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「近くには様々な飲食店やスーパーがあり娯楽施設もあります」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そこだけ残念でした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日曜日の宿泊だからか品数少なく、卵は生卵だけ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客室も清潔でスタッフも明るくフレンドリーでした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2026-03-25T22:27:25Z</dcterms:created>
  <dcterms:modified xsi:type="dcterms:W3CDTF">2026-03-25T22:27:25Z</dcterms:modified>
</cp:coreProperties>
</file>