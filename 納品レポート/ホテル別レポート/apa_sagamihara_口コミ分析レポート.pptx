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67件　全体平均: 8.16/10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全67件分析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8.16/10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高評価(8点以上)が全体の70.1%を占めています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低評価(5点以下)は4.5%で管理可能な水準です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楽天トラベル / じゃらん / Agoda / Google / Trip.com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3.86/5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7.71/10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7.88/10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4.33/5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 (31.3%)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306286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95006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 (7.5%)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 (31.3%)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2090057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3278777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(11.9%)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2351314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3540034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 (13.4%)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522514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711234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(3.0%)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261257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449977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(1.5%)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清潔感があり、スタッフの対応が良く立地も便利です。大浴場は快適でシャワーの水圧も十分です。安心して過ごせる環境が整っていて満足のいく滞在でした。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フロントの方々の対応がとても丁寧でした。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ちょうど東横インの向かい側にあり、こちらは大浴場あり。他の浴場付の施設と違いお風呂は集めでしたかね？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出張で泊まりました。  駅近で、近くに飲食店がいろいろあり立地は申し分ないです。  また、意外とスーパーやショッピングセンターもあり長期出張にはもってこいです。  意外と新しいホテルで凄く綺麗で良かっ...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お風呂の入れ替えは、じかんがよていつかなかったので、はいらなかったものがいた、よかった。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大浴場がいっぱいで入れず、予約してからだったので 入りたい時に入れなかったのが残念でした。 エレベーターが1つしかないので来るのが遅い。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朝食がパンが１種類しかなく、洋風の料理（スクランブルエッグやソーセージ等）もないのが残念。コーヒーも部屋で飲めるようにプラカップがあればいいと思う。カレーはおいしかった。 大浴場が男女入れ替え制で使い...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2026-03-28T22:44:15Z</dcterms:created>
  <dcterms:modified xsi:type="dcterms:W3CDTF">2026-03-28T22:44:15Z</dcterms:modified>
</cp:coreProperties>
</file>