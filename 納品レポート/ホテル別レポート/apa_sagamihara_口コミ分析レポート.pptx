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8.75</c:v>
                </c:pt>
                <c:pt idx="2">
                  <c:v>8.67</c:v>
                </c:pt>
                <c:pt idx="3">
                  <c:v>8</c:v>
                </c:pt>
                <c:pt idx="4">
                  <c:v>7.88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49</c:v>
                </c:pt>
                <c:pt idx="1">
                  <c:v>18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5</c:v>
                </c:pt>
                <c:pt idx="2">
                  <c:v>22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駅から比較的近くて便利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清潔感があり、スタッフの対応が良く立地も便利です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大浴場はあるけど、男女時間交代制なのでタイミング悪く、使用できなかったのは残念だった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じゃらん(8.91)が最高スコア。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49件（72.1%）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18件（26.5%）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駅から比較的近くて便利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「大浴場は快適でシャワーの水圧も十分です」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「フロントの方々の対応がとても丁寧でした」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大浴場もゆったりできてよかったですが、朝食にも大変満足しました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「難点といえば ・EVが１基（混雑時には待ち時間あり） ・大浴場が男女入替え制で時間に制約あり ・朝食がしょぼい ト...」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また、意外とスーパーやショッピングセンターもあり長期出張にはもってこいです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「近くには様々な飲食店やスーパーがあり娯楽施設もあります」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大浴場はあるけど、男女時間交代制なのでタイミング悪く、使用できなかったのは残念だった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日曜日の宿泊だからか品数少なく、卵は生卵だけ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客室も清潔でスタッフも明るくフレンドリーでした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約7件/期間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2026-04-02T08:56:37Z</dcterms:created>
  <dcterms:modified xsi:type="dcterms:W3CDTF">2026-04-02T08:56:37Z</dcterms:modified>
</cp:coreProperties>
</file>