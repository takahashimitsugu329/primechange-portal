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5</c:v>
                </c:pt>
                <c:pt idx="2">
                  <c:v>20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45件（70.3%）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18件（28.1%）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8.17点 → 目標 8.67点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70.3% → 目標 75.3%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1.6%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アパホテル相模原橋本駅東は全体平均8.17点（10pt換算）、高評価率70.3%を達成しています。本レポートで示した改善施策を段階的に実施することで、さらなる顧客満足度向上が期待できます。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2026-03-29T08:34:30Z</dcterms:created>
  <dcterms:modified xsi:type="dcterms:W3CDTF">2026-03-29T08:34:30Z</dcterms:modified>
</cp:coreProperties>
</file>