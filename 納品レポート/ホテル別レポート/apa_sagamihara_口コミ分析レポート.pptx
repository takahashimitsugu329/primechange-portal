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5</c:v>
                </c:pt>
                <c:pt idx="2">
                  <c:v>20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45件（70.3%）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18件（28.1%）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「駅も近いし、部屋もひとりならじゅうぶんな広さです」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大浴場は快適でシャワーの水圧も十分です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「快適でした」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「意外と新しいホテルで凄く綺麗で良かったです(*^^*)  大浴場もあり良いのですが…風呂が熱すぎる」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2026-03-27T23:58:19Z</dcterms:created>
  <dcterms:modified xsi:type="dcterms:W3CDTF">2026-03-27T23:58:19Z</dcterms:modified>
</cp:coreProperties>
</file>