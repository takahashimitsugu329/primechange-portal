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8.22点 → 目標 8.72点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72.1% → 目標 77.1%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アパホテル相模原橋本駅東は全体平均8.22点（10pt換算）、高評価率72.1%を達成しています。本レポートで示した改善施策を段階的に実施することで、さらなる顧客満足度向上が期待できます。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