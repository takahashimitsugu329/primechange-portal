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8.75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5</c:v>
                </c:pt>
                <c:pt idx="2">
                  <c:v>22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72.1%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49件（72.1%）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18件（26.5%）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49件）の分析から、主要な強みテーマを抽出しています。立地・アクセス、客室清潔感、スタッフ対応が高評価の中心的テーマです。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8.22点 → 目標 8.72点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72.1% → 目標 77.1%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アパホテル相模原橋本駅東は全体平均8.22点（10pt換算）、高評価率72.1%を達成しています。本レポートで示した改善施策を段階的に実施することで、さらなる顧客満足度向上が期待できます。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