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じゃらん</c:v>
                  </c:pt>
                  <c:pt idx="1">
                    <c:v>Google</c:v>
                  </c:pt>
                  <c:pt idx="2">
                    <c:v>Trip.com</c:v>
                  </c:pt>
                  <c:pt idx="3">
                    <c:v>Booking.com</c:v>
                  </c:pt>
                  <c:pt idx="4">
                    <c:v>Agoda</c:v>
                  </c:pt>
                  <c:pt idx="5">
                    <c:v>楽天トラベル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8.91</c:v>
                </c:pt>
                <c:pt idx="1">
                  <c:v>8.75</c:v>
                </c:pt>
                <c:pt idx="2">
                  <c:v>8.67</c:v>
                </c:pt>
                <c:pt idx="3">
                  <c:v>8</c:v>
                </c:pt>
                <c:pt idx="4">
                  <c:v>7.88</c:v>
                </c:pt>
                <c:pt idx="5">
                  <c:v>7.88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49</c:v>
                </c:pt>
                <c:pt idx="1">
                  <c:v>18</c:v>
                </c:pt>
                <c:pt idx="2">
                  <c:v>1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22</c:v>
                </c:pt>
                <c:pt idx="1">
                  <c:v>5</c:v>
                </c:pt>
                <c:pt idx="2">
                  <c:v>22</c:v>
                </c:pt>
                <c:pt idx="3">
                  <c:v>8</c:v>
                </c:pt>
                <c:pt idx="4">
                  <c:v>8</c:v>
                </c:pt>
                <c:pt idx="5">
                  <c:v>2</c:v>
                </c:pt>
                <c:pt idx="6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分析対象期間：2026年2月〜3月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レビュー総数：68件（6サイト）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作成日：2026年4月5日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8.22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72.1%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駅から比較的近くて便利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部屋は清潔感あるし、浴衣あったりアメニティなども充実してる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清潔感があり、スタッフの対応が良く立地も便利です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対応・サービスの不満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大浴場はあるけど、男女時間交代制なのでタイミング悪く、使用できなかったのは残念だった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防音性能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駅チカなだけあって、電車の音が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大浴場は快適でシャワーの水圧も十分です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8.22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72.1%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じゃらん(8.91)が最高スコア。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49件（72.1%）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18件（26.5%）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1件（1.5%）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駅から比較的近くて便利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「清潔感があり、スタッフの対応が良く立地も便利です」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部屋は清潔感あるし、浴衣あったりアメニティなども充実してる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「大浴場は快適でシャワーの水圧も十分です」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清潔感があり、スタッフの対応が良く立地も便利です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「フロントの方々の対応がとても丁寧でした」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部屋は清潔感あるし、浴衣あったりアメニティなども充実してる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「清潔感があり、スタッフの対応が良く立地も便利です」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大浴場もゆったりできてよかったですが、朝食にも大変満足しました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「難点といえば ・EVが１基（混雑時には待ち時間あり） ・大浴場が男女入替え制で時間に制約あり ・朝食がしょぼい ト...」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また、意外とスーパーやショッピングセンターもあり長期出張にはもってこいです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「近くには様々な飲食店やスーパーがあり娯楽施設もあります」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大浴場はあるけど、男女時間交代制なのでタイミング悪く、使用できなかったのは残念だった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駅チカなだけあって、電車の音が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大浴場は快適でシャワーの水圧も十分です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Clean room with ample amenities for a solo traveller, alt...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料金も安く、サウナの温度もちょうど良く快適でした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ユニットバスの水垢などが少し気になりましたが 嫌な匂いなどもなく快適でした ユニットバスの水垢などが少し気になりま...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朝食の改善要望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日曜日の宿泊だからか品数少なく、卵は生卵だけ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窓・採光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客室も清潔でスタッフも明るくフレンドリーでした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朝食サービスの改善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メニューの定期的な見直しとバリエーション追加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補充頻度の向上と品切れ防止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宿泊客数に応じた朝食準備量の最適化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スタッフ対応品質の統一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接客マニュアルの見直しと全スタッフへの周知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ゲストからのクレーム対応フローの明確化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定期的なCS研修の実施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客室設備のアップグレード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内装の定期的なリフレッシュ計画の策定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照明・電源周りの設備更新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快適性向上のための設備投資計画の立案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8.22点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72.1%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0%維持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約7件/期間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10896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10896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1089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アパホテル相模原橋本駅東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2026-04-04T23:43:29Z</dcterms:created>
  <dcterms:modified xsi:type="dcterms:W3CDTF">2026-04-04T23:43:29Z</dcterms:modified>
</cp:coreProperties>
</file>