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7.89</c:v>
                </c:pt>
                <c:pt idx="4">
                  <c:v>7.67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20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大浴場はあるけど、男女時間交代制なのでタイミング悪く、使用できなかったのは残念だった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Trip.com(6.0)が相対的に低い。口コミ返信の強化が急務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20件（66.7%）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10件（33.3%）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大浴場もゆったりできてよかったですが、朝食にも大変満足しました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「難点といえば ・EVが１基（混雑時には待ち時間あり） ・大浴場が男女入替え制で時間に制約あり ・朝食がしょぼい ト...」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「テレビ大きい」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大浴場はあるけど、男女時間交代制なのでタイミング悪く、使用できなかったのは残念だった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2026-04-11T23:59:40Z</dcterms:created>
  <dcterms:modified xsi:type="dcterms:W3CDTF">2026-04-11T23:59:40Z</dcterms:modified>
</cp:coreProperties>
</file>