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Google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Agoda</c:v>
                  </c:pt>
                  <c:pt idx="5">
                    <c:v>楽天トラベル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8.91</c:v>
                </c:pt>
                <c:pt idx="1">
                  <c:v>8.67</c:v>
                </c:pt>
                <c:pt idx="2">
                  <c:v>8.67</c:v>
                </c:pt>
                <c:pt idx="3">
                  <c:v>8</c:v>
                </c:pt>
                <c:pt idx="4">
                  <c:v>7.88</c:v>
                </c:pt>
                <c:pt idx="5">
                  <c:v>7.71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20</c:v>
                </c:pt>
                <c:pt idx="1">
                  <c:v>5</c:v>
                </c:pt>
                <c:pt idx="2">
                  <c:v>20</c:v>
                </c:pt>
                <c:pt idx="3">
                  <c:v>8</c:v>
                </c:pt>
                <c:pt idx="4">
                  <c:v>8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レビュー総数：64件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8.17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70.3%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45件（70.3%）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18件（28.1%）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1件（1.6%）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45件）の分析から、主要な強みテーマを抽出しています。立地・アクセス、客室清潔感、スタッフ対応が高評価の中心的テーマです。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低評価・中評価レビュー（19件）から改善課題を優先度別に整理しています。S/A/B/Cの4段階で優先度を設定し、計画的な改善を推進します。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8.17点 → 目標 8.67点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70.3% → 目標 75.3%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1.6%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アパホテル相模原橋本駅東は全体平均8.17点（10pt換算）、高評価率70.3%を達成しています。本レポートで示した改善施策を段階的に実施することで、さらなる顧客満足度向上が期待できます。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口コミ分析レポート</dc:title>
  <dc:subject>PptxGenJS Presentation</dc:subject>
  <dc:creator>PptxGenJS</dc:creator>
  <cp:lastModifiedBy>PptxGenJS</cp:lastModifiedBy>
  <cp:revision>1</cp:revision>
  <dcterms:created xsi:type="dcterms:W3CDTF">2026-03-30T04:37:31Z</dcterms:created>
  <dcterms:modified xsi:type="dcterms:W3CDTF">2026-03-30T04:37:31Z</dcterms:modified>
</cp:coreProperties>
</file>