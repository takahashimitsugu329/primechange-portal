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20</c:v>
                </c:pt>
                <c:pt idx="1">
                  <c:v>10</c:v>
                </c:pt>
                <c:pt idx="2">
                  <c:v>0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作成日：2026年4月13日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駅から比較的近くて便利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部屋は清潔感あるし、浴衣あったりアメニティなども充実してる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大浴場はあるけど、男女時間交代制なのでタイミング悪く、使用できなかったのは残念だった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Google(8.67)が最高スコア。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Trip.com(6.0)が相対的に低い。口コミ返信の強化が急務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「大浴場は快適でシャワーの水圧も十分です」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駅から比較的近くて便利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部屋は清潔感あるし、浴衣あったりアメニティなども充実してる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「清潔感があり、スタッフの対応が良く立地も便利です」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大浴場もゆったりできてよかったですが、朝食にも大変満足しました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「難点といえば ・EVが１基（混雑時には待ち時間あり） ・大浴場が男女入替え制で時間に制約あり ・朝食がしょぼい ト...」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room with ample amenities for a solo traveller, alt...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「テレビ大きい」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大浴場はあるけど、男女時間交代制なのでタイミング悪く、使用できなかったのは残念だった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約3件/期間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2026-04-13T23:44:49Z</dcterms:created>
  <dcterms:modified xsi:type="dcterms:W3CDTF">2026-04-13T23:44:49Z</dcterms:modified>
</cp:coreProperties>
</file>