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8.8</c:v>
                </c:pt>
                <c:pt idx="2">
                  <c:v>8.67</c:v>
                </c:pt>
                <c:pt idx="3">
                  <c:v>7.89</c:v>
                </c:pt>
                <c:pt idx="4">
                  <c:v>7.71</c:v>
                </c:pt>
                <c:pt idx="5">
                  <c:v>7.57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41</c:v>
                </c:pt>
                <c:pt idx="1">
                  <c:v>17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4</c:v>
                </c:pt>
                <c:pt idx="2">
                  <c:v>19</c:v>
                </c:pt>
                <c:pt idx="3">
                  <c:v>7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駅も近いし、部屋もひとりならじゅうぶんな広さです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意外とスタッフはおっちょこちょいな感じがします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41件（69.5%）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17件（28.8%）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駅も近いし、部屋もひとりならじゅうぶんな広さです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「駅近で、近くに飲食店がいろいろあり立地は申し分ないです」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意外とスタッフはおっちょこちょいな感じがします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「フロントにてカードキーと大浴場専用カードキーを交換とのこと」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意外と新しいホテルで凄く綺麗で良かったです(*^^*)  大浴場もあり良いのですが…風呂が熱すぎる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2026-03-19T23:27:41Z</dcterms:created>
  <dcterms:modified xsi:type="dcterms:W3CDTF">2026-03-19T23:27:41Z</dcterms:modified>
</cp:coreProperties>
</file>