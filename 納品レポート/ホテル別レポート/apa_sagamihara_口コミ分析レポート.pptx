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アイホテル橋本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分析対象期間：2026-02-01 〜 2026-03-25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レビュー総数：69件（6サイト）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69.6%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313432"/>
            <a:ext cx="1188720" cy="1801368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9933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2286000"/>
            <a:ext cx="1188720" cy="18288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2155698"/>
            <a:ext cx="1188720" cy="195910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183565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2077974"/>
            <a:ext cx="1188720" cy="203682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175793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2377440"/>
            <a:ext cx="1188720" cy="17373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406640" y="2132838"/>
            <a:ext cx="1188720" cy="198196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81279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全体平均評価：8.13点 / 高評価率：69.6% / 低評価率：1.4%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アイホテル橋本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2026-03-28T22:02:42Z</dcterms:created>
  <dcterms:modified xsi:type="dcterms:W3CDTF">2026-03-28T22:02:42Z</dcterms:modified>
</cp:coreProperties>
</file>