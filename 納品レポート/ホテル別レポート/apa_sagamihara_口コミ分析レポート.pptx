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8</c:v>
                </c:pt>
                <c:pt idx="4">
                  <c:v>7.89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21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レビュー総数：31件（6サイト）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館内は部屋も大浴場も清潔に掃除されていた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朝食の種類が少なく、和食のみでデザートや飲み物があまりないところが残念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21件（67.7%）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10件（32.3%）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館内は部屋も大浴場も清潔に掃除されていた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「部屋は清潔感あるし、浴衣あったりアメニティなども充実してる」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フロントのみなさんの応対がよかった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朝食の種類が少なく、和食のみでデザートや飲み物があまりないところが残念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「大浴場もゆったりできてよかったですが、朝食にも大変満足しました」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「テレビ大きい」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朝食の種類が少なく、和食のみでデザートや飲み物があまりないところが残念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2026-04-07T00:35:04Z</dcterms:created>
  <dcterms:modified xsi:type="dcterms:W3CDTF">2026-04-07T00:35:04Z</dcterms:modified>
</cp:coreProperties>
</file>