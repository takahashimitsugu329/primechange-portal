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8.8</c:v>
                </c:pt>
                <c:pt idx="2">
                  <c:v>8.67</c:v>
                </c:pt>
                <c:pt idx="3">
                  <c:v>7.85</c:v>
                </c:pt>
                <c:pt idx="4">
                  <c:v>7.71</c:v>
                </c:pt>
                <c:pt idx="5">
                  <c:v>7.57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41</c:v>
                </c:pt>
                <c:pt idx="1">
                  <c:v>18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18</c:v>
                </c:pt>
                <c:pt idx="1">
                  <c:v>4</c:v>
                </c:pt>
                <c:pt idx="2">
                  <c:v>19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駅も近いし、部屋もひとりならじゅうぶんな広さです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快適でした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意外とスタッフはおっちょこちょいな感じがします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そこだけ残念でした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ユニットバスの水垢などが少し気になりましたが 嫌な匂いなどもなく快適でした ユニットバスの水垢などが少し気になりま...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じゃらん(8.91)が最高スコア。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Agoda(7.6)が相対的に低い。口コミ返信の強化が急務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41件（68.3%）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18件（30.0%）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1件（1.7%）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駅も近いし、部屋もひとりならじゅうぶんな広さです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「駅近で、近くに飲食店がいろいろあり立地は申し分ないです」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room with ample amenities for a solo traveller, alt...」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意外とスタッフはおっちょこちょいな感じがします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「フロントにてカードキーと大浴場専用カードキーを交換とのこと」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意外と新しいホテルで凄く綺麗で良かったです(*^^*)  大浴場もあり良いのですが…風呂が熱すぎる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room with ample amenities for a solo traveller, alt...」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難点といえば ・EVが１基（混雑時には待ち時間あり） ・大浴場が男女入替え制で時間に制約あり ・朝食がしょぼい ト...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「朝食は有料であることを考えると、やや物足りない印象です」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また、意外とスーパーやショッピングセンターもあり長期出張にはもってこいです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「近くには様々な飲食店やスーパーがあり娯楽施設もあります」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そこだけ残念でした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日曜日の宿泊だからか品数少なく、卵は生卵だけ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客室も清潔でスタッフも明るくフレンドリーでした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2026-03-21T00:16:55Z</dcterms:created>
  <dcterms:modified xsi:type="dcterms:W3CDTF">2026-03-21T00:16:55Z</dcterms:modified>
</cp:coreProperties>
</file>