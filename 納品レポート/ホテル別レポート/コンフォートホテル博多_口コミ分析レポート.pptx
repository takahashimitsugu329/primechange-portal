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Google</c:v>
                  </c:pt>
                  <c:pt idx="3">
                    <c:v>じゃらん</c:v>
                  </c:pt>
                  <c:pt idx="4">
                    <c:v>楽天トラベル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9.04</c:v>
                </c:pt>
                <c:pt idx="1">
                  <c:v>6.97</c:v>
                </c:pt>
                <c:pt idx="2">
                  <c:v>6.97</c:v>
                </c:pt>
                <c:pt idx="3">
                  <c:v>6.89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高評価(8-10)</c:v>
                </c:pt>
                <c:pt idx="1">
                  <c:v>中評価(5-7)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</c:v>
                </c:pt>
                <c:pt idx="1">
                  <c:v>35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  <c:pt idx="9">
                    <c:v>1点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45</c:v>
                </c:pt>
                <c:pt idx="1">
                  <c:v>13</c:v>
                </c:pt>
                <c:pt idx="2">
                  <c:v>31</c:v>
                </c:pt>
                <c:pt idx="3">
                  <c:v>9</c:v>
                </c:pt>
                <c:pt idx="4">
                  <c:v>22</c:v>
                </c:pt>
                <c:pt idx="5">
                  <c:v>4</c:v>
                </c:pt>
                <c:pt idx="6">
                  <c:v>9</c:v>
                </c:pt>
                <c:pt idx="7">
                  <c:v>3</c:v>
                </c:pt>
                <c:pt idx="8">
                  <c:v>3</c:v>
                </c:pt>
                <c:pt idx="9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分析対象期間：2025年12月〜2026年4月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駅近・交通利便性に関する好評価（101件）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朝食の品質・バリエーションへの高評価（77件）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客室の快適性・設備の充実度への好評（75件）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7件の指摘あり。改善対応を推奨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騒音問題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3件の指摘あり。改善対応を推奨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サイト別評価インサイト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最高評価サイト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Trip.com: 9.04点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7.73点（10pt換算）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海外OTAは/10、国内サイトは/5×2換算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89件（63.6%）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35件（25.0%）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16件（11.4%）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駅近・交通利便性に関する好評価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「立地は最高だが、部屋は古く、朝食は少し残念だった。」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朝食の品質・バリエーションへの高評価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「屋は古く、朝食は少し残念だった。」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客室の快適性・設備の充実度への好評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「最高だが、部屋は古く、朝食は少し残念だった。」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フロントスタッフの丁寧な対応への好評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「朝食のスタッフの方が案内などの対応がてきぱきされており良」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コスパ・リピート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価格対価値の高さとリピート意向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「風呂もこの価格のホテルにしては満足でした。シャワーも温度調節」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客室・共用部の清潔さへの高評価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「で、部屋も清潔です。次回もまたここに泊まりたいと思います。」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部屋の中、特にユニットバスが古い造りで、洗面所の蛇口が2口式なのが残念ですが、そ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騒音問題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房間隔音效果較差，隔壁房間吵死了。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清潔感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バスルームが古く、清潔感が低い　カビもみられる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朝食品質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部屋狭小感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狭い部屋で、廊下はまるで牢獄のようだった。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ヒーターの音は無知でした^^;洗面台の冷水絞りで水がずっと流れ落ちたのにカウンタ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設備老朽化への即時対応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緊急修繕リストの作成と優先対応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老朽化設備の在庫把握と交換計画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スタッフによる日常点検の徹底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故障時のバックアップ体制整備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騒音対策の即時対応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防音対策済み部屋の積極的案内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チェックイン時の防音耳栓提供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騒音クレーム対応マニュアルの整備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防音性能の高い部屋への優先アサイン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清潔感向上の即時対応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客室清掃チェックリストの強化・再徹底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気になる箇所の即時補修対応フロー整備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消臭・換気プロトコルの見直し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清潔感評価の定期モニタリング開始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朝食品質の即時改善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朝食メニューへのフィードバック収集と改善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食材品質の見直しと産地表示の充実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混雑緩和のための時間帯分散対策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朝食スタッフへのホスピタリティ研修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設備更新の計画的実施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中長期設備更新ロードマップの策定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高頻度使用備品の計画的交換サイクル確立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省エネ設備への転換による維持費削減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防音設備の強化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防音カーテン・防音パネルの設置計画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騒音の多い部屋の用途転換検討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建物外部騒音対策の工事計画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設備清潔維持の中期施策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定期的な深掃除スケジュールの策定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カーペット・カーテン等の計画的な交換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清掃品質向上のためのスタッフ研修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「立地・アクセス」の競争優位性強化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立地・アクセスを訴求したブランディング戦略の策定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SNS・口コミサイトでの強み積極的発信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旅行代理店・法人営業への強み訴求資料作成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客室リノベーション計画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客室設備の全面的な見直しと更新計画策定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最新のスマートホテル機能の導入検討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環境に配慮したサステナブル客室改装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デジタル接客・サービス高度化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AIチャットボットによる24時間問合せ対応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モバイルチェックイン/アウトシステムの導入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顧客データ分析によるパーソナライズサービスの実現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10.4%以下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2026年7月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9.04/10点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6.97/10点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月次でOTA評価スコアを確認し、設備老朽化改善の進捗をトラッキングします。四半期ごとに目標値を見直し、継続的な改善サイクルを確立してください。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コンフォートホテル博多の2025年12月〜2026年4月口コミ分析（140件）では、総合評価7.73点（10pt換算）、高評価率63.6%という結果が得られました。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「立地・アクセス」が最大の強みとして確認され、本レポートの3フェーズ改善施策の実施により、さらなる評価向上が期待されます。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6ヶ月以内に全体平均8.0点以上、高評価率69%以上を目指し、継続的な改善サイクルを確立することを推奨します。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プライムチェンジは引き続き改善施策の実施をサポートいたします。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2026-04-12T23:43:39Z</dcterms:created>
  <dcterms:modified xsi:type="dcterms:W3CDTF">2026-04-12T23:43:39Z</dcterms:modified>
</cp:coreProperties>
</file>