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Agoda</c:v>
                  </c:pt>
                  <c:pt idx="2">
                    <c:v>Booking.com</c:v>
                  </c:pt>
                  <c:pt idx="3">
                    <c:v>楽天トラベル</c:v>
                  </c:pt>
                  <c:pt idx="4">
                    <c:v>Google</c:v>
                  </c:pt>
                  <c:pt idx="5">
                    <c:v>じゃらん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9.67</c:v>
                </c:pt>
                <c:pt idx="1">
                  <c:v>9</c:v>
                </c:pt>
                <c:pt idx="2">
                  <c:v>8.96</c:v>
                </c:pt>
                <c:pt idx="3">
                  <c:v>8.67</c:v>
                </c:pt>
                <c:pt idx="4">
                  <c:v>8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49</c:v>
                </c:pt>
                <c:pt idx="1">
                  <c:v>11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8</c:v>
                </c:pt>
                <c:pt idx="2">
                  <c:v>11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ダイワロイネットホテル大崎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分析対象期間：2026年2月〜3月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レビュー総数：60件（6サイト）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作成日：2026年3月28日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81.7%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大崎駅直結・29件言及。国内外ゲストが駅近の利便性を高く評価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客室・設備の充実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19件言及。広々とした客室とフットマッサージ機等の設備が好評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清潔感の高評価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16件言及。清潔に保たれた客室・バスルームが評価の基盤を形成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アメニティ不足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セーフティボックス未設置・コットンボール等基本アメニティ欠如（3件）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設備老朽化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一部マットレスの沈み込みによる腰痛クレーム（長期滞在に影響）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エレベーター関連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エレベーター・施設内移動に関する言及（2件）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海外OTAが特に高評価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 9.67点・Agoda 9.00点と国際サイトでの評価が突出して高い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国内サイトも安定した良好評価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全サイトが8.0点以上を維持。低評価0件の安定感が全サイトで共通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国内5点満点サイト（じゃらん/楽天/Google）は×2で10点換算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49件（81.7%）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11件（18.3%）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0件（0.0%）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大崎駅直結の圧倒的優位性。国内外ゲストともに高評価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「大崎駅直ぐという立地やアクセスしやすいのが便利です」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客室・設備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広々とした客室とフットマッサージ機等ユニークな設備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「アメニティや設備も充実しており、コンセント、照明設備、ドライヤー、冷暖房も快適」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清潔に保たれた客室・バスルームが評価の基盤を形成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「清潔感のある過ごしやすい環境を提供しているホテル」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チェックイン時の荷物サポート等、きめ細かな対応が評価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「スタッフ皆さんに優しくしていただき感謝しています」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バラエティ豊富なビュッフェと合理的な価格設定が好評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「朝食もバラエティに富んだビュッフェで、理想的な値段で泊まれた」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都心立地にも関わらずコスパの良さを評価する声がある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「Amazing value for money!」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アメニティ不足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セーフティボックス未設置・コットンボール等基本アメニティの欠如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マットレス劣化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一部マットレスの沈み込みによる腰痛クレーム（6泊の長期滞在に影響）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エレベーター関連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ホテル内エレベーターやアメニティ関連の言及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一部客室の狭さについての指摘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水回り品質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シャワー水圧等への言及（概ね良好だが継続確認が必要）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コスパ認知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高評価に比してコスパ言及が少なく、価値認知向上の余地あり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アメニティ拡充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セーフティボックスの設置検討（フロント預かり解消）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コットンボール・綿棒等基本アメニティ追加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アメニティリストを客室内に掲示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リクエスト対応フローの整備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口コミ返信強化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全サイト48時間以内返信ルール確立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高評価へのお礼メッセージでリピート促進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指摘事項への誠実な回答で信頼醸成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インバウンド対応強化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多言語チェックインフロー整備（英語・中国語）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観光スポット・交通情報の多言語パンフレット設置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Trip.com/Agodaの高評価維持施策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マットレス点検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全客室マットレスの定期点検実施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劣化品の優先的交換（特に長期滞在向け客室）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ゲストからの申告窓口を明確化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客室設備の選択的更新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セーフティボックスの全室設置工事（夏季改装合わせ）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客室コンセント・USB充電設備増設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エレベーター周辺のサイン整備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朝食品質向上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ビュッフェメニューの季節感・多様性強化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朝食ルームの混雑緩和（時間帯別入場管理）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インバウンド向け多様なメニュー追加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評価モニタリング体制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週次でサイト別評価トレンドを確認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低評価出現時の即時対応プロセス確立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夏季改装での設備刷新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全客室セーフティボックス設置完了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マットレス全数交換による睡眠品質均一化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バスルーム設備の全面更新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デジタルサービス強化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スマートフォンチェックイン導入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客室QRコードによるサービスリクエスト対応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プレミアム化戦略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特別フロア・記念日パッケージの展開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Trip.com/Agodaでの「優秀賞」獲得を目標設定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インバウンド特化プロモーションの強化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8.87点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継続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9.67/10点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2026年5月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アメニティクレーム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毎月末に全サイトのレビューデータを集計・分析し、低評価（1-4点）のゼロ維持と高評価率85%以上への改善進捗を四半期ごとにレポートにまとめること。夏季改装後の評価変動を特に注視する。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ワロイネットホテル大崎は、2026年2月〜3月において全体平均8.87点・低評価0件という卓越した実績を示しています。大崎駅直結の圧倒的立地優位性と安定した品質管理が、この高評価を支える二本柱で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特にTrip.com（9.67点）・Agoda（9.00点）での高評価はインバウンド市場での強いブランド力を示しており、海外マーケティングを強化することで更なる集客拡大が期待されます。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不足（セーフティボックス未設置・基本アメニティ欠如）と一部マットレスの劣化が唯一の優先課題であり、夏季改装と合わせた解決が推奨されます。これらは低評価0件という記録を今後も維持するための重要な投資で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低評価0件という圧倒的な品質安定性を誇るこのホテルは、適切な設備更新とサービス強化により全体平均9.0点以上・高評価率85%以上を十分に達成できるポテンシャルを有しています。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ダイワロイネットホテル大崎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2026-03-28T23:25:17Z</dcterms:created>
  <dcterms:modified xsi:type="dcterms:W3CDTF">2026-03-28T23:25:17Z</dcterms:modified>
</cp:coreProperties>
</file>