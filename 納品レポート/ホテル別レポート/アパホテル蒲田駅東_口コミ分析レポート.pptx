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38</c:v>
                </c:pt>
                <c:pt idx="1">
                  <c:v>16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駅近・交通利便性に関する好評価（31件）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客室の快適性・設備の充実度への好評（28件）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客室・共用部の清潔さへの高評価（15件）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駐車場・立地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Google: 7.88点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「りも狭い 駅からは遠いが、その分比較的安い 羽田空港の乗り継」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「めです。 設備は必要なものはすべてそろっていて、必要十分です」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「きれい」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「。ちょっと対応が冷めてるというか、やることやった上での電話対」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「がもう少し価格が安ければと思います。」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「もないし、食事をするところも多いので困ることはないです。 W」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bed is decent but the pillows were 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フロントの愛想がない。ビジネスホテルだからしょうがないのか。。。 冷蔵庫にグラス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駐車場・立地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駐車禁止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水回り不具合の即時対応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水回り点検チェックリストの強化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排水・給水トラブルの優先対応フロー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浴室清潔度の定期巡回チェック強化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不具合報告専用の内線番号周知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口コミ返信率100%の実現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水回り設備の計画的更新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老朽化した給排水設備の交換計画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シャワーヘッド・蛇口等の節水型設備導入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定期メンテナンス契約の見直し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アパホテル蒲田駅東の2025年12月〜2026年3月口コミ分析（60件）では、総合評価7.38点（10pt換算）、高評価率63.3%という結果が得られました。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6ヶ月以内に全体平均7.7点以上、高評価率68%以上を目指し、継続的な改善サイクルを確立することを推奨します。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2026-04-04T01:16:15Z</dcterms:created>
  <dcterms:modified xsi:type="dcterms:W3CDTF">2026-04-04T01:16:15Z</dcterms:modified>
</cp:coreProperties>
</file>