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Google</c:v>
                  </c:pt>
                  <c:pt idx="1">
                    <c:v>Booking.com</c:v>
                  </c:pt>
                  <c:pt idx="2">
                    <c:v>じゃらん</c:v>
                  </c:pt>
                  <c:pt idx="3">
                    <c:v>楽天トラベル</c:v>
                  </c:pt>
                  <c:pt idx="4">
                    <c:v>Agoda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7.88</c:v>
                </c:pt>
                <c:pt idx="1">
                  <c:v>7.58</c:v>
                </c:pt>
                <c:pt idx="2">
                  <c:v>7.5</c:v>
                </c:pt>
                <c:pt idx="3">
                  <c:v>7</c:v>
                </c:pt>
                <c:pt idx="4">
                  <c:v>6.69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高評価(8-10)</c:v>
                </c:pt>
                <c:pt idx="1">
                  <c:v>中評価(5-7)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38</c:v>
                </c:pt>
                <c:pt idx="1">
                  <c:v>16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5点</c:v>
                  </c:pt>
                  <c:pt idx="6">
                    <c:v>4点</c:v>
                  </c:pt>
                  <c:pt idx="7">
                    <c:v>3点</c:v>
                  </c:pt>
                  <c:pt idx="8">
                    <c:v>2点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</c:v>
                </c:pt>
                <c:pt idx="1">
                  <c:v>4</c:v>
                </c:pt>
                <c:pt idx="2">
                  <c:v>26</c:v>
                </c:pt>
                <c:pt idx="3">
                  <c:v>5</c:v>
                </c:pt>
                <c:pt idx="4">
                  <c:v>8</c:v>
                </c:pt>
                <c:pt idx="5">
                  <c:v>3</c:v>
                </c:pt>
                <c:pt idx="6">
                  <c:v>4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アパホテル蒲田駅東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分析対象期間：2025年12月〜2026年4月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レビュー総数：60件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作成日：2026年4月12日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7.38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63.3%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駅近・交通利便性に関する好評価（31件）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客室の快適性・設備の充実度への好評（28件）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客室・共用部の清潔さへの高評価（15件）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朝食品質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2件の指摘あり。改善対応を推奨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水回り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2件の指摘あり。改善対応を推奨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駐車場・立地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1件の指摘あり。改善対応を推奨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サイト別評価インサイト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最高評価サイト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Google: 7.88点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7.38点（10pt換算）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海外OTAは/10、国内サイトは/5×2換算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38件（63.3%）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16件（26.7%）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6件（10.0%）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31件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駅近・交通利便性に関する好評価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「りも狭い 駅からは遠いが、その分比較的安い 羽田空港の乗り継」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客室の快適性・設備の充実度への好評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「めです。 設備は必要なものはすべてそろっていて、必要十分です」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客室・共用部の清潔さへの高評価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「きれい」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フロントスタッフの丁寧な対応への好評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「。ちょっと対応が冷めてるというか、やることやった上での電話対」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コスパ・リピート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価格対価値の高さとリピート意向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「がもう少し価格が安ければと思います。」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朝食の品質・バリエーションへの高評価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「もないし、食事をするところも多いので困ることはないです。 W」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朝食品質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bed is decent but the pillows were 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水回り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フロントの愛想がない。ビジネスホテルだからしょうがないのか。。。 冷蔵庫にグラス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駐車場・立地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駐車禁止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朝食品質の即時改善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朝食メニューへのフィードバック収集と改善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食材品質の見直しと産地表示の充実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混雑緩和のための時間帯分散対策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朝食スタッフへのホスピタリティ研修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水回り不具合の即時対応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水回り点検チェックリストの強化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排水・給水トラブルの優先対応フロー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浴室清潔度の定期巡回チェック強化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不具合報告専用の内線番号周知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口コミ返信率100%の実現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全OTAサイトの口コミへの返信ルール策定（48時間以内）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ネガティブ口コミへの丁寧な対応テンプレート作成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フロントマネージャーによる週次口コミモニタリング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朝食体験の抜本的改善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メニュー拡充と季節限定品の導入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朝食会場レイアウト改善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地産地消食材の導入による差別化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水回り設備の計画的更新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老朽化した給排水設備の交換計画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シャワーヘッド・蛇口等の節水型設備導入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定期メンテナンス契約の見直し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OTA評価スコア向上施策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高評価レビュー投稿の依頼タイミング最適化（チェックアウト時）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満足度の高い宿泊者へのフォローアップメール送信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じゃらん・楽天の評価向上に向けた特典プログラム検討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「立地・アクセス」の競争優位性強化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立地・アクセスを訴求したブランディング戦略の策定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SNS・口コミサイトでの強み積極的発信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旅行代理店・法人営業への強み訴求資料作成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客室リノベーション計画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客室設備の全面的な見直しと更新計画策定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最新のスマートホテル機能の導入検討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環境に配慮したサステナブル客室改装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デジタル接客・サービス高度化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AIチャットボットによる24時間問合せ対応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モバイルチェックイン/アウトシステムの導入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顧客データ分析によるパーソナライズサービスの実現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7.38点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9.0%以下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2026年7月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3.94/5点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4.1/5点以上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7.58/10点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7.8/10点以上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8862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月次でOTA評価スコアを確認し、朝食品質改善の進捗をトラッキングします。四半期ごとに目標値を見直し、継続的な改善サイクルを確立してください。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アパホテル蒲田駅東の2025年12月〜2026年4月口コミ分析（60件）では、総合評価7.38点（10pt換算）、高評価率63.3%という結果が得られました。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「立地・アクセス」が最大の強みとして確認され、本レポートの3フェーズ改善施策の実施により、さらなる評価向上が期待されます。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6ヶ月以内に全体平均7.7点以上、高評価率68%以上を目指し、継続的な改善サイクルを確立することを推奨します。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プライムチェンジは引き続き改善施策の実施をサポートいたします。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ご清聴ありがとうございました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アパホテル蒲田駅東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2026-04-12T23:43:36Z</dcterms:created>
  <dcterms:modified xsi:type="dcterms:W3CDTF">2026-04-12T23:43:36Z</dcterms:modified>
</cp:coreProperties>
</file>