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じゃらん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9.64</c:v>
                </c:pt>
                <c:pt idx="1">
                  <c:v>9</c:v>
                </c:pt>
                <c:pt idx="2">
                  <c:v>9</c:v>
                </c:pt>
                <c:pt idx="3">
                  <c:v>8.67</c:v>
                </c:pt>
                <c:pt idx="4">
                  <c:v>8.29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45</c:v>
                </c:pt>
                <c:pt idx="1">
                  <c:v>8</c:v>
                </c:pt>
                <c:pt idx="2">
                  <c:v>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</c:v>
                </c:pt>
                <c:pt idx="1">
                  <c:v>8</c:v>
                </c:pt>
                <c:pt idx="2">
                  <c:v>11</c:v>
                </c:pt>
                <c:pt idx="3">
                  <c:v>4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レビュー総数：53件（6サイト）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作成日：2026年3月19日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8.91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84.9%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Location, comfort, amenities None なし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清潔感のある過ごしやすい環境を提供しているホテルでした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スタッフ皆さんに優しくしていただき感謝しています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広いお部屋にしていただいたおかげで、トイレとお風呂も十分な広さがあり、子供と二人で着替えやトイレ利用をしても全く窮...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アメニティや設備も充実しており、コンセント、照明設備、ドライヤー、冷暖房も使いやすくとても快適に過ごせました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広いお部屋にしていただいたおかげで、トイレとお風呂も十分な広さがあり、子供と二人で着替えやトイレ利用をしても全く窮...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8.91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84.9%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Trip.com(9.64)が最高スコア。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45件（84.9%）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8件（15.1%）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Location, comfort, amenities None なし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「大崎駅直ぐという立地やアクセスしやすいのが便利です」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清潔感のある過ごしやすい環境を提供しているホテルでした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「清潔でした」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スタッフ皆さんに優しくしていただき感謝しています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「スタッフの態度は平均的で、チェックインとチェックアウトはスムーズでした」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Location, comfort, amenities None なし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「アメニティや設備も充実しており、コンセント、照明設備、ドライヤー、冷暖房も使いやすくとても快適に過ごせました」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ホテルの立地は便利で、近くにレストランやショップがたくさんあり、滞在するには良い場所です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「周辺にはレストランやスーパーマーケットがあり、買い物にも便利です」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広いお部屋にしていただいたおかげで、トイレとお風呂も十分な広さがあり、子供と二人で着替えやトイレ利用をしても全く窮...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「位置方便，房間也算大，前台服務也好，提供洗漱用品，很喜歡 立地も便利だし、部屋もかなり広いし、フロントの対応も良く...」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アメニティや設備も充実しており、コンセント、照明設備、ドライヤー、冷暖房も使いやすくとても快適に過ごせました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少しお風呂、水回りの匂いが気になりましたが、それ以外は何にも不便も不快もありません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立地はとても便利で、窓の一つからは素晴らしい景色が望めます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服務人員態度普通，辦理入住與退房都還算順利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客室レイアウトの見直し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家具配置の最適化による体感スペースの拡大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コンパクト家具への入替検討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収納スペースの効率化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約3件/期間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ダイワロイネットホテル東京大崎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2026-03-19T01:52:11Z</dcterms:created>
  <dcterms:modified xsi:type="dcterms:W3CDTF">2026-03-19T01:52:11Z</dcterms:modified>
</cp:coreProperties>
</file>