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Booking.com</c:v>
                  </c:pt>
                  <c:pt idx="2">
                    <c:v>楽天トラベル</c:v>
                  </c:pt>
                  <c:pt idx="3">
                    <c:v>Agoda</c:v>
                  </c:pt>
                  <c:pt idx="4">
                    <c:v>Google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9.67</c:v>
                </c:pt>
                <c:pt idx="1">
                  <c:v>8.93</c:v>
                </c:pt>
                <c:pt idx="2">
                  <c:v>8.67</c:v>
                </c:pt>
                <c:pt idx="3">
                  <c:v>8.57</c:v>
                </c:pt>
                <c:pt idx="4">
                  <c:v>8.29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33</c:v>
                </c:pt>
                <c:pt idx="1">
                  <c:v>8</c:v>
                </c:pt>
                <c:pt idx="2">
                  <c:v>13</c:v>
                </c:pt>
                <c:pt idx="3">
                  <c:v>8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レビュー総数：67件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8.84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54件（80.6%）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13件（19.4%）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54件）の分析から、主要な強みテーマを抽出しています。立地・アクセス、客室清潔感、スタッフ対応が高評価の中心的テーマです。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低評価・中評価レビュー（13件）から改善課題を優先度別に整理しています。S/A/B/Cの4段階で優先度を設定し、計画的な改善を推進します。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8.84点 → 目標 9.34点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80.6% → 目標 85.6%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0.0%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ダイワロイネットホテル東京大崎は全体平均8.84点（10pt換算）、高評価率80.6%を達成しています。本レポートで示した改善施策を段階的に実施することで、さらなる顧客満足度向上が期待できます。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口コミ分析レポート</dc:title>
  <dc:subject>PptxGenJS Presentation</dc:subject>
  <dc:creator>PptxGenJS</dc:creator>
  <cp:lastModifiedBy>PptxGenJS</cp:lastModifiedBy>
  <cp:revision>1</cp:revision>
  <dcterms:created xsi:type="dcterms:W3CDTF">2026-04-01T23:09:59Z</dcterms:created>
  <dcterms:modified xsi:type="dcterms:W3CDTF">2026-04-01T23:09:59Z</dcterms:modified>
</cp:coreProperties>
</file>