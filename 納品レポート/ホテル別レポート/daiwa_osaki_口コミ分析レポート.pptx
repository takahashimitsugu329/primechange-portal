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49件（81.7%）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8.87点 → 目標 9.37点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81.7% → 目標 86.7%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ダイワロイネットホテル東京大崎は全体平均8.87点（10pt換算）、高評価率81.7%を達成しています。本レポートで示した改善施策を段階的に実施することで、さらなる顧客満足度向上が期待できます。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