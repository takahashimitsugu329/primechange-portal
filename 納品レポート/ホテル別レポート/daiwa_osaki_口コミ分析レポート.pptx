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それ以外は、部屋の広さと清潔さは気に入っています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48件（81.4%）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それ以外は、部屋の広さと清潔さは気に入っています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「清潔感のある過ごしやすい環境を提供しているホテルでした」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2026-03-25T22:27:24Z</dcterms:created>
  <dcterms:modified xsi:type="dcterms:W3CDTF">2026-03-25T22:27:24Z</dcterms:modified>
</cp:coreProperties>
</file>