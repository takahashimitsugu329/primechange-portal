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8.93</c:v>
                </c:pt>
                <c:pt idx="2">
                  <c:v>8.67</c:v>
                </c:pt>
                <c:pt idx="3">
                  <c:v>8.57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54</c:v>
                </c:pt>
                <c:pt idx="1">
                  <c:v>13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8</c:v>
                </c:pt>
                <c:pt idx="2">
                  <c:v>13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location with the train station is just 3 minutes of...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結局、貴重品は毎日フロントに預けなければなりませんでした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54件（80.6%）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13件（19.4%）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location with the train station is just 3 minutes of...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「駅が近くて駐車場も隣にあり良かった ございません ございません」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2026-04-02T08:56:35Z</dcterms:created>
  <dcterms:modified xsi:type="dcterms:W3CDTF">2026-04-02T08:56:35Z</dcterms:modified>
</cp:coreProperties>
</file>