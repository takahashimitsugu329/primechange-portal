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9.64</c:v>
                </c:pt>
                <c:pt idx="1">
                  <c:v>9</c:v>
                </c:pt>
                <c:pt idx="2">
                  <c:v>8.96</c:v>
                </c:pt>
                <c:pt idx="3">
                  <c:v>8.67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46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8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レビュー総数：56件（6サイト）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Location, comfort, amenities None なし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それ以外は、部屋の広さと清潔さは気に入っています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結局、貴重品は毎日フロントに預けなければなりませんでした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アメニティや設備も充実しており、コンセント、照明設備、ドライヤー、冷暖房も使いやすくとても快適に過ごせました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Trip.com(9.64)が最高スコア。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46件（82.1%）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10件（17.9%）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Location, comfort, amenities None なし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「大崎駅直ぐという立地やアクセスしやすいのが便利です」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それ以外は、部屋の広さと清潔さは気に入っています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「清潔感のある過ごしやすい環境を提供しているホテルでした」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コットンボールなどの基本的なアメニティが用意されていないのは驚きです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「Location, comfort, amenities None なし」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アメニティや設備も充実しており、コンセント、照明設備、ドライヤー、冷暖房も使いやすくとても快適に過ごせました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服務人員態度普通，辦理入住與退房都還算順利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2026-03-23T00:05:48Z</dcterms:created>
  <dcterms:modified xsi:type="dcterms:W3CDTF">2026-03-23T00:05:48Z</dcterms:modified>
</cp:coreProperties>
</file>