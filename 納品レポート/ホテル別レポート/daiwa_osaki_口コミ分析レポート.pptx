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8.93</c:v>
                </c:pt>
                <c:pt idx="2">
                  <c:v>8.67</c:v>
                </c:pt>
                <c:pt idx="3">
                  <c:v>8.57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8</c:v>
                </c:pt>
                <c:pt idx="2">
                  <c:v>13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54件（80.6%）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13件（19.4%）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8.84点 → 目標 9.34点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80.6% → 目標 85.6%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ダイワロイネットホテル東京大崎は全体平均8.84点（10pt換算）、高評価率80.6%を達成しています。本レポートで示した改善施策を段階的に実施することで、さらなる顧客満足度向上が期待できます。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2026-04-01T00:35:59Z</dcterms:created>
  <dcterms:modified xsi:type="dcterms:W3CDTF">2026-04-01T00:35:59Z</dcterms:modified>
</cp:coreProperties>
</file>