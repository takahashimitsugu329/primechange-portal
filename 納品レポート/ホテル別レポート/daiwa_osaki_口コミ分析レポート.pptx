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9</c:v>
                </c:pt>
                <c:pt idx="2">
                  <c:v>9</c:v>
                </c:pt>
                <c:pt idx="3">
                  <c:v>8.67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51件（82.3%）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11件（17.7%）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8.90点 → 目標 9.40点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82.3% → 目標 87.3%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ダイワロイネットホテル東京大崎は全体平均8.90点（10pt換算）、高評価率82.3%を達成しています。本レポートで示した改善施策を段階的に実施することで、さらなる顧客満足度向上が期待できます。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