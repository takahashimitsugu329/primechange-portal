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73.0% → 目標 78.0%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ダイワロイネットホテル東京大崎は全体平均8.59点（10pt換算）、高評価率73.0%を達成しています。本レポートで示した改善施策を段階的に実施することで、さらなる顧客満足度向上が期待できます。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