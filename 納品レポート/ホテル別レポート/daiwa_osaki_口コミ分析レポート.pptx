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Agoda</c:v>
                  </c:pt>
                  <c:pt idx="2">
                    <c:v>Booking.com</c:v>
                  </c:pt>
                  <c:pt idx="3">
                    <c:v>楽天トラベル</c:v>
                  </c:pt>
                  <c:pt idx="4">
                    <c:v>Google</c:v>
                  </c:pt>
                  <c:pt idx="5">
                    <c:v>じゃらん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9.67</c:v>
                </c:pt>
                <c:pt idx="1">
                  <c:v>9</c:v>
                </c:pt>
                <c:pt idx="2">
                  <c:v>8.96</c:v>
                </c:pt>
                <c:pt idx="3">
                  <c:v>8.67</c:v>
                </c:pt>
                <c:pt idx="4">
                  <c:v>8</c:v>
                </c:pt>
                <c:pt idx="5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49</c:v>
                </c:pt>
                <c:pt idx="1">
                  <c:v>11</c:v>
                </c:pt>
                <c:pt idx="2">
                  <c:v>0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30</c:v>
                </c:pt>
                <c:pt idx="1">
                  <c:v>8</c:v>
                </c:pt>
                <c:pt idx="2">
                  <c:v>11</c:v>
                </c:pt>
                <c:pt idx="3">
                  <c:v>6</c:v>
                </c:pt>
                <c:pt idx="4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レビュー総数：60件（6サイト）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8.87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81.7%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Good location with the train station is just 3 minutes of...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非常好乾凈 とても清潔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結局、貴重品は毎日フロントに預けなければなりませんでした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As a result, I experienced significant back soreness thro...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広いお部屋にしていただいたおかげで、トイレとお風呂も十分な広さがあり、子供と二人で着替えやトイレ利用をしても全く窮...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広いお部屋にしていただいたおかげで、トイレとお風呂も十分な広さがあり、子供と二人で着替えやトイレ利用をしても全く窮...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8.87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81.7%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Trip.com(9.67)が最高スコア。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じゃらん(8.0)が相対的に低い。口コミ返信の強化が急務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49件（81.7%）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11件（18.3%）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0件（0.0%）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 location with the train station is just 3 minutes of...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「駅が近くて駐車場も隣にあり良かった ございません ございません」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非常好乾凈 とても清潔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「それ以外は、部屋の広さと清潔さは気に入っています」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結局、貴重品は毎日フロントに預けなければなりませんでした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「スタッフ皆さんに優しくしていただき感謝しています」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残念ながら、私の部屋のマットレスは沈み込んでいて、全く快適ではありませんでした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「コットンボールなどの基本的なアメニティが用意されていないのは驚きです」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7件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ホテルの立地は便利で、近くにレストランやショップがたくさんあり、滞在するには良い場所です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「周辺にはレストランやスーパーマーケットがあり、買い物にも便利です」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部屋の広さ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広いお部屋にしていただいたおかげで、トイレとお風呂も十分な広さがあり、子供と二人で着替えやトイレ利用をしても全く窮...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「位置方便，房間也算大，前台服務也好，提供洗漱用品，很喜歡 立地も便利だし、部屋もかなり広いし、フロントの対応も良く...」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 a result, I experienced significant back soreness thro...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広いお部屋にしていただいたおかげで、トイレとお風呂も十分な広さがあり、子供と二人で着替えやトイレ利用をしても全く窮...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広いお部屋にしていただいたおかげで、トイレとお風呂も十分な広さがあり、子供と二人で着替えやトイレ利用をしても全く窮...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残念ながら、私の部屋のマットレスは沈み込んでいて、全く快適ではありませんでした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少しお風呂、水回りの匂いが気になりましたが、それ以外は何にも不便も不快もありません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立地はとても便利で、窓の一つからは素晴らしい景色が望めます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口コミ返信体制の構築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全サイトの口コミに48時間以内の返信を目標に設定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特に低評価レビューへのフォローアップ強化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客室設備のアップグレード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内装の定期的なリフレッシュ計画の策定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照明・電源周りの設備更新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快適性向上のための設備投資計画の立案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客室レイアウトの見直し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家具配置の最適化による体感スペースの拡大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コンパクト家具への入替検討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収納スペースの効率化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8.87点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81.7%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約4件/期間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ダイワロイネットホテル東京大崎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2026-03-29T07:52:13Z</dcterms:created>
  <dcterms:modified xsi:type="dcterms:W3CDTF">2026-03-29T07:52:13Z</dcterms:modified>
</cp:coreProperties>
</file>