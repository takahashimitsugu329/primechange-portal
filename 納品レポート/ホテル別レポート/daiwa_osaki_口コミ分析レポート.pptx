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9.67</c:v>
                </c:pt>
                <c:pt idx="1">
                  <c:v>9</c:v>
                </c:pt>
                <c:pt idx="2">
                  <c:v>9</c:v>
                </c:pt>
                <c:pt idx="3">
                  <c:v>8.67</c:v>
                </c:pt>
                <c:pt idx="4">
                  <c:v>8.29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8</c:v>
                </c:pt>
                <c:pt idx="2">
                  <c:v>11</c:v>
                </c:pt>
                <c:pt idx="3">
                  <c:v>6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レビュー総数：62件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51件（82.3%）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11件（17.7%）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8.90点 → 目標 9.40点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82.3% → 目標 87.3%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0.0%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ダイワロイネットホテル東京大崎は全体平均8.90点（10pt換算）、高評価率82.3%を達成しています。本レポートで示した改善施策を段階的に実施することで、さらなる顧客満足度向上が期待できます。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口コミ分析レポート</dc:title>
  <dc:subject>PptxGenJS Presentation</dc:subject>
  <dc:creator>PptxGenJS</dc:creator>
  <cp:lastModifiedBy>PptxGenJS</cp:lastModifiedBy>
  <cp:revision>1</cp:revision>
  <dcterms:created xsi:type="dcterms:W3CDTF">2026-03-30T05:25:32Z</dcterms:created>
  <dcterms:modified xsi:type="dcterms:W3CDTF">2026-03-30T05:25:32Z</dcterms:modified>
</cp:coreProperties>
</file>