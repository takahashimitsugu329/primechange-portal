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27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会社にも徒歩圏内でとても近く、地下鉄大斉駅もすぐ下にあります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非常好乾凈 とても清潔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以前、レストランが14階にあったと思うのですが、その時の朝食は素晴らしかったです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 a result, I experienced significant back soreness thro...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残念ながら、私の部屋のマットレスは沈み込んでいて、全く快適ではありませんでした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Gloomy cold breakfast in gloomy cold pseudo Italian resta...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会社にも徒歩圏内でとても近く、地下鉄大斉駅もすぐ下にあります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「Good location with the train station is just 3 minutes of...」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非常好乾凈 とても清潔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「それ以外は、部屋の広さと清潔さは気に入っています」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残念ながら、私の部屋のマットレスは沈み込んでいて、全く快適ではありませんでした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「コットンボールなどの基本的なアメニティが用意されていないのは驚きです」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結局、貴重品は毎日フロントに預けなければなりませんでした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「スタッフ皆さんに優しくしていただき感謝しています」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以前、レストランが14階にあったと思うのですが、その時の朝食は素晴らしかったです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「Gloomy cold breakfast in gloomy cold pseudo Italian resta...」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a result, I experienced significant back soreness thro...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残念ながら、私の部屋のマットレスは沈み込んでいて、全く快適ではありませんでした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Gloomy cold breakfast in gloomy cold pseudo Italian resta...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広いお部屋にしていただいたおかげで、トイレとお風呂も十分な広さがあり、子供と二人で着替えやトイレ利用をしても全く窮...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立地はとても便利で、窓の一つからは素晴らしい景色が望めます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客室レイアウトの見直し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家具配置の最適化による体感スペースの拡大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コンパクト家具への入替検討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収納スペースの効率化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2026-04-16T23:31:37Z</dcterms:created>
  <dcterms:modified xsi:type="dcterms:W3CDTF">2026-04-16T23:31:37Z</dcterms:modified>
</cp:coreProperties>
</file>