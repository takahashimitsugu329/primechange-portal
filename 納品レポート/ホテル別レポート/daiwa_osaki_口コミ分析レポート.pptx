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9.67</c:v>
                </c:pt>
                <c:pt idx="1">
                  <c:v>9</c:v>
                </c:pt>
                <c:pt idx="2">
                  <c:v>8.96</c:v>
                </c:pt>
                <c:pt idx="3">
                  <c:v>8.67</c:v>
                </c:pt>
                <c:pt idx="4">
                  <c:v>8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49</c:v>
                </c:pt>
                <c:pt idx="1">
                  <c:v>11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8</c:v>
                </c:pt>
                <c:pt idx="2">
                  <c:v>11</c:v>
                </c:pt>
                <c:pt idx="3">
                  <c:v>6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location with the train station is just 3 minutes of...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非常好乾凈 とても清潔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結局、貴重品は毎日フロントに預けなければなりませんでした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49件（81.7%）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11件（18.3%）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location with the train station is just 3 minutes of...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「駅が近くて駐車場も隣にあり良かった ございません ございません」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非常好乾凈 とても清潔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「それ以外は、部屋の広さと清潔さは気に入っています」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結局、貴重品は毎日フロントに預けなければなりませんでした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「スタッフ皆さんに優しくしていただき感謝しています」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残念ながら、私の部屋のマットレスは沈み込んでいて、全く快適ではありませんでした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「コットンボールなどの基本的なアメニティが用意されていないのは驚きです」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ホテルの立地は便利で、近くにレストランやショップがたくさんあり、滞在するには良い場所です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「周辺にはレストランやスーパーマーケットがあり、買い物にも便利です」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広いお部屋にしていただいたおかげで、トイレとお風呂も十分な広さがあり、子供と二人で着替えやトイレ利用をしても全く窮...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「位置方便，房間也算大，前台服務也好，提供洗漱用品，很喜歡 立地も便利だし、部屋もかなり広いし、フロントの対応も良く...」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少しお風呂、水回りの匂いが気になりましたが、それ以外は何にも不便も不快もありません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2026-03-27T23:58:17Z</dcterms:created>
  <dcterms:modified xsi:type="dcterms:W3CDTF">2026-03-27T23:58:17Z</dcterms:modified>
</cp:coreProperties>
</file>