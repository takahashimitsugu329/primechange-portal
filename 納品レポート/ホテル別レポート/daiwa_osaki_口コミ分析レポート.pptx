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ダイワロイネットホテル東京大崎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8.87点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81.7%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0.0%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60件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ダイワロイネットホテル東京大崎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9.67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8.96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8.96/10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4.33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30件 (50.0%)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8件 (13.3%)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11件 (18.3%)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6件 (10.0%)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5件 (8.3%)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