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8.67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8</c:v>
                </c:pt>
                <c:pt idx="2">
                  <c:v>11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51件（81.0%）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12件（19.0%）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81.0% → 目標 86.0%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ダイワロイネットホテル東京大崎は全体平均8.87点（10pt換算）、高評価率81.0%を達成しています。本レポートで示した改善施策を段階的に実施することで、さらなる顧客満足度向上が期待できます。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