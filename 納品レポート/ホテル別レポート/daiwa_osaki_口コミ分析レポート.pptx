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04238"/>
            <a:ext cx="1188720" cy="221056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841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066544"/>
            <a:ext cx="1188720" cy="20482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7465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377440"/>
            <a:ext cx="1188720" cy="17373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18538"/>
            <a:ext cx="1188720" cy="209626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6984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171700"/>
            <a:ext cx="1188720" cy="19431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8516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全体平均評価：8.78点 / 高評価率：79.7% / 低評価率：0%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2026-03-28T22:02:42Z</dcterms:created>
  <dcterms:modified xsi:type="dcterms:W3CDTF">2026-03-28T22:02:42Z</dcterms:modified>
</cp:coreProperties>
</file>