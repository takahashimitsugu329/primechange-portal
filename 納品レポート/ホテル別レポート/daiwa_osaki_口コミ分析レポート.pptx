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27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会社にも徒歩圏内でとても近く、地下鉄大斉駅もすぐ下にあります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非常好乾凈 とても清潔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以前、レストランが14階にあったと思うのですが、その時の朝食は素晴らしかったです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会社にも徒歩圏内でとても近く、地下鉄大斉駅もすぐ下にあります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location with the train station is just 3 minutes of...」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非常好乾凈 とても清潔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「それ以外は、部屋の広さと清潔さは気に入っています」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2026-04-13T23:44:40Z</dcterms:created>
  <dcterms:modified xsi:type="dcterms:W3CDTF">2026-04-13T23:44:40Z</dcterms:modified>
</cp:coreProperties>
</file>