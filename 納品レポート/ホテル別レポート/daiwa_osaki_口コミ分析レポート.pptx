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</c:v>
                </c:pt>
                <c:pt idx="2">
                  <c:v>8.91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9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8</c:v>
                </c:pt>
                <c:pt idx="2">
                  <c:v>11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Location, comfort, amenities None なし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清潔感のある過ごしやすい環境を提供しているホテルでした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スタッフ皆さんに優しくしていただき感謝しています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アメニティや設備も充実しており、コンセント、照明設備、ドライヤー、冷暖房も使いやすくとても快適に過ごせました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45件（83.3%）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9件（16.7%）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Location, comfort, amenities None なし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「大崎駅直ぐという立地やアクセスしやすいのが便利です」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清潔感のある過ごしやすい環境を提供しているホテルでした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スタッフ皆さんに優しくしていただき感謝しています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「スタッフの態度は平均的で、チェックインとチェックアウトはスムーズでした」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Location, comfort, amenities None なし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「アメニティや設備も充実しており、コンセント、照明設備、ドライヤー、冷暖房も使いやすくとても快適に過ごせました」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アメニティや設備も充実しており、コンセント、照明設備、ドライヤー、冷暖房も使いやすくとても快適に過ごせました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服務人員態度普通，辦理入住與退房都還算順利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2026-03-21T00:16:53Z</dcterms:created>
  <dcterms:modified xsi:type="dcterms:W3CDTF">2026-03-21T00:16:53Z</dcterms:modified>
</cp:coreProperties>
</file>