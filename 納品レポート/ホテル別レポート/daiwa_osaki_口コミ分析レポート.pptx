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8.79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31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</c:v>
                </c:pt>
                <c:pt idx="1">
                  <c:v>3</c:v>
                </c:pt>
                <c:pt idx="2">
                  <c:v>9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31件（73.8%）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11件（26.2%）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「駅に近いのも大きな利点です」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「対応がいつも迅速かつ丁寧なところや、部屋が綺麗」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「残念ながら、私の部屋のマットレスは沈み込んでいて、全く快適ではありませんでした」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対応がいつも迅速かつ丁寧なところや、部屋が綺麗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「スタッフは親切で笑顔が素敵です」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2026-04-05T00:17:44Z</dcterms:created>
  <dcterms:modified xsi:type="dcterms:W3CDTF">2026-04-05T00:17:44Z</dcterms:modified>
</cp:coreProperties>
</file>