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32</c:v>
                </c:pt>
                <c:pt idx="1">
                  <c:v>11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</c:v>
                </c:pt>
                <c:pt idx="1">
                  <c:v>4</c:v>
                </c:pt>
                <c:pt idx="2">
                  <c:v>9</c:v>
                </c:pt>
                <c:pt idx="3">
                  <c:v>7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レビュー総数：43件（6サイト）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残念ながら、私の部屋のマットレスは沈み込んでいて、全く快適ではありませんでした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Gloomy cold breakfast in gloomy cold pseudo Italian resta...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じゃらん(7.7)が相対的に低い。口コミ返信の強化が急務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32件（74.4%）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11件（25.6%）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「駅に近いのも大きな利点です」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「対応がいつも迅速かつ丁寧なところや、部屋が綺麗」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「残念ながら、私の部屋のマットレスは沈み込んでいて、全く快適ではありませんでした」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対応がいつも迅速かつ丁寧なところや、部屋が綺麗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「スタッフは親切で笑顔が素敵です」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Gloomy cold breakfast in gloomy cold pseudo Italian resta...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2026-04-07T00:35:02Z</dcterms:created>
  <dcterms:modified xsi:type="dcterms:W3CDTF">2026-04-07T00:35:02Z</dcterms:modified>
</cp:coreProperties>
</file>