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Trip.com</c:v>
                  </c:pt>
                  <c:pt idx="1">
                    <c:v>Booking.com</c:v>
                  </c:pt>
                  <c:pt idx="2">
                    <c:v>Agoda</c:v>
                  </c:pt>
                  <c:pt idx="3">
                    <c:v>Google</c:v>
                  </c:pt>
                  <c:pt idx="4">
                    <c:v>楽天トラベル</c:v>
                  </c:pt>
                  <c:pt idx="5">
                    <c:v>じゃらん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</c:v>
                </c:pt>
                <c:pt idx="1">
                  <c:v>8.81</c:v>
                </c:pt>
                <c:pt idx="2">
                  <c:v>8.25</c:v>
                </c:pt>
                <c:pt idx="3">
                  <c:v>8</c:v>
                </c:pt>
                <c:pt idx="4">
                  <c:v>8</c:v>
                </c:pt>
                <c:pt idx="5">
                  <c:v>7.6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27</c:v>
                </c:pt>
                <c:pt idx="1">
                  <c:v>10</c:v>
                </c:pt>
                <c:pt idx="2">
                  <c:v>0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17</c:v>
                </c:pt>
                <c:pt idx="1">
                  <c:v>2</c:v>
                </c:pt>
                <c:pt idx="2">
                  <c:v>8</c:v>
                </c:pt>
                <c:pt idx="3">
                  <c:v>6</c:v>
                </c:pt>
                <c:pt idx="4">
                  <c:v>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レビュー総数：37件（6サイト）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作成日：2026年4月15日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8.59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73.0%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会社にも徒歩圏内でとても近く、地下鉄大斉駅もすぐ下にあります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非常好乾凈 とても清潔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以前、レストランが14階にあったと思うのですが、その時の朝食は素晴らしかったです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As a result, I experienced significant back soreness thro...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対応・サービスの不満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残念ながら、私の部屋のマットレスは沈み込んでいて、全く快適ではありませんでした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設備の老朽化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Gloomy cold breakfast in gloomy cold pseudo Italian resta...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8.59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73.0%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Trip.com(10.00)が最高スコア。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改善対象サイト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じゃらん(7.6)が相対的に低い。口コミ返信の強化が急務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27件（73.0%）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10件（27.0%）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0件（0.0%）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会社にも徒歩圏内でとても近く、地下鉄大斉駅もすぐ下にあります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「Good location with the train station is just 3 minutes of...」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9件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非常好乾凈 とても清潔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「それ以外は、部屋の広さと清潔さは気に入っています」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8件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以前、レストランが14階にあったと思うのですが、その時の朝食は素晴らしかったです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「Gloomy cold breakfast in gloomy cold pseudo Italian resta...」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8件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残念ながら、私の部屋のマットレスは沈み込んでいて、全く快適ではありませんでした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「コットンボールなどの基本的なアメニティが用意されていないのは驚きです」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5件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結局、貴重品は毎日フロントに預けなければなりませんでした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「スタッフ皆さんに優しくしていただき感謝しています」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4件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コンビニ・周辺施設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以前、レストランが14階にあったと思うのですが、その時の朝食は素晴らしかったです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「Gloomy cold breakfast in gloomy cold pseudo Italian resta...」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 a result, I experienced significant back soreness thro...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残念ながら、私の部屋のマットレスは沈み込んでいて、全く快適ではありませんでした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設備の老朽化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Gloomy cold breakfast in gloomy cold pseudo Italian resta...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部屋の狭さ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広いお部屋にしていただいたおかげで、トイレとお風呂も十分な広さがあり、子供と二人で着替えやトイレ利用をしても全く窮...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広いお部屋にしていただいたおかげで、トイレとお風呂も十分な広さがあり、子供と二人で着替えやトイレ利用をしても全く窮...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窓・採光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立地はとても便利で、窓の一つからは素晴らしい景色が望めます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スタッフ対応品質の統一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接客マニュアルの見直しと全スタッフへの周知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ゲストからのクレーム対応フローの明確化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定期的なCS研修の実施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ゲストコミュニケーションの強化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チェックイン時の挨拶・案内の標準化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チェックアウト時の簡易アンケート実施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リピーターへの感謝メッセージの導入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窓・採光環境の改善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遮光カーテンとレースカーテンの品質見直し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窓の開閉可否に関する事前案内の徹底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採光の良い客室の優先割り当てルール整備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口コミ返信体制の構築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全サイトの口コミに48時間以内の返信を目標に設定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特に低評価レビューへのフォローアップ強化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客室リニューアル計画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壁紙・カーペットの張替えによる「古さ」印象の払拭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照明のLED化・調光機能の追加で客室の雰囲気向上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USB充電ポート付きコンセントの設置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客室レイアウトの見直し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家具配置の最適化による体感スペースの拡大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コンパクト家具への入替検討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収納スペースの効率化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8.59点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0%維持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約3件/期間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4290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42900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4290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ダイワロイネットホテル東京大崎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2026-04-15T23:40:58Z</dcterms:created>
  <dcterms:modified xsi:type="dcterms:W3CDTF">2026-04-15T23:40:58Z</dcterms:modified>
</cp:coreProperties>
</file>