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ダイワロイネットホテル東京大崎</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64件  |  総合評価: 8.78点 (非常に良好)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64件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16A34A"/>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8.78点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79.7%</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0%</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ダイワロイネットホテル東京大崎は分析対象64件の口コミで、10点換算平均8.78点（非常に良好）を記録。高評価（8〜10点）が51件（79.7%）、低評価（1〜4点）が0件（0%）。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8.96/10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12件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9.67/10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9.67点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10件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3.8/5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7.6点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9.17/10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8点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3B7DD8"/>
                          </a:solidFill>
                          <a:latin typeface="Arial" pitchFamily="34" charset="0"/>
                          <a:ea typeface="Arial" pitchFamily="34" charset="-122"/>
                          <a:cs typeface="Arial" pitchFamily="34" charset="-120"/>
                        </a:rPr>
                        <a:t>概ね良好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4.25/5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48.4%</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31件</a:t>
            </a:r>
            <a:endParaRPr lang="en-US" sz="800" dirty="0"/>
          </a:p>
        </p:txBody>
      </p:sp>
      <p:sp>
        <p:nvSpPr>
          <p:cNvPr id="12" name="Shape 10"/>
          <p:cNvSpPr/>
          <p:nvPr/>
        </p:nvSpPr>
        <p:spPr>
          <a:xfrm>
            <a:off x="1325880" y="3728392"/>
            <a:ext cx="685800" cy="660728"/>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499792"/>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12.5%</a:t>
            </a:r>
            <a:endParaRPr lang="en-US" sz="800" dirty="0"/>
          </a:p>
        </p:txBody>
      </p:sp>
      <p:sp>
        <p:nvSpPr>
          <p:cNvPr id="15" name="Text 13"/>
          <p:cNvSpPr/>
          <p:nvPr/>
        </p:nvSpPr>
        <p:spPr>
          <a:xfrm>
            <a:off x="1234440" y="3271192"/>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8件</a:t>
            </a:r>
            <a:endParaRPr lang="en-US" sz="800" dirty="0"/>
          </a:p>
        </p:txBody>
      </p:sp>
      <p:sp>
        <p:nvSpPr>
          <p:cNvPr id="16" name="Shape 14"/>
          <p:cNvSpPr/>
          <p:nvPr/>
        </p:nvSpPr>
        <p:spPr>
          <a:xfrm>
            <a:off x="2194560" y="3398028"/>
            <a:ext cx="685800" cy="991092"/>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3169428"/>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18.8%</a:t>
            </a:r>
            <a:endParaRPr lang="en-US" sz="800" dirty="0"/>
          </a:p>
        </p:txBody>
      </p:sp>
      <p:sp>
        <p:nvSpPr>
          <p:cNvPr id="19" name="Text 17"/>
          <p:cNvSpPr/>
          <p:nvPr/>
        </p:nvSpPr>
        <p:spPr>
          <a:xfrm>
            <a:off x="2103120" y="2940828"/>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12件</a:t>
            </a:r>
            <a:endParaRPr lang="en-US" sz="800" dirty="0"/>
          </a:p>
        </p:txBody>
      </p:sp>
      <p:sp>
        <p:nvSpPr>
          <p:cNvPr id="20" name="Shape 18"/>
          <p:cNvSpPr/>
          <p:nvPr/>
        </p:nvSpPr>
        <p:spPr>
          <a:xfrm>
            <a:off x="3063240" y="3893574"/>
            <a:ext cx="685800" cy="495546"/>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3664974"/>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9.4%</a:t>
            </a:r>
            <a:endParaRPr lang="en-US" sz="800" dirty="0"/>
          </a:p>
        </p:txBody>
      </p:sp>
      <p:sp>
        <p:nvSpPr>
          <p:cNvPr id="23" name="Text 21"/>
          <p:cNvSpPr/>
          <p:nvPr/>
        </p:nvSpPr>
        <p:spPr>
          <a:xfrm>
            <a:off x="2971800" y="3436374"/>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6件</a:t>
            </a:r>
            <a:endParaRPr lang="en-US" sz="800" dirty="0"/>
          </a:p>
        </p:txBody>
      </p:sp>
      <p:sp>
        <p:nvSpPr>
          <p:cNvPr id="24" name="Shape 22"/>
          <p:cNvSpPr/>
          <p:nvPr/>
        </p:nvSpPr>
        <p:spPr>
          <a:xfrm>
            <a:off x="3931920" y="3810983"/>
            <a:ext cx="685800" cy="578137"/>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3582383"/>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10.9%</a:t>
            </a:r>
            <a:endParaRPr lang="en-US" sz="800" dirty="0"/>
          </a:p>
        </p:txBody>
      </p:sp>
      <p:sp>
        <p:nvSpPr>
          <p:cNvPr id="27" name="Text 25"/>
          <p:cNvSpPr/>
          <p:nvPr/>
        </p:nvSpPr>
        <p:spPr>
          <a:xfrm>
            <a:off x="3840480" y="3353783"/>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7件</a:t>
            </a:r>
            <a:endParaRPr lang="en-US" sz="800" dirty="0"/>
          </a:p>
        </p:txBody>
      </p:sp>
      <p:sp>
        <p:nvSpPr>
          <p:cNvPr id="28" name="Shape 26"/>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Trip.com / 10点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とても清潔</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10点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駅が近くて駐車場も隣にあり良かった</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10点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立地、快適さ、設備</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Text 19"/>
          <p:cNvSpPr/>
          <p:nvPr/>
        </p:nvSpPr>
        <p:spPr>
          <a:xfrm>
            <a:off x="4846320" y="1371600"/>
            <a:ext cx="3931920" cy="457200"/>
          </a:xfrm>
          <a:prstGeom prst="rect">
            <a:avLst/>
          </a:prstGeom>
          <a:noFill/>
          <a:ln/>
        </p:spPr>
        <p:txBody>
          <a:bodyPr wrap="square" rtlCol="0" anchor="ctr"/>
          <a:lstStyle/>
          <a:p>
            <a:pPr indent="0" marL="0">
              <a:buNone/>
            </a:pPr>
            <a:r>
              <a:rPr lang="en-US" sz="1000" dirty="0">
                <a:solidFill>
                  <a:srgbClr val="64748B"/>
                </a:solidFill>
                <a:latin typeface="Arial" pitchFamily="34" charset="0"/>
                <a:ea typeface="Arial" pitchFamily="34" charset="-122"/>
                <a:cs typeface="Arial" pitchFamily="34" charset="-120"/>
              </a:rPr>
              <a:t>（低評価コメントなし）</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8.78点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9.3点以上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79.7%</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84.7%以上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0%</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0.0%以下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ダイワロイネットホテル東京大崎の口コミ分析の結果、10点換算で平均8.78点（非常に良好）を記録しました。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分析対象64件のうち、高評価（8〜10点）が79.7%を占めており、継続的なサービス改善により更なる満足度向上が期待できます。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2026-03-28T22:02:50Z</dcterms:created>
  <dcterms:modified xsi:type="dcterms:W3CDTF">2026-03-28T22:02:50Z</dcterms:modified>
</cp:coreProperties>
</file>