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8.81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27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</c:v>
                </c:pt>
                <c:pt idx="2">
                  <c:v>8</c:v>
                </c:pt>
                <c:pt idx="3">
                  <c:v>6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会社にも徒歩圏内でとても近く、地下鉄大斉駅もすぐ下にあります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非常好乾凈 とても清潔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以前、レストランが14階にあったと思うのですが、その時の朝食は素晴らしかったです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残念ながら、私の部屋のマットレスは沈み込んでいて、全く快適ではありませんでした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Gloomy cold breakfast in gloomy cold pseudo Italian resta...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じゃらん(7.6)が相対的に低い。口コミ返信の強化が急務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27件（73.0%）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10件（27.0%）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会社にも徒歩圏内でとても近く、地下鉄大斉駅もすぐ下にあります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「Good location with the train station is just 3 minutes of...」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非常好乾凈 とても清潔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「それ以外は、部屋の広さと清潔さは気に入っています」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残念ながら、私の部屋のマットレスは沈み込んでいて、全く快適ではありませんでした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「コットンボールなどの基本的なアメニティが用意されていないのは驚きです」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結局、貴重品は毎日フロントに預けなければなりませんでした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「スタッフ皆さんに優しくしていただき感謝しています」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Gloomy cold breakfast in gloomy cold pseudo Italian resta...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2026-04-21T23:40:10Z</dcterms:created>
  <dcterms:modified xsi:type="dcterms:W3CDTF">2026-04-21T23:40:10Z</dcterms:modified>
</cp:coreProperties>
</file>