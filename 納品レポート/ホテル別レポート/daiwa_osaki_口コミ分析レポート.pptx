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60件　全体平均: 8.8/10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全60件分析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8.8/10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高評価(8点以上)が全体の80%を占めています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低評価(5点以下)は0%で管理可能な水準です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Trip.com / じゃらん / Agoda / Google / 楽天トラベル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9.64/10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9.64/10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4.33/5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 (48.3%)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51349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702210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(13.3%)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2081048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69768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 (18.3%)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135117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323837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(10.0%)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135117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323837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(10.0%)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とても清潔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ホテル2階から駅まで徒歩わずか3分という好立地。コンビニエンスストアのファミリーマートまでは徒歩5分です。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駅が近くて駐車場も隣にあり良かった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立地、快適さ、設備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残念ながら、私の部屋のマットレスは沈み込んでいて、全く快適ではありませんでした。そのため、6泊の滞在中ずっとひどい腰痛に悩まされました。滞在期間が長かったこともあり、これは私の快適さと休息に大きな影響..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ございません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なし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特にないです。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2026-03-28T22:44:19Z</dcterms:created>
  <dcterms:modified xsi:type="dcterms:W3CDTF">2026-03-28T22:44:19Z</dcterms:modified>
</cp:coreProperties>
</file>