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49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with the train station is just 3 minutes of...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49件（81.7%）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11件（18.3%）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with the train station is just 3 minutes of...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「駅が近くて駐車場も隣にあり良かった ございません ございません」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2026-03-27T00:18:58Z</dcterms:created>
  <dcterms:modified xsi:type="dcterms:W3CDTF">2026-03-27T00:18:58Z</dcterms:modified>
</cp:coreProperties>
</file>