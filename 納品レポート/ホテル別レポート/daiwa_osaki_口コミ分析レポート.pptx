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8.92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47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with the train station is just 3 minutes of...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それ以外は、部屋の広さと清潔さは気に入っています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47件（81.0%）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11件（19.0%）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with the train station is just 3 minutes of...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「駅が近くて駐車場も隣にあり良かった ございません ございません」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それ以外は、部屋の広さと清潔さは気に入っています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「清潔感のある過ごしやすい環境を提供しているホテルでした」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2026-03-25T11:12:25Z</dcterms:created>
  <dcterms:modified xsi:type="dcterms:W3CDTF">2026-03-25T11:12:25Z</dcterms:modified>
</cp:coreProperties>
</file>