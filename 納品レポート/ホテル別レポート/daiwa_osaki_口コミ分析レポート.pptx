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8.8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32</c:v>
                </c:pt>
                <c:pt idx="1">
                  <c:v>11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</c:v>
                </c:pt>
                <c:pt idx="1">
                  <c:v>4</c:v>
                </c:pt>
                <c:pt idx="2">
                  <c:v>9</c:v>
                </c:pt>
                <c:pt idx="3">
                  <c:v>7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レビュー総数：43件（6サイト）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大崎出張で2回目のお世話となりました  前回同様に清潔、快適、駅近等々で今回もお世話になった次第です 大崎出張で2...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大崎出張で2回目のお世話となりました  前回同様に清潔、快適、駅近等々で今回もお世話になった次第です 大崎出張で2...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大崎出張で2回目のお世話となりました  前回同様に清潔、快適、駅近等々で今回もお世話になった次第です 大崎出張で2...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a result, I experienced significant back soreness thro...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残念ながら、私の部屋のマットレスは沈み込んでいて、全く快適ではありませんでした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Gloomy cold breakfast in gloomy cold pseudo Italian resta...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じゃらん(7.7)が相対的に低い。口コミ返信の強化が急務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32件（74.4%）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11件（25.6%）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大崎出張で2回目のお世話となりました  前回同様に清潔、快適、駅近等々で今回もお世話になった次第です 大崎出張で2...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「駅に近いのも大きな利点です」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大崎出張で2回目のお世話となりました  前回同様に清潔、快適、駅近等々で今回もお世話になった次第です 大崎出張で2...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「対応がいつも迅速かつ丁寧なところや、部屋が綺麗」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大崎出張で2回目のお世話となりました  前回同様に清潔、快適、駅近等々で今回もお世話になった次第です 大崎出張で2...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「残念ながら、私の部屋のマットレスは沈み込んでいて、全く快適ではありませんでした」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対応がいつも迅速かつ丁寧なところや、部屋が綺麗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「スタッフは親切で笑顔が素敵です」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result, I experienced significant back soreness thro...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残念ながら、私の部屋のマットレスは沈み込んでいて、全く快適ではありませんでした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Gloomy cold breakfast in gloomy cold pseudo Italian resta...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ゲストコミュニケーションの強化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チェックイン時の挨拶・案内の標準化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チェックアウト時の簡易アンケート実施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リピーターへの感謝メッセージの導入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2026-04-06T04:03:17Z</dcterms:created>
  <dcterms:modified xsi:type="dcterms:W3CDTF">2026-04-06T04:03:17Z</dcterms:modified>
</cp:coreProperties>
</file>