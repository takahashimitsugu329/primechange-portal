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コンフォートホテル横浜関内</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7.52点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7.52点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67.6%</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DC2626"/>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12.2%</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ホテル横浜関内は分析対象148件の口コミで、10点換算平均7.52点（概ね良好）を記録。高評価（8〜10点）が100件（67.6%）、低評価（1〜4点）が18件（12.2%）。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3.74/5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7.48点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7.03/10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7.03点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3.79/5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7.58点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3.65/5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19件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8.32/10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8.32点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2888243"/>
            <a:ext cx="685800" cy="1500877"/>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265964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23.0%</a:t>
            </a:r>
            <a:endParaRPr lang="en-US" sz="800" dirty="0"/>
          </a:p>
        </p:txBody>
      </p:sp>
      <p:sp>
        <p:nvSpPr>
          <p:cNvPr id="11" name="Text 9"/>
          <p:cNvSpPr/>
          <p:nvPr/>
        </p:nvSpPr>
        <p:spPr>
          <a:xfrm>
            <a:off x="365760" y="243104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34件</a:t>
            </a:r>
            <a:endParaRPr lang="en-US" sz="800" dirty="0"/>
          </a:p>
        </p:txBody>
      </p:sp>
      <p:sp>
        <p:nvSpPr>
          <p:cNvPr id="12" name="Shape 10"/>
          <p:cNvSpPr/>
          <p:nvPr/>
        </p:nvSpPr>
        <p:spPr>
          <a:xfrm>
            <a:off x="1325880" y="4035972"/>
            <a:ext cx="685800" cy="353148"/>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80737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5.4%</a:t>
            </a:r>
            <a:endParaRPr lang="en-US" sz="800" dirty="0"/>
          </a:p>
        </p:txBody>
      </p:sp>
      <p:sp>
        <p:nvSpPr>
          <p:cNvPr id="15" name="Text 13"/>
          <p:cNvSpPr/>
          <p:nvPr/>
        </p:nvSpPr>
        <p:spPr>
          <a:xfrm>
            <a:off x="1234440" y="357877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16" name="Shape 14"/>
          <p:cNvSpPr/>
          <p:nvPr/>
        </p:nvSpPr>
        <p:spPr>
          <a:xfrm>
            <a:off x="2194560" y="1828800"/>
            <a:ext cx="685800" cy="256032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39.2%</a:t>
            </a:r>
            <a:endParaRPr lang="en-US" sz="800" dirty="0"/>
          </a:p>
        </p:txBody>
      </p:sp>
      <p:sp>
        <p:nvSpPr>
          <p:cNvPr id="19" name="Text 17"/>
          <p:cNvSpPr/>
          <p:nvPr/>
        </p:nvSpPr>
        <p:spPr>
          <a:xfrm>
            <a:off x="210312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58件</a:t>
            </a:r>
            <a:endParaRPr lang="en-US" sz="800" dirty="0"/>
          </a:p>
        </p:txBody>
      </p:sp>
      <p:sp>
        <p:nvSpPr>
          <p:cNvPr id="20" name="Shape 18"/>
          <p:cNvSpPr/>
          <p:nvPr/>
        </p:nvSpPr>
        <p:spPr>
          <a:xfrm>
            <a:off x="3063240" y="4124259"/>
            <a:ext cx="685800" cy="264861"/>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89565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4.1%</a:t>
            </a:r>
            <a:endParaRPr lang="en-US" sz="800" dirty="0"/>
          </a:p>
        </p:txBody>
      </p:sp>
      <p:sp>
        <p:nvSpPr>
          <p:cNvPr id="23" name="Text 21"/>
          <p:cNvSpPr/>
          <p:nvPr/>
        </p:nvSpPr>
        <p:spPr>
          <a:xfrm>
            <a:off x="2971800" y="366705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6件</a:t>
            </a:r>
            <a:endParaRPr lang="en-US" sz="800" dirty="0"/>
          </a:p>
        </p:txBody>
      </p:sp>
      <p:sp>
        <p:nvSpPr>
          <p:cNvPr id="24" name="Shape 22"/>
          <p:cNvSpPr/>
          <p:nvPr/>
        </p:nvSpPr>
        <p:spPr>
          <a:xfrm>
            <a:off x="3931920" y="3594538"/>
            <a:ext cx="685800" cy="794582"/>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36593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12.2%</a:t>
            </a:r>
            <a:endParaRPr lang="en-US" sz="800" dirty="0"/>
          </a:p>
        </p:txBody>
      </p:sp>
      <p:sp>
        <p:nvSpPr>
          <p:cNvPr id="27" name="Text 25"/>
          <p:cNvSpPr/>
          <p:nvPr/>
        </p:nvSpPr>
        <p:spPr>
          <a:xfrm>
            <a:off x="3840480" y="313733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18件</a:t>
            </a:r>
            <a:endParaRPr lang="en-US" sz="800" dirty="0"/>
          </a:p>
        </p:txBody>
      </p:sp>
      <p:sp>
        <p:nvSpPr>
          <p:cNvPr id="28" name="Shape 26"/>
          <p:cNvSpPr/>
          <p:nvPr/>
        </p:nvSpPr>
        <p:spPr>
          <a:xfrm>
            <a:off x="4800600" y="4124259"/>
            <a:ext cx="685800" cy="264861"/>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389565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4.1%</a:t>
            </a:r>
            <a:endParaRPr lang="en-US" sz="800" dirty="0"/>
          </a:p>
        </p:txBody>
      </p:sp>
      <p:sp>
        <p:nvSpPr>
          <p:cNvPr id="31" name="Text 29"/>
          <p:cNvSpPr/>
          <p:nvPr/>
        </p:nvSpPr>
        <p:spPr>
          <a:xfrm>
            <a:off x="4709160" y="366705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6件</a:t>
            </a:r>
            <a:endParaRPr lang="en-US" sz="800" dirty="0"/>
          </a:p>
        </p:txBody>
      </p:sp>
      <p:sp>
        <p:nvSpPr>
          <p:cNvPr id="32" name="Shape 30"/>
          <p:cNvSpPr/>
          <p:nvPr/>
        </p:nvSpPr>
        <p:spPr>
          <a:xfrm>
            <a:off x="5669280" y="3947686"/>
            <a:ext cx="685800" cy="441434"/>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371908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6.8%</a:t>
            </a:r>
            <a:endParaRPr lang="en-US" sz="800" dirty="0"/>
          </a:p>
        </p:txBody>
      </p:sp>
      <p:sp>
        <p:nvSpPr>
          <p:cNvPr id="35" name="Text 33"/>
          <p:cNvSpPr/>
          <p:nvPr/>
        </p:nvSpPr>
        <p:spPr>
          <a:xfrm>
            <a:off x="5577840" y="349048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36" name="Shape 34"/>
          <p:cNvSpPr/>
          <p:nvPr/>
        </p:nvSpPr>
        <p:spPr>
          <a:xfrm>
            <a:off x="6537960" y="4343400"/>
            <a:ext cx="685800" cy="4572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9" name="Text 37"/>
          <p:cNvSpPr/>
          <p:nvPr/>
        </p:nvSpPr>
        <p:spPr>
          <a:xfrm>
            <a:off x="644652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9点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ロケーション ウェルカムドリンク</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最高のロケーションです。最寄りの駅まではわずか5分。ホテルの向かいにはコンビニエンスストアがあります。周辺のレストランも素晴らしいです。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最高のロケーションです。最寄りの駅まではわずか5分。ホテルの向かいにはコンビニエンスストアがあります。周辺のレストランも素晴らしいです。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チェックイン時、やり方が分からずモタモタしてしまった際、受付の方の対応があまり丁寧では無く、後ろに並んでいる人がいたわけでもないのに、私たちに「早くして」と言う感情がすごく伝わってくるような接客をされて、子どもとせっかく楽しみにして来たのに…</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観光としての立地は凄くいいともう</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2点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予約時に見落としていたこちらのミスかもしれないが、内装工事しており、その関係で音がうるさく、朝食も弁当だった。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7.52点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8.0点以上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67.6%</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72.6%以上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12.2%</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9.2%以下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コンフォートホテル横浜関内の口コミ分析の結果、10点換算で平均7.52点（概ね良好）を記録しました。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分析対象148件のうち、高評価（8〜10点）が67.6%を占めており、継続的なサービス改善により更なる満足度向上が期待できます。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2026-03-28T22:02:49Z</dcterms:created>
  <dcterms:modified xsi:type="dcterms:W3CDTF">2026-03-28T22:02:49Z</dcterms:modified>
</cp:coreProperties>
</file>