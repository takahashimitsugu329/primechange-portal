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8.32</c:v>
                </c:pt>
                <c:pt idx="1">
                  <c:v>7.79</c:v>
                </c:pt>
                <c:pt idx="2">
                  <c:v>7.4</c:v>
                </c:pt>
                <c:pt idx="3">
                  <c:v>7.35</c:v>
                </c:pt>
                <c:pt idx="4">
                  <c:v>7.07</c:v>
                </c:pt>
                <c:pt idx="5">
                  <c:v>7.05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95</c:v>
                </c:pt>
                <c:pt idx="1">
                  <c:v>28</c:v>
                </c:pt>
                <c:pt idx="2">
                  <c:v>20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33</c:v>
                </c:pt>
                <c:pt idx="1">
                  <c:v>7</c:v>
                </c:pt>
                <c:pt idx="2">
                  <c:v>55</c:v>
                </c:pt>
                <c:pt idx="3">
                  <c:v>5</c:v>
                </c:pt>
                <c:pt idx="4">
                  <c:v>17</c:v>
                </c:pt>
                <c:pt idx="5">
                  <c:v>6</c:v>
                </c:pt>
                <c:pt idx="6">
                  <c:v>11</c:v>
                </c:pt>
                <c:pt idx="7">
                  <c:v>1</c:v>
                </c:pt>
                <c:pt idx="8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朝食が程よい味付けです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横浜スタジアムや中華街も徒歩圏内で、周りにはスーパーやコンビニ、飲食店も沢山あって便利^_^ 駐車場も隣接してあり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出し入れ自由 ロービー横にはドリンクサービス、 無料朝食もあり、メニューも豊富で美味しかったです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部屋も広く、快適でした ホテルが改装中が残念で、朝食がバイキングでないのが、残念でした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ダブルルーム（大型ベッド1台）でも、28インチのスーツケース2個と機内持ち込みサイズのスーツケース2個を壁際に立て...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嫌な臭いは一切なく、カーペット、カーテン、そしてバスルームまでピカピカでした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Trip.com(8.32)が最高スコア。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95件（66.4%）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28件（19.6%）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20件（14.0%）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朝食が程よい味付けです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「出し入れ自由 ロービー横にはドリンクサービス、 無料朝食もあり、メニューも豊富で美味しかったです」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横浜スタジアムや中華街も徒歩圏内で、周りにはスーパーやコンビニ、飲食店も沢山あって便利^_^ 駐車場も隣接してあり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「駅からも近いし、横浜観光のアクセスにはもってこいの場所だと思います」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出し入れ自由 ロービー横にはドリンクサービス、 無料朝食もあり、メニューも豊富で美味しかったです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「受付のスタッフの方達はとても丁寧でした」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部屋も綺麗だったと思います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「新しく改装されたばかりの店内は清潔で明るく、テーブルや椅子が配置され、居心地の良い雰囲気です」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子連れで2連泊しましたが、料金も安く、快適に過ごせました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「設備は必要最低限ですが特に不満は無いです」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横浜スタジアムや中華街も徒歩圏内で、周りにはスーパーやコンビニ、飲食店も沢山あって便利^_^ 駐車場も隣接してあり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「近くにスーパーやコンビニがあるのでとても便利でした」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部屋も広く、快適でした ホテルが改装中が残念で、朝食がバイキングでないのが、残念でした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ダブルルーム（大型ベッド1台）でも、28インチのスーツケース2個と機内持ち込みサイズのスーツケース2個を壁際に立て...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嫌な臭いは一切なく、カーペット、カーテン、そしてバスルームまでピカピカでした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予約時に見落としていたこちらのミスかもしれないが、内装工事しており、その関係で音がうるさく、朝食も弁当だった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2階のカフェ兼ブックルームは明るく快適です🍀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部屋は狭めで設備も古いが、スタッフの応対も丁寧でウェルカムドリンクもあります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スムージーや期間限定メニュー！】などと大々的に銘打ってありましたが、実際にはチェックイン時に「工事期間のため簡単な...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struttura è il classico business hotel con stanze picc...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嫌な臭いは一切なく、カーペット、カーテン、そしてバスルームまでピカピカでした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約27件/期間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2026-03-25T22:27:25Z</dcterms:created>
  <dcterms:modified xsi:type="dcterms:W3CDTF">2026-03-25T22:27:25Z</dcterms:modified>
</cp:coreProperties>
</file>