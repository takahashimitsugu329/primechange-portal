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24355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73152" cy="16459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2588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2514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レビュー総数: 144件　全体平均: 7.45/10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566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作成日: 2026年3月28日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35661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 | 全144件分析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005840"/>
            <a:ext cx="2011680" cy="45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7.45/10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246888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68880" y="1005840"/>
            <a:ext cx="201168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246888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46888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66344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005840"/>
            <a:ext cx="201168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中評価率(6-7点)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6344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16.7%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685800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58000" y="1005840"/>
            <a:ext cx="201168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低評価率(~5点)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85800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16.7%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274320" y="2240280"/>
            <a:ext cx="85953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7200" y="2331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主要発見事項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全体平均スコア 7.45/10 — 概ね良好ですが改善の余地があります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309981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高評価(8点以上)が全体の66.7%を占めています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3502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低評価(5点以下)は16.7%で管理可能な水準です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対象サイト: 楽天トラベル / Booking.com / Google / じゃらん / Trip.com / Agoda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各予約サイト・口コミサイト別スコア詳細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サイト名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10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件数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平均評価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評価判定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3.74/5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7.48/10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0" name="Shape 28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1" name="Shape 29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3" name="Shape 31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4" name="Text 32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7.03/10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7.03/10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3.62/5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7.24/10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0" name="Shape 48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2" name="Shape 50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3" name="Shape 51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4" name="Text 52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3.65/5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7.3/10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74320" y="2523744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hape 58"/>
          <p:cNvSpPr/>
          <p:nvPr/>
        </p:nvSpPr>
        <p:spPr>
          <a:xfrm>
            <a:off x="2560320" y="2523744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3657600" y="2523744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Shape 60"/>
          <p:cNvSpPr/>
          <p:nvPr/>
        </p:nvSpPr>
        <p:spPr>
          <a:xfrm>
            <a:off x="5029200" y="2523744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6400800" y="2523744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274320" y="2523744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2560320" y="252374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3657600" y="2523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8.22/10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5029200" y="2523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8.22/10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6400800" y="252374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概ね良好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274320" y="2852928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0" name="Shape 68"/>
          <p:cNvSpPr/>
          <p:nvPr/>
        </p:nvSpPr>
        <p:spPr>
          <a:xfrm>
            <a:off x="2560320" y="2852928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1" name="Shape 69"/>
          <p:cNvSpPr/>
          <p:nvPr/>
        </p:nvSpPr>
        <p:spPr>
          <a:xfrm>
            <a:off x="3657600" y="2852928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2" name="Shape 70"/>
          <p:cNvSpPr/>
          <p:nvPr/>
        </p:nvSpPr>
        <p:spPr>
          <a:xfrm>
            <a:off x="5029200" y="2852928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3" name="Shape 71"/>
          <p:cNvSpPr/>
          <p:nvPr/>
        </p:nvSpPr>
        <p:spPr>
          <a:xfrm>
            <a:off x="6400800" y="2852928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4" name="Text 72"/>
          <p:cNvSpPr/>
          <p:nvPr/>
        </p:nvSpPr>
        <p:spPr>
          <a:xfrm>
            <a:off x="274320" y="28529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2560320" y="285292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3657600" y="2852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8/10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5029200" y="2852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8/10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6400800" y="28529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概ね良好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評価スコア分布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10点換算スコア別件数・割合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100584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97280" y="1033272"/>
            <a:ext cx="2837793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026513" y="10058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 (20.8%)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135331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9点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97280" y="1380744"/>
            <a:ext cx="756745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1945465" y="135331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 (5.6%)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170078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8点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97280" y="1728216"/>
            <a:ext cx="5486400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6675120" y="170078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58件 (40.3%)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4320" y="204825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7点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97280" y="2075688"/>
            <a:ext cx="567559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1756279" y="204825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 (4.2%)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" y="239572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6点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097280" y="2423160"/>
            <a:ext cx="1702676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2891396" y="239572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 (12.5%)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74320" y="274320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097280" y="2770632"/>
            <a:ext cx="567559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1756279" y="27432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 (4.2%)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74320" y="309067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4点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097280" y="3118104"/>
            <a:ext cx="945931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9" name="Text 27"/>
          <p:cNvSpPr/>
          <p:nvPr/>
        </p:nvSpPr>
        <p:spPr>
          <a:xfrm>
            <a:off x="2134651" y="309067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 (6.9%)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4320" y="343814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3点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097280" y="3465576"/>
            <a:ext cx="94593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2" name="Text 30"/>
          <p:cNvSpPr/>
          <p:nvPr/>
        </p:nvSpPr>
        <p:spPr>
          <a:xfrm>
            <a:off x="1283313" y="343814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 (0.7%)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74320" y="378561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2点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097280" y="3813048"/>
            <a:ext cx="662152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5" name="Text 33"/>
          <p:cNvSpPr/>
          <p:nvPr/>
        </p:nvSpPr>
        <p:spPr>
          <a:xfrm>
            <a:off x="1850872" y="378561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 (4.9%)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顧客フィードバック分析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主要ポジティブ・ネガティブポイント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好評ポイント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ロケーション ウェルカムドリンク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65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最高のロケーションです。最寄りの駅まではわずか5分。ホテルの向かいにはコンビニエンスストアがあります。周辺のレストランも素晴らしいです。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トリプルベッドの設定がありがたい。 部屋は清潔で、朝食も期待以上。 また利用したい。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65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チェックイン、チェックアウトともにスムーズにでき良かった。 朝食がおかずもいろいろと選べ美味しかった。 ヨーグルトが👌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46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改善課題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設備にちょい残念な点が… シャワーヘッドの元のあたりから水もれあり。３部屋予約して宿泊したが、どの部屋もそんな感じだった。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937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クイン時、やり方が分からずモタモタしてしまった際、受付の方の対応があまり丁寧では無く、後ろに並んでいる人がいたわけでもないのに、私たちに「早くして」と言う感情がすごく伝わってくるような接客をされ..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937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ホテルが改装中が残念で、朝食がバイキングでないのが、残念でした。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937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部屋が思っていた以上に狭い  タオルかける場所がない  ユニットバスが狭すぎる  朝食が激混みで、やっと通されたら食べ物がほとんどなく、トレー、お皿もなかった。やっと食べようとしたら、横で机のアルコー...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改善アクションプラン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優先度別施策ロードマップ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60120"/>
            <a:ext cx="8595360" cy="11887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103327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即時対応（~2週間）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134416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低評価の根本原因特定とオペレーション改善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68680" y="169164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スタッフサービス品質トレーニング強化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286000"/>
            <a:ext cx="8595360" cy="1188720"/>
          </a:xfrm>
          <a:prstGeom prst="rect">
            <a:avLst/>
          </a:prstGeom>
          <a:solidFill>
            <a:srgbClr val="FFF7E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" y="235915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短期対応（1ヶ月以内）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267004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口コミ返信率向上によるブランド管理強化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68680" y="301752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多言語対応改善による外国人ゲスト満足度向上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" y="3611880"/>
            <a:ext cx="8595360" cy="1188720"/>
          </a:xfrm>
          <a:prstGeom prst="rect">
            <a:avLst/>
          </a:prstGeom>
          <a:solidFill>
            <a:srgbClr val="EFF6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22960" y="368503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中期対応（3ヶ月以内）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68680" y="399592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設備・アメニティ定期点検・更新サイクル確立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68680" y="434340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ゲストフィードバック収集システムの整備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コンフォートホテル横浜関内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2026-03-28T22:44:17Z</dcterms:created>
  <dcterms:modified xsi:type="dcterms:W3CDTF">2026-03-28T22:44:17Z</dcterms:modified>
</cp:coreProperties>
</file>