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Google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8</c:v>
                </c:pt>
                <c:pt idx="2">
                  <c:v>7.48</c:v>
                </c:pt>
                <c:pt idx="3">
                  <c:v>7.36</c:v>
                </c:pt>
                <c:pt idx="4">
                  <c:v>7.1</c:v>
                </c:pt>
                <c:pt idx="5">
                  <c:v>6.96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95</c:v>
                </c:pt>
                <c:pt idx="1">
                  <c:v>29</c:v>
                </c:pt>
                <c:pt idx="2">
                  <c:v>19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32</c:v>
                </c:pt>
                <c:pt idx="1">
                  <c:v>7</c:v>
                </c:pt>
                <c:pt idx="2">
                  <c:v>56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11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エアコンが古い、カードキータイプだが部屋にはカード入れがなく忘れそう、風呂の体を洗うタオルなし、朝食は団体客がいる...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横浜スタジアムや中華街も徒歩圏内で、周りにはスーパーやコンビニ、飲食店も沢山あって便利^_^ 駐車場も隣接してあり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スタッフの方みんな一生懸命でした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ヨーグルトが👌 設備にちょい残念な点が… シャワーヘッドの元のあたりから水もれあり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ダブルルーム（大型ベッド1台）でも、28インチのスーツケース2個と機内持ち込みサイズのスーツケース2個を壁際に立て...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ヨーグルトが👌 設備にちょい残念な点が… シャワーヘッドの元のあたりから水もれあり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Trip.com(8.32)が最高スコア。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95件（66.4%）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19件（13.3%）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エアコンが古い、カードキータイプだが部屋にはカード入れがなく忘れそう、風呂の体を洗うタオルなし、朝食は団体客がいる...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「部屋は清潔で、朝食も期待以上」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横浜スタジアムや中華街も徒歩圏内で、周りにはスーパーやコンビニ、飲食店も沢山あって便利^_^ 駐車場も隣接してあり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「駅からも近いし、横浜観光のアクセスにはもってこいの場所だと思います」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スタッフの方みんな一生懸命でした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「出し入れ自由 ロービー横にはドリンクサービス、 無料朝食もあり、メニューも豊富で美味しかったです」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部屋は清潔で、朝食も期待以上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「他の宿泊施設と比較すると安価に感じましたが、とても清潔な部屋でした」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トリプルベッドの設定がありがたい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「ヨーグルトが👌 設備にちょい残念な点が… シャワーヘッドの元のあたりから水もれあり」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横浜スタジアムや中華街も徒歩圏内で、周りにはスーパーやコンビニ、飲食店も沢山あって便利^_^ 駐車場も隣接してあり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「近くにスーパーやコンビニがあるのでとても便利でした」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ヨーグルトが👌 設備にちょい残念な点が… シャワーヘッドの元のあたりから水もれあり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ダブルルーム（大型ベッド1台）でも、28インチのスーツケース2個と機内持ち込みサイズのスーツケース2個を壁際に立て...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ヨーグルトが👌 設備にちょい残念な点が… シャワーヘッドの元のあたりから水もれあり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2階のカフェ兼ブックルームは明るく快適です🍀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エアコンが古い、カードキータイプだが部屋にはカード入れがなく忘れそう、風呂の体を洗うタオルなし、朝食は団体客がいる...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予約時に見落としていたこちらのミスかもしれないが、内装工事しており、その関係で音がうるさく、朝食も弁当だった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スムージーや期間限定メニュー！】などと大々的に銘打ってありましたが、実際にはチェックイン時に「工事期間のため簡単な...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エアコンが古い、カードキータイプだが部屋にはカード入れがなく忘れそう、風呂の体を洗うタオルなし、朝食は団体客がいる...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2026-03-27T00:18:59Z</dcterms:created>
  <dcterms:modified xsi:type="dcterms:W3CDTF">2026-03-27T00:18:59Z</dcterms:modified>
</cp:coreProperties>
</file>