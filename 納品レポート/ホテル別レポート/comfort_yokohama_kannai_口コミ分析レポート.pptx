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8.32</c:v>
                </c:pt>
                <c:pt idx="1">
                  <c:v>8</c:v>
                </c:pt>
                <c:pt idx="2">
                  <c:v>7.58</c:v>
                </c:pt>
                <c:pt idx="3">
                  <c:v>7.48</c:v>
                </c:pt>
                <c:pt idx="4">
                  <c:v>7.26</c:v>
                </c:pt>
                <c:pt idx="5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34</c:v>
                </c:pt>
                <c:pt idx="1">
                  <c:v>8</c:v>
                </c:pt>
                <c:pt idx="2">
                  <c:v>54</c:v>
                </c:pt>
                <c:pt idx="3">
                  <c:v>6</c:v>
                </c:pt>
                <c:pt idx="4">
                  <c:v>18</c:v>
                </c:pt>
                <c:pt idx="5">
                  <c:v>5</c:v>
                </c:pt>
                <c:pt idx="6">
                  <c:v>10</c:v>
                </c:pt>
                <c:pt idx="7">
                  <c:v>1</c:v>
                </c:pt>
                <c:pt idx="8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67.1%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12.6%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96件（67.1%）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29件（20.3%）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18件（12.6%）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低評価・中評価レビュー（47件）から改善課題を優先度別に整理しています。S/A/B/Cの4段階で優先度を設定し、計画的な改善を推進します。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7.52点 → 目標 8.02点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67.1% → 目標 72.1%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12.6% → 目標 10.6%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コンフォートホテル横浜関内は全体平均7.52点（10pt換算）、高評価率67.1%を達成しています。本レポートで示した改善施策を段階的に実施することで、さらなる顧客満足度向上が期待できます。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コンフォートホテル横浜関内 口コミ分析レポート</dc:title>
  <dc:subject>PptxGenJS Presentation</dc:subject>
  <dc:creator>PptxGenJS</dc:creator>
  <cp:lastModifiedBy>PptxGenJS</cp:lastModifiedBy>
  <cp:revision>1</cp:revision>
  <dcterms:created xsi:type="dcterms:W3CDTF">2026-03-29T23:17:20Z</dcterms:created>
  <dcterms:modified xsi:type="dcterms:W3CDTF">2026-03-29T23:17:20Z</dcterms:modified>
</cp:coreProperties>
</file>