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29</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横浜という立地から多少の英会話くらいは出来ると思ってましたが、年配の男性が全くできず海外の方が困ってたので助けてあ...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2026-04-02T08:56:36Z</dcterms:created>
  <dcterms:modified xsi:type="dcterms:W3CDTF">2026-04-02T08:56:36Z</dcterms:modified>
</cp:coreProperties>
</file>