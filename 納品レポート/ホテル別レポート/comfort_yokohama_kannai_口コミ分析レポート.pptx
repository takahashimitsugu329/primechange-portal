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8.35</c:v>
                </c:pt>
                <c:pt idx="1">
                  <c:v>8</c:v>
                </c:pt>
                <c:pt idx="2">
                  <c:v>7.57</c:v>
                </c:pt>
                <c:pt idx="3">
                  <c:v>7.57</c:v>
                </c:pt>
                <c:pt idx="4">
                  <c:v>7.25</c:v>
                </c:pt>
                <c:pt idx="5">
                  <c:v>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</c:v>
                </c:pt>
                <c:pt idx="1">
                  <c:v>8</c:v>
                </c:pt>
                <c:pt idx="2">
                  <c:v>53</c:v>
                </c:pt>
                <c:pt idx="3">
                  <c:v>6</c:v>
                </c:pt>
                <c:pt idx="4">
                  <c:v>18</c:v>
                </c:pt>
                <c:pt idx="5">
                  <c:v>5</c:v>
                </c:pt>
                <c:pt idx="6">
                  <c:v>9</c:v>
                </c:pt>
                <c:pt idx="7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97件（67.8%）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29件（20.3%）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7.57点 → 目標 8.07点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67.8% → 目標 72.8%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コンフォートホテル横浜関内は全体平均7.57点（10pt換算）、高評価率67.8%を達成しています。本レポートで示した改善施策を段階的に実施することで、さらなる顧客満足度向上が期待できます。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口コミ分析レポート</dc:title>
  <dc:subject>PptxGenJS Presentation</dc:subject>
  <dc:creator>PptxGenJS</dc:creator>
  <cp:lastModifiedBy>PptxGenJS</cp:lastModifiedBy>
  <cp:revision>1</cp:revision>
  <dcterms:created xsi:type="dcterms:W3CDTF">2026-04-07T23:27:22Z</dcterms:created>
  <dcterms:modified xsi:type="dcterms:W3CDTF">2026-04-07T23:27:22Z</dcterms:modified>
</cp:coreProperties>
</file>