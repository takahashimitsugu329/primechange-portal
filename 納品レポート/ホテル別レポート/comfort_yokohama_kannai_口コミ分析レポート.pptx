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8.58</c:v>
                </c:pt>
                <c:pt idx="1">
                  <c:v>7.85</c:v>
                </c:pt>
                <c:pt idx="2">
                  <c:v>7.43</c:v>
                </c:pt>
                <c:pt idx="3">
                  <c:v>7.31</c:v>
                </c:pt>
                <c:pt idx="4">
                  <c:v>6.95</c:v>
                </c:pt>
                <c:pt idx="5">
                  <c:v>6.62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23</c:v>
                </c:pt>
                <c:pt idx="2">
                  <c:v>18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30</c:v>
                </c:pt>
                <c:pt idx="1">
                  <c:v>9</c:v>
                </c:pt>
                <c:pt idx="2">
                  <c:v>58</c:v>
                </c:pt>
                <c:pt idx="3">
                  <c:v>5</c:v>
                </c:pt>
                <c:pt idx="4">
                  <c:v>12</c:v>
                </c:pt>
                <c:pt idx="5">
                  <c:v>6</c:v>
                </c:pt>
                <c:pt idx="6">
                  <c:v>10</c:v>
                </c:pt>
                <c:pt idx="7">
                  <c:v>1</c:v>
                </c:pt>
                <c:pt idx="8">
                  <c:v>7</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70.3%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13.0%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朝食は、ビュッフェ形式でなかった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横浜市営地下鉄の駅が近く便利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朝食弁当はまずいし、朝食がパン派の人は対応なし</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ただし，今回は改装工事でカフェが利用出来ず、朝食もおにぎり弁当の一択で残念</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部屋は、少し狭いですが、清潔にされていました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部屋着（バスローブ）はエレベーター前にあるのでそれを取って行くスタイルです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70.3%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13.0%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Trip.com(8.58)が最高スコア。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97件（70.3%）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18件（13.0%）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朝食は、ビュッフェ形式でなかった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「ただし，今回は改装工事でカフェが利用出来ず、朝食もおにぎり弁当の一択で残念」</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横浜市営地下鉄の駅が近く便利</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「立地だけのホテル 朝食ブュッフェが楽しめるというから選んだのに、改装工事ということでクッソ不味い弁当であしらわれた」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朝食弁当はまずいし、朝食がパン派の人は対応なし</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「施設を良くするためのリニューアル工事は仕方ないにしても、対応が残念」</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連泊なのにお部屋の清掃入られたことに驚きました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「ただリニューアル中なのでお部屋も綺麗になりつつあり好感」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Prezzo non adeguato このホテルは、小さめながら快適な客室を備えた典型的なビジネスホテルです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「アメニティはビジネスホテルとしては普通だと思います」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m(_ _)m レストラン</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「レストラン工事でお弁当だったのが残念」</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ただし，今回は改装工事でカフェが利用出来ず、朝食もおにぎり弁当の一択で残念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部屋は、少し狭いですが、清潔にされていました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部屋着（バスローブ）はエレベーター前にあるのでそれを取って行くスタイルです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工事中のため評価の高いカフェスペースや朝食バイキングが使用不可だったのは残念でしたし、アメニティが少ない点もありま...</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ただホテル自体が年数が経ってるせいかちょっと古さ加減があったけど全然気にならない程度でした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ビュッフェスタイルの朝食は廃止され、お弁当とおにぎりに置き換えられました。改装工事中で、一部は工事現場のようです。...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struttura è il classico business hotel con stanze picc...</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改修中ということで朝食は弁当でしたが、美味しくなかった、 部屋が薬品のような臭いが強くて、しばらく寝られなかった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窓から富士山が見えました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13.0%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2026-03-19T23:27:40Z</dcterms:created>
  <dcterms:modified xsi:type="dcterms:W3CDTF">2026-03-19T23:27:40Z</dcterms:modified>
</cp:coreProperties>
</file>