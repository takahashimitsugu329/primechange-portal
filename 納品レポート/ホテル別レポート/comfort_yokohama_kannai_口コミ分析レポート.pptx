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Booking.com</c:v>
                  </c:pt>
                  <c:pt idx="3">
                    <c:v>Agoda</c:v>
                  </c:pt>
                  <c:pt idx="4">
                    <c:v>じゃらん</c:v>
                  </c:pt>
                  <c:pt idx="5">
                    <c:v>Google</c:v>
                  </c:pt>
                </c:lvl>
              </c:multiLvlStrCache>
            </c:multiLvlStrRef>
          </c:cat>
          <c:val>
            <c:numRef>
              <c:f>Sheet1!$B$2:$B$7</c:f>
              <c:numCache>
                <c:formatCode>General</c:formatCode>
                <c:ptCount val="6"/>
                <c:pt idx="0">
                  <c:v>8.67</c:v>
                </c:pt>
                <c:pt idx="1">
                  <c:v>7.9</c:v>
                </c:pt>
                <c:pt idx="2">
                  <c:v>7.5</c:v>
                </c:pt>
                <c:pt idx="3">
                  <c:v>7.43</c:v>
                </c:pt>
                <c:pt idx="4">
                  <c:v>7.16</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100</c:v>
                </c:pt>
                <c:pt idx="1">
                  <c:v>23</c:v>
                </c:pt>
                <c:pt idx="2">
                  <c:v>15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35</c:v>
                </c:pt>
                <c:pt idx="1">
                  <c:v>8</c:v>
                </c:pt>
                <c:pt idx="2">
                  <c:v>57</c:v>
                </c:pt>
                <c:pt idx="3">
                  <c:v>4</c:v>
                </c:pt>
                <c:pt idx="4">
                  <c:v>13</c:v>
                </c:pt>
                <c:pt idx="5">
                  <c:v>6</c:v>
                </c:pt>
                <c:pt idx="6">
                  <c:v>9</c:v>
                </c:pt>
                <c:pt idx="7">
                  <c:v>1</c:v>
                </c:pt>
                <c:pt idx="8">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7.70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72.5%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残念ながら改装工事中で、通常の朝食は提供されていませんでした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電車に乗ってラーメン博物館もあり、観光にも便利な立地でした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7時半のチェックアウトのとき、改装中の朝食のお弁当受け渡し業務のスタッフが5人ほどいましたが、完全にシカトで、感じ...</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残念ながら改装工事中で、通常の朝食は提供されていませんでした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部屋着（バスローブ）はエレベーター前にあるのでそれを取って行くスタイルです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部屋は、少し狭いですが、清潔にされていました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7.70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72.5%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Trip.com(8.67)が最高スコア。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100件（72.5%）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23件（16.7%）</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15件（10.9%）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残念ながら改装工事中で、通常の朝食は提供されていませんでした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「ホテルが改装しているのを知らないで 宿泊をしたので、楽しみにしていた朝食のスムージーが飲めなくて残念でした」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電車に乗ってラーメン博物館もあり、観光にも便利な立地でした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「駅からとても近くて、歩いていろいろなところにいける良いホテルだと」</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7時半のチェックアウトのとき、改装中の朝食のお弁当受け渡し業務のスタッフが5人ほどいましたが、完全にシカトで、感じ...</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「低価格なのに、ホテル内、お部屋共にどこも清潔でフロントの方の接客もとても丁寧で安心でした」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低価格なのに、ホテル内、お部屋共にどこも清潔でフロントの方の接客もとても丁寧で安心でした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「部屋は、少し狭いですが、清潔にされていました」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Prezzo non adeguato このホテルは、小さめながら快適な客室を備えた典型的なビジネスホテルです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「アメニティはビジネスホテルとしては普通だと思います」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レストランの改装中にあたってしまい残念でしたが、お弁当の朝食サービスもあり立地と価格を考えるとかなりお得だったと思います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「子連れで添い寝無料はとても助かるので、朝食レストランが復活したらまた利用したいと思います」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残念ながら改装工事中で、通常の朝食は提供されていませんでした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部屋着（バスローブ）はエレベーター前にあるのでそれを取って行くスタイルです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部屋は、少し狭いですが、清潔にされていました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工事中のため評価の高いカフェスペースや朝食バイキングが使用不可だったのは残念でしたし、アメニティが少ない点もありま...</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改修中ということで朝食は弁当でしたが、美味しくなかった、 部屋が薬品のような臭いが強くて、しばらく寝られなかった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ビュッフェスタイルの朝食は廃止され、代わりに弁当とおにぎりが提供されるようになりました。改装工事中で、一部は工事現...</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struttura è il classico business hotel con stanze picc...</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ただホテル自体が年数が経ってるせいかちょっと古さ加減があったけど全然気にならない程度でした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72.5%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2026-03-16T22:42:40Z</dcterms:created>
  <dcterms:modified xsi:type="dcterms:W3CDTF">2026-03-16T22:42:40Z</dcterms:modified>
</cp:coreProperties>
</file>