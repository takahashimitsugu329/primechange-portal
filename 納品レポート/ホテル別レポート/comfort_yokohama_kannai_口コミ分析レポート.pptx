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分析対象期間：2026-02-05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07742"/>
            <a:ext cx="1188720" cy="1607058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8770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382012"/>
            <a:ext cx="1188720" cy="1732788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20619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404872"/>
            <a:ext cx="1188720" cy="1709928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20848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286000"/>
            <a:ext cx="118872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212848"/>
            <a:ext cx="1188720" cy="19019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8928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446020"/>
            <a:ext cx="1188720" cy="16687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21259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全体平均評価：7.52点 / 高評価率：67.6% / 低評価率：12.2%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2026-03-28T22:02:39Z</dcterms:created>
  <dcterms:modified xsi:type="dcterms:W3CDTF">2026-03-28T22:02:39Z</dcterms:modified>
</cp:coreProperties>
</file>