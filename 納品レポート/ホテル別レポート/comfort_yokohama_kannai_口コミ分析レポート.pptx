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8.68</c:v>
                </c:pt>
                <c:pt idx="1">
                  <c:v>7.9</c:v>
                </c:pt>
                <c:pt idx="2">
                  <c:v>7.43</c:v>
                </c:pt>
                <c:pt idx="3">
                  <c:v>7.43</c:v>
                </c:pt>
                <c:pt idx="4">
                  <c:v>7.2</c:v>
                </c:pt>
                <c:pt idx="5">
                  <c:v>6.62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100</c:v>
                </c:pt>
                <c:pt idx="1">
                  <c:v>22</c:v>
                </c:pt>
                <c:pt idx="2">
                  <c:v>16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33</c:v>
                </c:pt>
                <c:pt idx="1">
                  <c:v>9</c:v>
                </c:pt>
                <c:pt idx="2">
                  <c:v>58</c:v>
                </c:pt>
                <c:pt idx="3">
                  <c:v>4</c:v>
                </c:pt>
                <c:pt idx="4">
                  <c:v>12</c:v>
                </c:pt>
                <c:pt idx="5">
                  <c:v>6</c:v>
                </c:pt>
                <c:pt idx="6">
                  <c:v>9</c:v>
                </c:pt>
                <c:pt idx="7">
                  <c:v>1</c:v>
                </c:pt>
                <c:pt idx="8">
                  <c:v>6</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レビュー総数：138件（6サイト）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7.65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72.5%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11.6%</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138件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が改装中で提供された朝ごはん（お弁当）が残念でした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立地だけのホテル 朝食ブュッフェが楽しめるというから選んだのに、改装工事ということでクッソ不味い弁当であしらわれた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施設を良くするためのリニューアル工事は仕方ないにしても、対応が残念</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が改装中で提供された朝ごはん（お弁当）が残念でした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部屋は、少し狭いですが、清潔にされていました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部屋着（バスローブ）はエレベーター前にあるのでそれを取って行くスタイルです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7.65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72.5%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11.6%</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138件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Trip.com(8.68)が最高スコア。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Google(6.6)が相対的に低い。口コミ返信の強化が急務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100件（72.5%）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22件（15.9%）</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16件（11.6%）</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が改装中で提供された朝ごはん（お弁当）が残念でした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「立地だけのホテル 朝食ブュッフェが楽しめるというから選んだのに、改装工事ということでクッソ不味い弁当であしらわれた」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立地だけのホテル 朝食ブュッフェが楽しめるというから選んだのに、改装工事ということでクッソ不味い弁当であしらわれた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「２泊しましたが立地もよくご飯に困りませんでした」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施設を良くするためのリニューアル工事は仕方ないにしても、対応が残念</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「7時半のチェックアウトのとき、改装中の朝食のお弁当受け渡し業務のスタッフが5人ほどいましたが、完全にシカトで、感じ...」</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連泊なのにお部屋の清掃入られたことに驚きました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「ただリニューアル中なのでお部屋も綺麗になりつつあり好感」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Prezzo non adeguato このホテルは、小さめながら快適な客室を備えた典型的なビジネスホテルです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「アメニティはビジネスホテルとしては普通だと思います」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m(_ _)m レストラン</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「レストラン工事でお弁当だったのが残念」</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が改装中で提供された朝ごはん（お弁当）が残念でした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部屋は、少し狭いですが、清潔にされていました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部屋着（バスローブ）はエレベーター前にあるのでそれを取って行くスタイルです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工事中のため評価の高いカフェスペースや朝食バイキングが使用不可だったのは残念でしたし、アメニティが少ない点もありま...</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La struttura è il classico business hotel con stanze picc...</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ただホテル自体が年数が経ってるせいかちょっと古さ加減があったけど全然気にならない程度でした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breakfast was also very delicious. I booked and check...</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改修中ということで朝食は弁当でしたが、美味しくなかった、 部屋が薬品のような臭いが強くて、しばらく寝られなかった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72.5%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2026-03-18T01:37:44Z</dcterms:created>
  <dcterms:modified xsi:type="dcterms:W3CDTF">2026-03-18T01:37:44Z</dcterms:modified>
</cp:coreProperties>
</file>