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口コミ分析レポート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7432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ACCEE"/>
                </a:solidFill>
              </a:rPr>
              <a:t>コンフォートホテル横浜関内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BBBBB"/>
                </a:solidFill>
              </a:rPr>
              <a:t>2026年3月29日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A5C"/>
                </a:solidFill>
              </a:rPr>
              <a:t>エグゼクティブサマリー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1371600"/>
          </a:xfrm>
          <a:prstGeom prst="rect">
            <a:avLst/>
          </a:prstGeom>
          <a:solidFill>
            <a:srgbClr val="F0F8FF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1887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全体平均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</a:rPr>
              <a:t>7.52点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383280" y="1097280"/>
            <a:ext cx="2651760" cy="1371600"/>
          </a:xfrm>
          <a:prstGeom prst="rect">
            <a:avLst/>
          </a:prstGeom>
          <a:solidFill>
            <a:srgbClr val="F0F8FF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83280" y="11887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高評価率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383280" y="16459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</a:rPr>
              <a:t>67.1%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6309360" y="1097280"/>
            <a:ext cx="2651760" cy="1371600"/>
          </a:xfrm>
          <a:prstGeom prst="rect">
            <a:avLst/>
          </a:prstGeom>
          <a:solidFill>
            <a:srgbClr val="F0F8FF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09360" y="11887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低評価率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09360" y="16459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0392B"/>
                </a:solidFill>
              </a:rPr>
              <a:t>12.6%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9235440" y="1097280"/>
            <a:ext cx="2651760" cy="1371600"/>
          </a:xfrm>
          <a:prstGeom prst="rect">
            <a:avLst/>
          </a:prstGeom>
          <a:solidFill>
            <a:srgbClr val="F0F8FF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35440" y="11887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</a:rPr>
              <a:t>レビュー総数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235440" y="164592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3A5C"/>
                </a:solidFill>
              </a:rPr>
              <a:t>143件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57200" y="2743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分析対象: コンフォートホテル横浜関内  |  対象サイト: Booking.com / Trip.com / じゃらん / 楽天トラベル / Agoda / Google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A5C"/>
                </a:solidFill>
              </a:rPr>
              <a:t>サイト別評価</a:t>
            </a:r>
            <a:endParaRPr lang="en-US" sz="2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109728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サイト名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件数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平均（原点）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10pt換算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判定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8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Trip.com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8.32 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8.32/10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Agoda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8.00 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8.00/10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Google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3.79 /5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7.58/10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概ね良好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楽天トラベル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42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3.74 /5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7.48/10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概ね良好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じゃらん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3.63 /5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7.26/10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概ね良好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Booking.com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28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7.00 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7.00/10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概ね良好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A5C"/>
                </a:solidFill>
              </a:rPr>
              <a:t>評価分布（10pt換算）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10972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10点: 34件 (23.8%)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9点: 8件 (5.6%)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8点: 54件 (37.8%)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7点: 6件 (4.2%)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6点: 18件 (12.6%)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5点: 5件 (3.5%)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4点: 10件 (7.0%)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3点: 1件 (0.7%)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2点: 7件 (4.9%)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3A5C"/>
                </a:solidFill>
              </a:rPr>
              <a:t>改善提案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1. 高評価の強みを対外発信し差別化を強化する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7373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2. 低評価・改善コメントに迅速に対応しリピート率を向上させる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3. 口コミ投稿促進施策を実施しレビュー数を増加させる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30175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4. 月次で口コミをモニタリングし継続的改善サイクルを確立する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2026-03-29T07:29:15Z</dcterms:created>
  <dcterms:modified xsi:type="dcterms:W3CDTF">2026-03-29T07:29:15Z</dcterms:modified>
</cp:coreProperties>
</file>