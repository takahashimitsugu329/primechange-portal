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Google</c:v>
                  </c:pt>
                  <c:pt idx="3">
                    <c:v>楽天トラベル</c:v>
                  </c:pt>
                  <c:pt idx="4">
                    <c:v>Booking.com</c:v>
                  </c:pt>
                  <c:pt idx="5">
                    <c:v>じゃらん</c:v>
                  </c:pt>
                </c:lvl>
              </c:multiLvlStrCache>
            </c:multiLvlStrRef>
          </c:cat>
          <c:val>
            <c:numRef>
              <c:f>Sheet1!$B$2:$B$7</c:f>
              <c:numCache>
                <c:formatCode>General</c:formatCode>
                <c:ptCount val="6"/>
                <c:pt idx="0">
                  <c:v>8.35</c:v>
                </c:pt>
                <c:pt idx="1">
                  <c:v>8</c:v>
                </c:pt>
                <c:pt idx="2">
                  <c:v>7.57</c:v>
                </c:pt>
                <c:pt idx="3">
                  <c:v>7.57</c:v>
                </c:pt>
                <c:pt idx="4">
                  <c:v>7.25</c:v>
                </c:pt>
                <c:pt idx="5">
                  <c:v>7.2</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97</c:v>
                </c:pt>
                <c:pt idx="1">
                  <c:v>29</c:v>
                </c:pt>
                <c:pt idx="2">
                  <c:v>17</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36</c:v>
                </c:pt>
                <c:pt idx="1">
                  <c:v>8</c:v>
                </c:pt>
                <c:pt idx="2">
                  <c:v>53</c:v>
                </c:pt>
                <c:pt idx="3">
                  <c:v>6</c:v>
                </c:pt>
                <c:pt idx="4">
                  <c:v>18</c:v>
                </c:pt>
                <c:pt idx="5">
                  <c:v>5</c:v>
                </c:pt>
                <c:pt idx="6">
                  <c:v>9</c:v>
                </c:pt>
                <c:pt idx="7">
                  <c:v>8</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作成日：2026年4月6日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7.57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67.8%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11.9%</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朝食も悪くはないが、狭いので時間帯のよってはかなり混雑する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横浜という立地から多少の英会話くらいは出来ると思ってましたが、年配の男性が全くできず海外の方が困ってたので助けてあ...</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フロントの方が不慣れなのか、他の人には伝えていたウエルカムドリンクの話や朝食、チェックアウトの時間も全くない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防音対策が悪いのでしょうか、少し残念でした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朝食も悪くはないが、狭いので時間帯のよってはかなり混雑する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広めの部屋にお金を払って変えてもらったけど トイレとお風呂場に綿埃が多数落ちているのとポットがカビっぽかった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7.57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67.8%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11.9%</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Trip.com(8.35)が最高スコア。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97件（67.8%）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29件（20.3%）</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17件（11.9%）</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朝食も悪くはないが、狭いので時間帯のよってはかなり混雑する</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「フロントの方が不慣れなのか、他の人には伝えていたウエルカムドリンクの話や朝食、チェックアウトの時間も全くない」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横浜という立地から多少の英会話くらいは出来ると思ってましたが、年配の男性が全くできず海外の方が困ってたので助けてあ...</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「立地のせいもあるのと壁が薄めなのか、外や廊下の音は気になる程度には聞こえました」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フロントの方が不慣れなのか、他の人には伝えていたウエルカムドリンクの話や朝食、チェックアウトの時間も全くない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「フロントの対応もスタッフの方の対応も良かったです」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部屋の広さも設備も料金に見合うものだと思うが、それ以上のものではない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「部屋はきれいで、過不足なく快適に過ごせました」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部屋はきれいで、過不足なく快適に過ごせました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「部屋も綺麗でした」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小さなスーパーもありました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「ホテルの向かいにはコンビニエンスストアがあります」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防音対策が悪いのでしょうか、少し残念でした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朝食も悪くはないが、狭いので時間帯のよってはかなり混雑する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広めの部屋にお金を払って変えてもらったけど トイレとお風呂場に綿埃が多数落ちているのとポットがカビっぽかった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会場が狭めで品数も多くはありませんが、パンもシリアルもありよかったです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立地のせいもあるのと壁が薄めなのか、外や廊下の音は気になる程度には聞こえました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空調が暖房•送風のみだったため、室温調整に窓を開けざるをなかった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空調が暖房•送風のみだったため、室温調整に窓を開けざるをなかった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エアコンが古い、カードキータイプだが部屋にはカード入れがなく忘れそう、風呂の体を洗うタオルなし、朝食は団体客がいる...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嫌な臭いは一切なく、カーペット、カーテン、そしてバスルームまでピカピカでした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8.1点以上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11.9%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対応・サービスの不満クレーム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コンフォートホテル横浜関内 口コミ分析改善レポート</dc:title>
  <dc:subject>PptxGenJS Presentation</dc:subject>
  <dc:creator>Hotel Consulting</dc:creator>
  <cp:lastModifiedBy>Hotel Consulting</cp:lastModifiedBy>
  <cp:revision>1</cp:revision>
  <dcterms:created xsi:type="dcterms:W3CDTF">2026-04-06T04:03:18Z</dcterms:created>
  <dcterms:modified xsi:type="dcterms:W3CDTF">2026-04-06T04:03:18Z</dcterms:modified>
</cp:coreProperties>
</file>