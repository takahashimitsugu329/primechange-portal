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7.57</c:v>
                </c:pt>
                <c:pt idx="4">
                  <c:v>7.25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8</c:v>
                </c:pt>
                <c:pt idx="2">
                  <c:v>53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7.57点 → 目標 8.07点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コンフォートホテル横浜関内は全体平均7.57点（10pt換算）、高評価率67.8%を達成しています。本レポートで示した改善施策を段階的に実施することで、さらなる顧客満足度向上が期待できます。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