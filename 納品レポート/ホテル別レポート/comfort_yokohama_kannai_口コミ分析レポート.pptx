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8.42</c:v>
                </c:pt>
                <c:pt idx="1">
                  <c:v>7.56</c:v>
                </c:pt>
                <c:pt idx="2">
                  <c:v>7.43</c:v>
                </c:pt>
                <c:pt idx="3">
                  <c:v>7.42</c:v>
                </c:pt>
                <c:pt idx="4">
                  <c:v>6.95</c:v>
                </c:pt>
                <c:pt idx="5">
                  <c:v>6.8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98</c:v>
                </c:pt>
                <c:pt idx="1">
                  <c:v>24</c:v>
                </c:pt>
                <c:pt idx="2">
                  <c:v>19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30</c:v>
                </c:pt>
                <c:pt idx="1">
                  <c:v>8</c:v>
                </c:pt>
                <c:pt idx="2">
                  <c:v>60</c:v>
                </c:pt>
                <c:pt idx="3">
                  <c:v>5</c:v>
                </c:pt>
                <c:pt idx="4">
                  <c:v>13</c:v>
                </c:pt>
                <c:pt idx="5">
                  <c:v>6</c:v>
                </c:pt>
                <c:pt idx="6">
                  <c:v>9</c:v>
                </c:pt>
                <c:pt idx="7">
                  <c:v>1</c:v>
                </c:pt>
                <c:pt idx="8">
                  <c:v>9</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7.46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69.5%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13.5%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予約時に見落としていたこちらのミスかもしれないが、内装工事しており、その関係で音がうるさく、朝食も弁当だった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立地もいいですし、客層もまずまず</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部屋は狭めで設備も古いが、スタッフの応対も丁寧でウェルカムドリンクもあります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まあそれはいいのですが、本件で不愉快な思いをしている宿泊客が多数存在するのは確実なのに、それと知りながら平気で行う...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部屋は狭めで設備も古いが、スタッフの応対も丁寧でウェルカムドリンクもあります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予約時に見落としていたこちらのミスかもしれないが、内装工事しており、その関係で音がうるさく、朝食も弁当だった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7.46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69.5%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13.5%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Trip.com(8.42)が最高スコア。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98件（69.5%）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24件（17.0%）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19件（13.5%）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予約時に見落としていたこちらのミスかもしれないが、内装工事しており、その関係で音がうるさく、朝食も弁当だった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「改装中のため朝食がお弁当のため味気ない為ショックだった」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立地もいいですし、客層もまずまず</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「さらに駅近で便利な立地です」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部屋は狭めで設備も古いが、スタッフの応対も丁寧でウェルカムドリンクもあります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「朝食弁当はまずいし、朝食がパン派の人は対応なし」</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7,000円で朝食ビュッフェ付きは格安かと思います また6:30から朝食可能でしたので、出発まで時間ない人はおすす...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「連泊なのにお部屋の清掃入られたことに驚きました」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部屋は狭めで設備も古いが、スタッフの応対も丁寧でウェルカムドリンクもあります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「7,000円で朝食ビュッフェ付きは格安かと思います また6:30から朝食可能でしたので、出発まで時間ない人はおすす...」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道向かいにコンビニがあり、近隣に美味しい飲食店も多く、中華街や赤レンガ等の観光地まで徒歩圏内</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「m(_ _)m レストラン」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まあそれはいいのですが、本件で不愉快な思いをしている宿泊客が多数存在するのは確実なのに、それと知りながら平気で行う...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部屋は狭めで設備も古いが、スタッフの応対も丁寧でウェルカムドリンクもあります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予約時に見落としていたこちらのミスかもしれないが、内装工事しており、その関係で音がうるさく、朝食も弁当だった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部屋着（バスローブ）はエレベーター前にあるのでそれを取って行くスタイルです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部屋は狭めで設備も古いが、スタッフの応対も丁寧でウェルカムドリンクもあります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スムージーや期間限定メニュー！】などと大々的に銘打ってありましたが、実際にはチェックイン時に「工事期間のため簡単な...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改修中ということで朝食は弁当でしたが、美味しくなかった、 部屋が薬品のような臭いが強くて、しばらく寝られなかった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窓から富士山が見えました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13.5%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2026-03-21T00:16:54Z</dcterms:created>
  <dcterms:modified xsi:type="dcterms:W3CDTF">2026-03-21T00:16:54Z</dcterms:modified>
</cp:coreProperties>
</file>