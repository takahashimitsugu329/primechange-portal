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8.28</c:v>
                </c:pt>
                <c:pt idx="1">
                  <c:v>7.85</c:v>
                </c:pt>
                <c:pt idx="2">
                  <c:v>7.43</c:v>
                </c:pt>
                <c:pt idx="3">
                  <c:v>7.38</c:v>
                </c:pt>
                <c:pt idx="4">
                  <c:v>7.07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96</c:v>
                </c:pt>
                <c:pt idx="1">
                  <c:v>26</c:v>
                </c:pt>
                <c:pt idx="2">
                  <c:v>20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32</c:v>
                </c:pt>
                <c:pt idx="1">
                  <c:v>6</c:v>
                </c:pt>
                <c:pt idx="2">
                  <c:v>58</c:v>
                </c:pt>
                <c:pt idx="3">
                  <c:v>4</c:v>
                </c:pt>
                <c:pt idx="4">
                  <c:v>16</c:v>
                </c:pt>
                <c:pt idx="5">
                  <c:v>6</c:v>
                </c:pt>
                <c:pt idx="6">
                  <c:v>11</c:v>
                </c:pt>
                <c:pt idx="7">
                  <c:v>1</c:v>
                </c:pt>
                <c:pt idx="8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作成日：2026年3月24日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今回は朝食は食べていませんが、改装中とのことで、無料の朝食は弁当を配ってくれていたようです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アクセス的には駅から近く、行きやすかったです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受付のスタッフの方達はとても丁寧でした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部屋も広く、快適でした ホテルが改装中が残念で、朝食がバイキングでないのが、残念でした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ダブルルーム（大型ベッド1台）でも、28インチのスーツケース2個と機内持ち込みサイズのスーツケース2個を壁際に立て...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嫌な臭いは一切なく、カーペット、カーテン、そしてバスルームまでピカピカでした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Trip.com(8.28)が最高スコア。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96件（67.6%）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26件（18.3%）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20件（14.1%）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今回は朝食は食べていませんが、改装中とのことで、無料の朝食は弁当を配ってくれていたようです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「部屋も広く、快適でした ホテルが改装中が残念で、朝食がバイキングでないのが、残念でした」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アクセス的には駅から近く、行きやすかったです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「観光としての立地は凄くいいともう 部屋が思っていた以上に狭い  タオルかける場所がない  ユニットバスが狭すぎる ...」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受付のスタッフの方達はとても丁寧でした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「チェックイン時、やり方が分からずモタモタしてしまった際、受付の方の対応があまり丁寧では無く、後ろに並んでいる人がい...」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部屋も綺麗だったと思います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「新しく改装されたばかりの店内は清潔で明るく、テーブルや椅子が配置され、居心地の良い雰囲気です」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アメニティーなどの種類も少なすぎて、お値段の割に、サービス的には不親切だな、と感じました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「部屋も広く、快適でした ホテルが改装中が残念で、朝食がバイキングでないのが、残念でした」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近くにスーパーやコンビニがあるのでとても便利でした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「もし気が乗らなければ、ざっと見て階下のローソンかセブンイレブンに行こうと思っていたほどです」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部屋も広く、快適でした ホテルが改装中が残念で、朝食がバイキングでないのが、残念でした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ダブルルーム（大型ベッド1台）でも、28インチのスーツケース2個と機内持ち込みサイズのスーツケース2個を壁際に立て...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嫌な臭いは一切なく、カーペット、カーテン、そしてバスルームまでピカピカでした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予約時に見落としていたこちらのミスかもしれないが、内装工事しており、その関係で音がうるさく、朝食も弁当だった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2階のカフェ兼ブックルームは明るく快適です🍀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スムージーや期間限定メニュー！】などと大々的に銘打ってありましたが、実際にはチェックイン時に「工事期間のため簡単な...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部屋は狭めで設備も古いが、スタッフの応対も丁寧でウェルカムドリンクもあります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struttura è il classico business hotel con stanze picc...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嫌な臭いは一切なく、カーペット、カーテン、そしてバスルームまでピカピカでした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約28件/期間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2026-03-24T01:12:43Z</dcterms:created>
  <dcterms:modified xsi:type="dcterms:W3CDTF">2026-03-24T01:12:43Z</dcterms:modified>
</cp:coreProperties>
</file>