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Trip.com</c:v>
                  </c:pt>
                  <c:pt idx="2">
                    <c:v>楽天トラベル</c:v>
                  </c:pt>
                  <c:pt idx="3">
                    <c:v>Agoda</c:v>
                  </c:pt>
                  <c:pt idx="4">
                    <c:v>Booking.com</c:v>
                  </c:pt>
                  <c:pt idx="5">
                    <c:v>じゃらん</c:v>
                  </c:pt>
                </c:lvl>
              </c:multiLvlStrCache>
            </c:multiLvlStrRef>
          </c:cat>
          <c:val>
            <c:numRef>
              <c:f>Sheet1!$B$2:$B$7</c:f>
              <c:numCache>
                <c:formatCode>General</c:formatCode>
                <c:ptCount val="6"/>
                <c:pt idx="0">
                  <c:v>7.68</c:v>
                </c:pt>
                <c:pt idx="1">
                  <c:v>7.56</c:v>
                </c:pt>
                <c:pt idx="2">
                  <c:v>7.09</c:v>
                </c:pt>
                <c:pt idx="3">
                  <c:v>7</c:v>
                </c:pt>
                <c:pt idx="4">
                  <c:v>6.7</c:v>
                </c:pt>
                <c:pt idx="5">
                  <c:v>6.6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41</c:v>
                </c:pt>
                <c:pt idx="1">
                  <c:v>21</c:v>
                </c:pt>
                <c:pt idx="2">
                  <c:v>12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16</c:v>
                </c:pt>
                <c:pt idx="1">
                  <c:v>4</c:v>
                </c:pt>
                <c:pt idx="2">
                  <c:v>21</c:v>
                </c:pt>
                <c:pt idx="3">
                  <c:v>6</c:v>
                </c:pt>
                <c:pt idx="4">
                  <c:v>12</c:v>
                </c:pt>
                <c:pt idx="5">
                  <c:v>3</c:v>
                </c:pt>
                <c:pt idx="6">
                  <c:v>7</c:v>
                </c:pt>
                <c:pt idx="7">
                  <c:v>5</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7.18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55.4%</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16.2%</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部屋の広さも設備も料金に見合うものだと思うが、それ以上のものではない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7.18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55.4%</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16.2%</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Google(7.68)が最高スコア。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じゃらん(6.6)が相対的に低い。口コミ返信の強化が急務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41件（55.4%）</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21件（28.4%）</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12件（16.2%）</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7.18点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55.4%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16.2%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じゃらん平均評価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2026-04-05T00:17:45Z</dcterms:created>
  <dcterms:modified xsi:type="dcterms:W3CDTF">2026-04-05T00:17:45Z</dcterms:modified>
</cp:coreProperties>
</file>