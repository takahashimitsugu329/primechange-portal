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8.32</c:v>
                </c:pt>
                <c:pt idx="1">
                  <c:v>7.43</c:v>
                </c:pt>
                <c:pt idx="2">
                  <c:v>7.43</c:v>
                </c:pt>
                <c:pt idx="3">
                  <c:v>7.4</c:v>
                </c:pt>
                <c:pt idx="4">
                  <c:v>7.07</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96</c:v>
                </c:pt>
                <c:pt idx="1">
                  <c:v>26</c:v>
                </c:pt>
                <c:pt idx="2">
                  <c:v>20</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31</c:v>
                </c:pt>
                <c:pt idx="1">
                  <c:v>7</c:v>
                </c:pt>
                <c:pt idx="2">
                  <c:v>58</c:v>
                </c:pt>
                <c:pt idx="3">
                  <c:v>4</c:v>
                </c:pt>
                <c:pt idx="4">
                  <c:v>16</c:v>
                </c:pt>
                <c:pt idx="5">
                  <c:v>6</c:v>
                </c:pt>
                <c:pt idx="6">
                  <c:v>10</c:v>
                </c:pt>
                <c:pt idx="7">
                  <c:v>1</c:v>
                </c:pt>
                <c:pt idx="8">
                  <c:v>9</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7.41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部屋も広く、快適でした ホテルが改装中が残念で、朝食がバイキングでないのが、残念でした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観光としての立地は凄くいいともう 部屋が思っていた以上に狭い  タオルかける場所がない  ユニットバスが狭すぎる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チェックインは機械で行いますが、スタッフがいつでも対応してくれるので安心です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部屋も広く、快適でした ホテルが改装中が残念で、朝食がバイキングでないのが、残念でした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ダブルルーム（大型ベッド1台）でも、28インチのスーツケース2個と機内持ち込みサイズのスーツケース2個を壁際に立て...</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嫌な臭いは一切なく、カーペット、カーテン、そしてバスルームまでピカピカでした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7.41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Trip.com(8.32)が最高スコア。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96件（67.6%）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26件（18.3%）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20件（14.1%）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部屋も広く、快適でした ホテルが改装中が残念で、朝食がバイキングでないのが、残念でした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「朝食は通常通りです🍽️🥐🧇  改装工事が完了しました👷🏻‍♂️  お手頃価格で美味しい」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観光としての立地は凄くいいともう 部屋が思っていた以上に狭い  タオルかける場所がない  ユニットバスが狭すぎる ...</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「近くのスタッフに料理の追加について質問をしたのですが、厨房にいる料理人に直接聞いてくださいと言われたのがビックリしました」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チェックインは機械で行いますが、スタッフがいつでも対応してくれるので安心です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「近くのスタッフに料理の追加について質問をしたのですが、厨房にいる料理人に直接聞いてくださいと言われたのがビックリしました」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新しく改装されたばかりの店内は清潔で明るく、テーブルや椅子が配置され、居心地の良い雰囲気です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「やっと食べようとしたら、横で机のアルコール清掃をされて、少しかかってしまった」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部屋も広く、快適でした ホテルが改装中が残念で、朝食がバイキングでないのが、残念でした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「2階のカフェ兼ブックルームは明るく快適です🍀」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もし気が乗らなければ、ざっと見て階下のローソンかセブンイレブンに行こうと思っていたほどです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「正直なところ、朝食にはあまり期待していませんでしたし、もしそこで食べる気がしなかったら、ざっと見て階下のローソンか...」</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部屋も広く、快適でした ホテルが改装中が残念で、朝食がバイキングでないのが、残念でした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ダブルルーム（大型ベッド1台）でも、28インチのスーツケース2個と機内持ち込みサイズのスーツケース2個を壁際に立て...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予約時に見落としていたこちらのミスかもしれないが、内装工事しており、その関係で音がうるさく、朝食も弁当だった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2階のカフェ兼ブックルームは明るく快適です🍀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スムージーや期間限定メニュー！】などと大々的に銘打ってありましたが、実際にはチェックイン時に「工事期間のため簡単な...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部屋は狭めで設備も古いが、スタッフの応対も丁寧でウェルカムドリンクもあります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struttura è il classico business hotel con stanze picc...</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