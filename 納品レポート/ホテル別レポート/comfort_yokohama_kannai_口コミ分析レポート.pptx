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Agoda</c:v>
                  </c:pt>
                  <c:pt idx="2">
                    <c:v>Google</c:v>
                  </c:pt>
                  <c:pt idx="3">
                    <c:v>楽天トラベル</c:v>
                  </c:pt>
                  <c:pt idx="4">
                    <c:v>じゃらん</c:v>
                  </c:pt>
                  <c:pt idx="5">
                    <c:v>Booking.com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8.32</c:v>
                </c:pt>
                <c:pt idx="1">
                  <c:v>8</c:v>
                </c:pt>
                <c:pt idx="2">
                  <c:v>7.58</c:v>
                </c:pt>
                <c:pt idx="3">
                  <c:v>7.48</c:v>
                </c:pt>
                <c:pt idx="4">
                  <c:v>7.26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96</c:v>
                </c:pt>
                <c:pt idx="1">
                  <c:v>29</c:v>
                </c:pt>
                <c:pt idx="2">
                  <c:v>18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</c:v>
                </c:pt>
                <c:pt idx="1">
                  <c:v>8</c:v>
                </c:pt>
                <c:pt idx="2">
                  <c:v>54</c:v>
                </c:pt>
                <c:pt idx="3">
                  <c:v>6</c:v>
                </c:pt>
                <c:pt idx="4">
                  <c:v>18</c:v>
                </c:pt>
                <c:pt idx="5">
                  <c:v>5</c:v>
                </c:pt>
                <c:pt idx="6">
                  <c:v>10</c:v>
                </c:pt>
                <c:pt idx="7">
                  <c:v>1</c:v>
                </c:pt>
                <c:pt idx="8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コンフォートホテル横浜関内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レビュー総数：143件（6サイト）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67.1%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エアコンが古い、カードキータイプだが部屋にはカード入れがなく忘れそう、風呂の体を洗うタオルなし、朝食は団体客がいる...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最寄りの駅まではわずか5分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スタッフの方みんな一生懸命でした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対応・サービスの不満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ヨーグルトが👌 設備にちょい残念な点が… シャワーヘッドの元のあたりから水もれあり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ダブルルーム（大型ベッド1台）でも、28インチのスーツケース2個と機内持ち込みサイズのスーツケース2個を壁際に立て...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ヨーグルトが👌 設備にちょい残念な点が… シャワーヘッドの元のあたりから水もれあり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67.1%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Trip.com(8.32)が最高スコア。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Booking.com(7.0)が相対的に低い。口コミ返信の強化が急務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96件（67.1%）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29件（20.3%）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18件（12.6%）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エアコンが古い、カードキータイプだが部屋にはカード入れがなく忘れそう、風呂の体を洗うタオルなし、朝食は団体客がいる...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「部屋は清潔で、朝食も期待以上」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最寄りの駅まではわずか5分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「横浜スタジアムや中華街も徒歩圏内で、周りにはスーパーやコンビニ、飲食店も沢山あって便利^_^ 駐車場も隣接してあり」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スタッフの方みんな一生懸命でした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「出し入れ自由 ロービー横にはドリンクサービス、 無料朝食もあり、メニューも豊富で美味しかったです」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部屋は清潔で、朝食も期待以上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「他の宿泊施設と比較すると安価に感じましたが、とても清潔な部屋でした」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トリプルベッドの設定がありがたい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「ヨーグルトが👌 設備にちょい残念な点が… シャワーヘッドの元のあたりから水もれあり」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ホテルの向かいにはコンビニエンスストアがあります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「横浜スタジアムや中華街も徒歩圏内で、周りにはスーパーやコンビニ、飲食店も沢山あって便利^_^ 駐車場も隣接してあり」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ヨーグルトが👌 設備にちょい残念な点が… シャワーヘッドの元のあたりから水もれあり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ダブルルーム（大型ベッド1台）でも、28インチのスーツケース2個と機内持ち込みサイズのスーツケース2個を壁際に立て...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ヨーグルトが👌 設備にちょい残念な点が… シャワーヘッドの元のあたりから水もれあり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convenience store just opposite the hotel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2階のカフェ兼ブックルームは明るく快適です🍀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エアコンが古い、カードキータイプだが部屋にはカード入れがなく忘れそう、風呂の体を洗うタオルなし、朝食は団体客がいる...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予約時に見落としていたこちらのミスかもしれないが、内装工事しており、その関係で音がうるさく、朝食も弁当だった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朝食の改善要望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スムージーや期間限定メニュー！】などと大々的に銘打ってありましたが、実際にはチェックイン時に「工事期間のため簡単な...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嫌な臭いは一切なく、カーペット、カーテン、そしてバスルームまでピカピカでした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朝食サービスの改善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メニューの定期的な見直しとバリエーション追加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補充頻度の向上と品切れ防止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宿泊客数に応じた朝食準備量の最適化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7.52点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約25件/期間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コンフォートホテル横浜関内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2026-03-29T07:52:10Z</dcterms:created>
  <dcterms:modified xsi:type="dcterms:W3CDTF">2026-03-29T07:52:10Z</dcterms:modified>
</cp:coreProperties>
</file>