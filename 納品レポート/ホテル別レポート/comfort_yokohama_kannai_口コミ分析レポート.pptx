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8.35</c:v>
                </c:pt>
                <c:pt idx="1">
                  <c:v>8</c:v>
                </c:pt>
                <c:pt idx="2">
                  <c:v>7.57</c:v>
                </c:pt>
                <c:pt idx="3">
                  <c:v>7.57</c:v>
                </c:pt>
                <c:pt idx="4">
                  <c:v>7.25</c:v>
                </c:pt>
                <c:pt idx="5">
                  <c:v>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8</c:v>
                </c:pt>
                <c:pt idx="2">
                  <c:v>53</c:v>
                </c:pt>
                <c:pt idx="3">
                  <c:v>6</c:v>
                </c:pt>
                <c:pt idx="4">
                  <c:v>18</c:v>
                </c:pt>
                <c:pt idx="5">
                  <c:v>5</c:v>
                </c:pt>
                <c:pt idx="6">
                  <c:v>9</c:v>
                </c:pt>
                <c:pt idx="7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レビュー総数：143件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7.57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3.78/5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97件（67.8%）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29件（20.3%）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97件）の分析から、主要な強みテーマを抽出しています。立地・アクセス、客室清潔感、スタッフ対応が高評価の中心的テーマです。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低評価・中評価レビュー（46件）から改善課題を優先度別に整理しています。S/A/B/Cの4段階で優先度を設定し、計画的な改善を推進します。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7.57点 → 目標 8.07点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67.8% → 目標 72.8%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コンフォートホテル横浜関内は全体平均7.57点（10pt換算）、高評価率67.8%を達成しています。本レポートで示した改善施策を段階的に実施することで、さらなる顧客満足度向上が期待できます。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コンフォートホテル横浜関内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