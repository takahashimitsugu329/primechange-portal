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8.44</c:v>
                </c:pt>
                <c:pt idx="1">
                  <c:v>8</c:v>
                </c:pt>
                <c:pt idx="2">
                  <c:v>7.58</c:v>
                </c:pt>
                <c:pt idx="3">
                  <c:v>7.52</c:v>
                </c:pt>
                <c:pt idx="4">
                  <c:v>7.2</c:v>
                </c:pt>
                <c:pt idx="5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17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28件（19.6%）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7.55点 → 目標 8.05点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コンフォートホテル横浜関内は全体平均7.55点（10pt換算）、高評価率67.8%を達成しています。本レポートで示した改善施策を段階的に実施することで、さらなる顧客満足度向上が期待できます。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