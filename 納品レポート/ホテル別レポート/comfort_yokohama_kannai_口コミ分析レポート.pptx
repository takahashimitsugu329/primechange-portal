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Google</c:v>
                  </c:pt>
                  <c:pt idx="3">
                    <c:v>楽天トラベル</c:v>
                  </c:pt>
                  <c:pt idx="4">
                    <c:v>じゃらん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8.28</c:v>
                </c:pt>
                <c:pt idx="1">
                  <c:v>7.85</c:v>
                </c:pt>
                <c:pt idx="2">
                  <c:v>7.4</c:v>
                </c:pt>
                <c:pt idx="3">
                  <c:v>7.35</c:v>
                </c:pt>
                <c:pt idx="4">
                  <c:v>7.14</c:v>
                </c:pt>
                <c:pt idx="5">
                  <c:v>7.07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96</c:v>
                </c:pt>
                <c:pt idx="1">
                  <c:v>27</c:v>
                </c:pt>
                <c:pt idx="2">
                  <c:v>20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33</c:v>
                </c:pt>
                <c:pt idx="1">
                  <c:v>6</c:v>
                </c:pt>
                <c:pt idx="2">
                  <c:v>57</c:v>
                </c:pt>
                <c:pt idx="3">
                  <c:v>4</c:v>
                </c:pt>
                <c:pt idx="4">
                  <c:v>17</c:v>
                </c:pt>
                <c:pt idx="5">
                  <c:v>6</c:v>
                </c:pt>
                <c:pt idx="6">
                  <c:v>11</c:v>
                </c:pt>
                <c:pt idx="7">
                  <c:v>1</c:v>
                </c:pt>
                <c:pt idx="8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レビュー総数：143件（6サイト）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作成日：2026年3月25日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朝食無料です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駅からも近いし、横浜観光のアクセスにはもってこいの場所だと思います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受付のスタッフの方達はとても丁寧でした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部屋も広く、快適でした ホテルが改装中が残念で、朝食がバイキングでないのが、残念でした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ダブルルーム（大型ベッド1台）でも、28インチのスーツケース2個と機内持ち込みサイズのスーツケース2個を壁際に立て...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嫌な臭いは一切なく、カーペット、カーテン、そしてバスルームまでピカピカでした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Trip.com(8.28)が最高スコア。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96件（67.1%）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27件（18.9%）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20件（14.0%）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朝食無料です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「今回は朝食は食べていませんが、改装中とのことで、無料の朝食は弁当を配ってくれていたようです」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駅からも近いし、横浜観光のアクセスにはもってこいの場所だと思います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「アクセス的には駅から近く、行きやすかったです」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受付のスタッフの方達はとても丁寧でした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「チェックイン時、やり方が分からずモタモタしてしまった際、受付の方の対応があまり丁寧では無く、後ろに並んでいる人がい...」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部屋も綺麗だったと思います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「新しく改装されたばかりの店内は清潔で明るく、テーブルや椅子が配置され、居心地の良い雰囲気です」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設備は必要最低限ですが特に不満は無いです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「アメニティーなどの種類も少なすぎて、お値段の割に、サービス的には不親切だな、と感じました」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近くにスーパーやコンビニがあるのでとても便利でした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「もし気が乗らなければ、ざっと見て階下のローソンかセブンイレブンに行こうと思っていたほどです」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部屋も広く、快適でした ホテルが改装中が残念で、朝食がバイキングでないのが、残念でした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ダブルルーム（大型ベッド1台）でも、28インチのスーツケース2個と機内持ち込みサイズのスーツケース2個を壁際に立て...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嫌な臭いは一切なく、カーペット、カーテン、そしてバスルームまでピカピカでした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予約時に見落としていたこちらのミスかもしれないが、内装工事しており、その関係で音がうるさく、朝食も弁当だった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2階のカフェ兼ブックルームは明るく快適です🍀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スムージーや期間限定メニュー！】などと大々的に銘打ってありましたが、実際にはチェックイン時に「工事期間のため簡単な...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部屋は狭めで設備も古いが、スタッフの応対も丁寧でウェルカムドリンクもあります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struttura è il classico business hotel con stanze picc...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嫌な臭いは一切なく、カーペット、カーテン、そしてバスルームまでピカピカでした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約28件/期間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10896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1089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コンフォートホテル横浜関内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2026-03-25T11:12:26Z</dcterms:created>
  <dcterms:modified xsi:type="dcterms:W3CDTF">2026-03-25T11:12:26Z</dcterms:modified>
</cp:coreProperties>
</file>