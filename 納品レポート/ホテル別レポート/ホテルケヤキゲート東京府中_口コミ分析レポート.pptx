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9.75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</c:v>
                </c:pt>
                <c:pt idx="2">
                  <c:v>12</c:v>
                </c:pt>
                <c:pt idx="3">
                  <c:v>1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駅近・交通利便性に関する好評価（63件）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客室の快適性・設備の充実度への好評（58件）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客室・共用部の清潔さへの高評価（44件）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駐車場・立地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9.75点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5件（8.5%）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2件（3.4%）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「妻と宿泊。駅から近く京王アリーナにも近くてとても便利。通常の」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「テルよりも広いのは当たり前だが、お風呂もそれなりに広く疲れが」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「の、とても清潔でした。朝食は素晴らしく美味しかったです。おそ」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「潔でした。朝食は素晴らしく美味しかったです。おそらくこの地域」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「スマートで丁寧で好印象。リピありありです。」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「て、朝から満足感あり。シンプルにご飯と味噌汁で一杯。そして最」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洗濯機＆乾燥機がもう1台あるとスムーズに洗濯ができたと思います。 朝食の飲み物に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ちょっと狭かった。ベッドが小さい。駐車場がない。受付のところにWelcome 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ちょっと狭かった。ベッドが小さい。駐車場がない。受付のところにWelcome 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水回り不具合の即時対応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ホテルケヤキゲート東京府中の2025年12月〜2026年3月口コミ分析（59件）では、総合評価8.95点（10pt換算）、高評価率88.1%という結果が得られました。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6ヶ月以内に全体平均9.2点以上、高評価率93%以上を目指し、継続的な改善サイクルを確立することを推奨します。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2026-04-04T01:16:12Z</dcterms:created>
  <dcterms:modified xsi:type="dcterms:W3CDTF">2026-04-04T01:16:12Z</dcterms:modified>
</cp:coreProperties>
</file>