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楽天トラベル</c:v>
                  </c:pt>
                  <c:pt idx="2">
                    <c:v>Agoda</c:v>
                  </c:pt>
                  <c:pt idx="3">
                    <c:v>じゃらん</c:v>
                  </c:pt>
                  <c:pt idx="4">
                    <c:v>Booking.com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8.86</c:v>
                </c:pt>
                <c:pt idx="2">
                  <c:v>8.83</c:v>
                </c:pt>
                <c:pt idx="3">
                  <c:v>8.75</c:v>
                </c:pt>
                <c:pt idx="4">
                  <c:v>8.7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56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6点</c:v>
                  </c:pt>
                  <c:pt idx="4">
                    <c:v>4点</c:v>
                  </c:pt>
                  <c:pt idx="5">
                    <c:v>2点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3</c:v>
                </c:pt>
                <c:pt idx="2">
                  <c:v>15</c:v>
                </c:pt>
                <c:pt idx="3">
                  <c:v>7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レビュー総数：66件（6サイト）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作成日：2026年3月7日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84.8%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駅直結の立地（35件以上）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府中駅から直結、雨でも濡れずアクセス可能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朝食の高品質（20件以上）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一品の質が高く、高級ホテルを凌ぐとの評価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清潔で新しい施設（15件以上）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築浅で清潔感があり安心して滞在可能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清掃品質のばらつき（4件）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シーツの毛髪・ゴミ、バスルーム清掃漏れ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スタッフ連携不足（3件）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申し送り漏れ、同じ質問を繰り返される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室内環境の課題（2件）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空調の効き不足、冬季の乾燥問題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サイト間の評価傾向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 (8.7-10.0)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Trip.com/楽天/Agoda/じゃらん/Booking.comの5サイトで8.7点以上の良好な評価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要注意 (6.0)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Google評価が6.0点と大幅に低い。件数3件と少数だが低評価が含まれ、改善が急務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国内サイト(5点満点)は×2で10点換算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56件（84.8%）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7件（10.6%）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3件（4.5%）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駅直結で雨に濡れない利便性が圧倒的な評価。周辺の飲食店・商業施設も充実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「駅直結で徒歩1分、雨に濡れる心配もありません」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品数は多くないが一品の質が高い。和食メニューが特に好評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「高級ホテルをも凌ぐクオリティ」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清潔感・新しさ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築浅で清潔な施設。部屋も綺麗で安心して過ごせる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「新しくて清潔、駅近でとても満足です」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フロントの丁寧な対応、子供用セットの心遣いなど好印象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「きめ細やかなサービスが、さりげなくて良い」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部屋の快適さ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広めの部屋、ゆったりしたベッド、足が伸ばせるバスタブ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「部屋が広々してゆっくりできました」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30件+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リピート意向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多くのゲストが再訪を希望。コスパの良さも評価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「この周辺で1番おすすめのホテルです」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清掃品質のばらつき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シーツの毛髪・ゴミ残り、バスルーム清掃漏れ、部屋着の匂い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スタッフ情報連携不足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連泊時の申し送り漏れ、アメニティ依頼の未対応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フロント対応の温度差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スタッフにより接客品質にばらつき（愛想なし等）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空調・室内環境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エアコンの効き不足、冬季の乾燥（加湿器未設置）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Wi-Fi接続品質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2.4GHz帯のみで夕方〜夜に頻繁切断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眺望情報の未開示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すりガラス窓の部屋を予約時に説明なし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駐車場の不在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提携駐車場なく自力で探す必要あり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共用設備の混雑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合宿利用者の洗濯機占有、ロビー居眠り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清掃チェック体制強化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チェックリスト導入（シーツ・バス・備品）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ダブルチェック制度（1日3室以上）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部屋着の嗅覚チェック追加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口コミ指摘の即日フィードバック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スタッフ情報連携改善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PMS記録の徹底と全員参照体制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シフト交代時の引き継ぎチェックリスト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アメニティ依頼のステータス管理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フロント接客の標準化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到着時の第一声・笑顔の統一基準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早着ゲスト対応マニュアル整備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月1回のロールプレイング研修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客室情報の事前開示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眺望なし客室の予約サイト明記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該当客室の写真追加掲載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予約確認メールでの客室特徴案内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Wi-Fi環境の改善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5GHz帯AP増設とチャネル最適化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キャスト用とWi-Fiの帯域分離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夕方〜夜間帯の定期接続テスト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客室環境の改善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加湿器の常設配備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空調メンテナンス実施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Google口コミ対策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チェックアウト時QRコード投稿依頼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Google口コミ100%返信（48h以内）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駐車場ソリューション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近隣パーキングとの提携契約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予約サイトでの駐車場情報充実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駐車場予約代行の導入検討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朝食メニュー充実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季節限定メニューのローテーション強化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洋食品目（ベーコン等）の追加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共用スペースルール整備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ランドリー利用時間制限・予約制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ロビー利用マナー掲示と巡回強化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8.74点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清掃関連クレーム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2026年12月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楽天トラベル平均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4.43/5点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月次で各サイトの口コミデータを収集・分析し、四半期ごとにKPI達成状況をレビュー。清掃関連クレームはゼロ件を目標に、即日対応・即日改善を徹底します。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ホテルケヤキゲート東京府中は、駅直結の立地、高品質な朝食、清潔な施設を武器に全体平均8.74点の高評価を獲得しています。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最優先課題の清掃品質安定化、スタッフ連携改善、Wi-Fi環境の整備を段階的に実施することで、高評価率90%以上の達成が見込めます。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特にGoogle評価の改善は、新規ゲスト獲得に直結する重要施策です。全サイトでの口コミ返信100%を目標に、ゲストとの信頼関係を強化していきます。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「立地」「朝食」「清潔感」の三大強みを磨き上げ、府中エリアNo.1ホテルのポジションを確立しましょう。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ホテルケヤキゲート東京府中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2026-03-07T11:53:28Z</dcterms:created>
  <dcterms:modified xsi:type="dcterms:W3CDTF">2026-03-07T11:53:28Z</dcterms:modified>
</cp:coreProperties>
</file>