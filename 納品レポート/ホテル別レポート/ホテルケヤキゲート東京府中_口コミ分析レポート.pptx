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じゃらん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9.75</c:v>
                </c:pt>
                <c:pt idx="1">
                  <c:v>9.5</c:v>
                </c:pt>
                <c:pt idx="2">
                  <c:v>9.38</c:v>
                </c:pt>
                <c:pt idx="3">
                  <c:v>9</c:v>
                </c:pt>
                <c:pt idx="4">
                  <c:v>8.67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高評価(8-10)</c:v>
                </c:pt>
                <c:pt idx="1">
                  <c:v>中評価(5-7)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52</c:v>
                </c:pt>
                <c:pt idx="1">
                  <c:v>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</c:v>
                </c:pt>
                <c:pt idx="1">
                  <c:v>3</c:v>
                </c:pt>
                <c:pt idx="2">
                  <c:v>12</c:v>
                </c:pt>
                <c:pt idx="3">
                  <c:v>1</c:v>
                </c:pt>
                <c:pt idx="4">
                  <c:v>4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分析対象期間：2025年12月〜2026年4月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レビュー総数：59件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作成日：2026年4月12日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8.95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駅近・交通利便性に関する好評価（63件）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客室の快適性・設備の充実度への好評（58件）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客室・共用部の清潔さへの高評価（44件）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朝食品質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駐車場・立地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2件の指摘あり。改善対応を推奨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サイト別評価インサイト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最高評価サイト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Trip.com: 9.75点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8.95点（10pt換算）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海外OTAは/10、国内サイトは/5×2換算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52件（88.1%）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5件（8.5%）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2件（3.4%）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駅近・交通利便性に関する好評価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「妻と宿泊。駅から近く京王アリーナにも近くてとても便利。通常の」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客室の快適性・設備の充実度への好評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「テルよりも広いのは当たり前だが、お風呂もそれなりに広く疲れが」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客室・共用部の清潔さへの高評価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「の、とても清潔でした。朝食は素晴らしく美味しかったです。おそ」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朝食の品質・バリエーションへの高評価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「潔でした。朝食は素晴らしく美味しかったです。おそらくこの地域」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フロントスタッフの丁寧な対応への好評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「スマートで丁寧で好印象。リピありありです。」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コスパ・リピート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価格対価値の高さとリピート意向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「て、朝から満足感あり。シンプルにご飯と味噌汁で一杯。そして最」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朝食品質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洗濯機＆乾燥機がもう1台あるとスムーズに洗濯ができたと思います。 朝食の飲み物に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ちょっと狭かった。ベッドが小さい。駐車場がない。受付のところにWelcome 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駐車場・立地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ちょっと狭かった。ベッドが小さい。駐車場がない。受付のところにWelcome 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朝食品質の即時改善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朝食メニューへのフィードバック収集と改善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食材品質の見直しと産地表示の充実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混雑緩和のための時間帯分散対策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朝食スタッフへのホスピタリティ研修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水回り不具合の即時対応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水回り点検チェックリストの強化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排水・給水トラブルの優先対応フロー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浴室清潔度の定期巡回チェック強化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不具合報告専用の内線番号周知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口コミ返信率100%の実現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全OTAサイトの口コミへの返信ルール策定（48時間以内）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ネガティブ口コミへの丁寧な対応テンプレート作成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フロントマネージャーによる週次口コミモニタリング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朝食体験の抜本的改善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メニュー拡充と季節限定品の導入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朝食会場レイアウト改善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地産地消食材の導入による差別化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水回り設備の計画的更新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老朽化した給排水設備の交換計画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シャワーヘッド・蛇口等の節水型設備導入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定期メンテナンス契約の見直し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OTA評価スコア向上施策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高評価レビュー投稿の依頼タイミング最適化（チェックアウト時）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満足度の高い宿泊者へのフォローアップメール送信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じゃらん・楽天の評価向上に向けた特典プログラム検討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「立地・アクセス」の競争優位性強化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立地・アクセスを訴求したブランディング戦略の策定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SNS・口コミサイトでの強み積極的発信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旅行代理店・法人営業への強み訴求資料作成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客室リノベーション計画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客室設備の全面的な見直しと更新計画策定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最新のスマートホテル機能の導入検討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環境に配慮したサステナブル客室改装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デジタル接客・サービス高度化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AIチャットボットによる24時間問合せ対応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モバイルチェックイン/アウトシステムの導入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顧客データ分析によるパーソナライズサービスの実現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2026年7月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9.75/10点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9.9/10点以上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9.7/10点以上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8862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月次でOTA評価スコアを確認し、朝食品質改善の進捗をトラッキングします。四半期ごとに目標値を見直し、継続的な改善サイクルを確立してください。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256032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ホテルケヤキゲート東京府中の2025年12月〜2026年4月口コミ分析（59件）では、総合評価8.95点（10pt換算）、高評価率88.1%という結果が得られました。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「立地・アクセス」が最大の強みとして確認され、本レポートの3フェーズ改善施策の実施により、さらなる評価向上が期待されます。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6ヶ月以内に全体平均9.2点以上、高評価率93%以上を目指し、継続的な改善サイクルを確立することを推奨します。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プライムチェンジは引き続き改善施策の実施をサポートいたします。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ご清聴ありがとうございました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ホテルケヤキゲート東京府中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2026-04-12T23:43:31Z</dcterms:created>
  <dcterms:modified xsi:type="dcterms:W3CDTF">2026-04-12T23:43:31Z</dcterms:modified>
</cp:coreProperties>
</file>