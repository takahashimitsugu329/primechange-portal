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9.38</c:v>
                </c:pt>
                <c:pt idx="1">
                  <c:v>8.67</c:v>
                </c:pt>
                <c:pt idx="2">
                  <c:v>8.43</c:v>
                </c:pt>
                <c:pt idx="3">
                  <c:v>8.4</c:v>
                </c:pt>
                <c:pt idx="4">
                  <c:v>8.11</c:v>
                </c:pt>
                <c:pt idx="5">
                  <c:v>7.25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70</c:v>
                </c:pt>
                <c:pt idx="1">
                  <c:v>13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31</c:v>
                </c:pt>
                <c:pt idx="1">
                  <c:v>12</c:v>
                </c:pt>
                <c:pt idx="2">
                  <c:v>27</c:v>
                </c:pt>
                <c:pt idx="3">
                  <c:v>3</c:v>
                </c:pt>
                <c:pt idx="4">
                  <c:v>9</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駅から激近の立地で満足です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駅近のきれいなホテルです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環境清潔安靜，服務人員非常親切 環境は清潔で静かで、スタッフの方々もとても親切でした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部屋も洗面浴室もキレイでした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70件（82.4%）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13件（15.3%）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駅から激近の立地で満足です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「駅も近く、目の前のはイオン」</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駅近のきれいなホテルです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「部屋も洗面浴室もキレイでした」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環境清潔安靜，服務人員非常親切 環境は清潔で静かで、スタッフの方々もとても親切でした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部屋の広さはちょうど良かった 設備をちゃんとして欲しい 設備をちゃんとして欲しい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すぐ向かいにイオンモールがあり、なんでも買い物が出来て便利です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「近くにスーパー、コンビニがあり便利」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部屋も洗面浴室もキレイでした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お部屋も綺麗で、隣の音も気にならなかったです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部屋が臭い 部屋が臭い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部屋は少し古いが、一階に自販機や電子レンジがあり助かった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2026-04-05T10:02:48Z</dcterms:created>
  <dcterms:modified xsi:type="dcterms:W3CDTF">2026-04-05T10:02:48Z</dcterms:modified>
</cp:coreProperties>
</file>