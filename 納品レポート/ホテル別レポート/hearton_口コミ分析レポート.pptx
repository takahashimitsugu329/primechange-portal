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8.57</c:v>
                </c:pt>
                <c:pt idx="2">
                  <c:v>8.44</c:v>
                </c:pt>
                <c:pt idx="3">
                  <c:v>8.41</c:v>
                </c:pt>
                <c:pt idx="4">
                  <c:v>8.25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</c:v>
                </c:pt>
                <c:pt idx="1">
                  <c:v>11</c:v>
                </c:pt>
                <c:pt idx="2">
                  <c:v>48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112件（81.8%）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8.48点 → 目標 8.98点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81.8% → 目標 86.8%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ハートンホテル東品川は全体平均8.48点（10pt換算）、高評価率81.8%を達成しています。本レポートで示した改善施策を段階的に実施することで、さらなる顧客満足度向上が期待できます。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