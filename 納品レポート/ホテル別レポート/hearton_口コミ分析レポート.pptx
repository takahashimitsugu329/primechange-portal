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ハートンホテル東品川</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8.58点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8.58点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83.1%</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1.4%</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ハートンホテル東品川は分析対象148件の口コミで、10点換算平均8.58点（非常に良好）を記録。高評価（8〜10点）が123件（83.1%）、低評価（1〜4点）が2件（1.4%）。6サイトにわたる評価傾向を分析しました。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4.29/5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4.29/5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29件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8.52/10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8.52点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9.43/10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8.55/10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10件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43.9%</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65件</a:t>
            </a:r>
            <a:endParaRPr lang="en-US" sz="800" dirty="0"/>
          </a:p>
        </p:txBody>
      </p:sp>
      <p:sp>
        <p:nvSpPr>
          <p:cNvPr id="12" name="Shape 10"/>
          <p:cNvSpPr/>
          <p:nvPr/>
        </p:nvSpPr>
        <p:spPr>
          <a:xfrm>
            <a:off x="1325880" y="4074004"/>
            <a:ext cx="685800" cy="315116"/>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845404"/>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5.4%</a:t>
            </a:r>
            <a:endParaRPr lang="en-US" sz="800" dirty="0"/>
          </a:p>
        </p:txBody>
      </p:sp>
      <p:sp>
        <p:nvSpPr>
          <p:cNvPr id="15" name="Text 13"/>
          <p:cNvSpPr/>
          <p:nvPr/>
        </p:nvSpPr>
        <p:spPr>
          <a:xfrm>
            <a:off x="1234440" y="3616804"/>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8件</a:t>
            </a:r>
            <a:endParaRPr lang="en-US" sz="800" dirty="0"/>
          </a:p>
        </p:txBody>
      </p:sp>
      <p:sp>
        <p:nvSpPr>
          <p:cNvPr id="16" name="Shape 14"/>
          <p:cNvSpPr/>
          <p:nvPr/>
        </p:nvSpPr>
        <p:spPr>
          <a:xfrm>
            <a:off x="2194560" y="2419643"/>
            <a:ext cx="685800" cy="1969477"/>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219104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33.8%</a:t>
            </a:r>
            <a:endParaRPr lang="en-US" sz="800" dirty="0"/>
          </a:p>
        </p:txBody>
      </p:sp>
      <p:sp>
        <p:nvSpPr>
          <p:cNvPr id="19" name="Text 17"/>
          <p:cNvSpPr/>
          <p:nvPr/>
        </p:nvSpPr>
        <p:spPr>
          <a:xfrm>
            <a:off x="2103120" y="196244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50件</a:t>
            </a:r>
            <a:endParaRPr lang="en-US" sz="800" dirty="0"/>
          </a:p>
        </p:txBody>
      </p:sp>
      <p:sp>
        <p:nvSpPr>
          <p:cNvPr id="20" name="Shape 18"/>
          <p:cNvSpPr/>
          <p:nvPr/>
        </p:nvSpPr>
        <p:spPr>
          <a:xfrm>
            <a:off x="3063240" y="4152783"/>
            <a:ext cx="685800" cy="236337"/>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92418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4.1%</a:t>
            </a:r>
            <a:endParaRPr lang="en-US" sz="800" dirty="0"/>
          </a:p>
        </p:txBody>
      </p:sp>
      <p:sp>
        <p:nvSpPr>
          <p:cNvPr id="23" name="Text 21"/>
          <p:cNvSpPr/>
          <p:nvPr/>
        </p:nvSpPr>
        <p:spPr>
          <a:xfrm>
            <a:off x="2971800" y="369558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6件</a:t>
            </a:r>
            <a:endParaRPr lang="en-US" sz="800" dirty="0"/>
          </a:p>
        </p:txBody>
      </p:sp>
      <p:sp>
        <p:nvSpPr>
          <p:cNvPr id="24" name="Shape 22"/>
          <p:cNvSpPr/>
          <p:nvPr/>
        </p:nvSpPr>
        <p:spPr>
          <a:xfrm>
            <a:off x="3931920" y="3719498"/>
            <a:ext cx="685800" cy="669622"/>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49089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11.5%</a:t>
            </a:r>
            <a:endParaRPr lang="en-US" sz="800" dirty="0"/>
          </a:p>
        </p:txBody>
      </p:sp>
      <p:sp>
        <p:nvSpPr>
          <p:cNvPr id="27" name="Text 25"/>
          <p:cNvSpPr/>
          <p:nvPr/>
        </p:nvSpPr>
        <p:spPr>
          <a:xfrm>
            <a:off x="3840480" y="326229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17件</a:t>
            </a:r>
            <a:endParaRPr lang="en-US" sz="800" dirty="0"/>
          </a:p>
        </p:txBody>
      </p:sp>
      <p:sp>
        <p:nvSpPr>
          <p:cNvPr id="28" name="Shape 26"/>
          <p:cNvSpPr/>
          <p:nvPr/>
        </p:nvSpPr>
        <p:spPr>
          <a:xfrm>
            <a:off x="4800600" y="4310341"/>
            <a:ext cx="685800" cy="78779"/>
          </a:xfrm>
          <a:prstGeom prst="rect">
            <a:avLst/>
          </a:prstGeom>
          <a:solidFill>
            <a:srgbClr val="DC2626"/>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2点</a:t>
            </a:r>
            <a:endParaRPr lang="en-US" sz="900" dirty="0"/>
          </a:p>
        </p:txBody>
      </p:sp>
      <p:sp>
        <p:nvSpPr>
          <p:cNvPr id="30" name="Text 28"/>
          <p:cNvSpPr/>
          <p:nvPr/>
        </p:nvSpPr>
        <p:spPr>
          <a:xfrm>
            <a:off x="4709160" y="4081741"/>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a:t>
            </a:r>
            <a:endParaRPr lang="en-US" sz="800" dirty="0"/>
          </a:p>
        </p:txBody>
      </p:sp>
      <p:sp>
        <p:nvSpPr>
          <p:cNvPr id="31" name="Text 29"/>
          <p:cNvSpPr/>
          <p:nvPr/>
        </p:nvSpPr>
        <p:spPr>
          <a:xfrm>
            <a:off x="4709160" y="3853141"/>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32" name="Shape 30"/>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じゃらん / 8点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領収書の課題は再訪の際には解決しており、レセプションスタッフにも引き継がれていた。ハード面は引き続き問題なし</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9点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非常に親切で協力的だったスタッフの方々は、捜索活動中に他の宿泊施設との連絡を取る際に大変助けてくれました。</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お風呂も広いし 部屋も綺麗 アクセスもいいし、また利用したいです！</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チェックインの際にフロントにいる女性スタッフ（特にこのレビューに多くあがっている名前の方）、お客様に対してとても失礼な対応をしていました。毎日お仕事で疲れていることやストレスが溜まっていることは分かりますが、仕事は仕事でオンオフきっちりした…</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館内の雰囲気やお部屋の広さは満足のいくものでしたが、ベッド上にたたんである館内着を着用しようと思い広げてみると、髪の毛が5.6本付着したままの状態のものが置いてありました。未洗濯のものだと思い込んで使い回したのか、洗濯時に取れなかったのかは…</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8.58点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9.1点以上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83.1%</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88.1%以上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1.4%</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ハートンホテル東品川の口コミ分析の結果、10点換算で平均8.58点（非常に良好）を記録しました。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分析対象148件のうち、高評価（8〜10点）が83.1%を占めており、継続的なサービス改善により更なる満足度向上が期待できます。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2026-03-28T22:02:51Z</dcterms:created>
  <dcterms:modified xsi:type="dcterms:W3CDTF">2026-03-28T22:02:51Z</dcterms:modified>
</cp:coreProperties>
</file>