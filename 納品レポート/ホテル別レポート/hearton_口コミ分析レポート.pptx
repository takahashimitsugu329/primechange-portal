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Booking.com</c:v>
                  </c:pt>
                  <c:pt idx="3">
                    <c:v>じゃらん</c:v>
                  </c:pt>
                  <c:pt idx="4">
                    <c:v>Agoda</c:v>
                  </c:pt>
                  <c:pt idx="5">
                    <c:v>Google</c:v>
                  </c:pt>
                </c:lvl>
              </c:multiLvlStrCache>
            </c:multiLvlStrRef>
          </c:cat>
          <c:val>
            <c:numRef>
              <c:f>Sheet1!$B$2:$B$7</c:f>
              <c:numCache>
                <c:formatCode>General</c:formatCode>
                <c:ptCount val="6"/>
                <c:pt idx="0">
                  <c:v>9.32</c:v>
                </c:pt>
                <c:pt idx="1">
                  <c:v>8.93</c:v>
                </c:pt>
                <c:pt idx="2">
                  <c:v>8.5</c:v>
                </c:pt>
                <c:pt idx="3">
                  <c:v>8.38</c:v>
                </c:pt>
                <c:pt idx="4">
                  <c:v>8.36</c:v>
                </c:pt>
                <c:pt idx="5">
                  <c:v>8.18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118</c:v>
                </c:pt>
                <c:pt idx="1">
                  <c:v>20</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60</c:v>
                </c:pt>
                <c:pt idx="1">
                  <c:v>11</c:v>
                </c:pt>
                <c:pt idx="2">
                  <c:v>47</c:v>
                </c:pt>
                <c:pt idx="3">
                  <c:v>8</c:v>
                </c:pt>
                <c:pt idx="4">
                  <c:v>11</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駅にはイオンがあり困ることはありません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部屋もきれいで過ごしやすい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アメニティも豊富でロビーから選んで持っていくタイプ、部屋も綺麗で品川に行くときはまた利用したいです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1番良かったのは浴槽の排水が早いことです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エアコンの調整が難しい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ただホテル関係ないけど、目の前のイオンの入り口がわからなくて寒い中ぐるっと回ったのが残念</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Trip.com(9.32)が最高スコア。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118件（84.9%）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20件（14.4%）</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駅にはイオンがあり困ることはありません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「りんかい線品川シーサイド駅から徒歩すぐ、イオンモールにも近い抜群の立地」</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部屋もきれいで過ごしやすい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「部屋は綺麗で朝ごはんも美味しかったです」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アメニティも豊富でロビーから選んで持っていくタイプ、部屋も綺麗で品川に行くときはまた利用したいです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room had a humidity smell and was pretty worn out アメニ...」</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部屋は綺麗で朝ごはんも美味しかったです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「今回は素泊まりでしたが、次回は朝食もたべてみたいです」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品川シーサイド駅目の前で、スーパー・レストランも近くとても便利です♪ 有明に用があり、数回利用しています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「それ以外はとても便利で、近くにイオンのスーパーマーケットがあるので、買い物にも交通の便も良かったです」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部屋が4人部屋になってビックリしましたが、フロントからお部屋から全部綺麗で大満足です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「結局ホテルのフロントさんが親切に料金まで教えてくれてコインパーキングに停めることがでいたので夜景もキレイで文句ない...」</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1番良かったのは浴槽の排水が早いことです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エアコンの調整が難しい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ただホテル関係ないけど、目の前のイオンの入り口がわからなくて寒い中ぐるっと回ったのが残念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部屋は湿気臭く、かなり老朽化していました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安いプランで泊まったので、部屋は狭いですが寝るだけなので気になりませんでした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部屋は湿気臭く、かなり老朽化していました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ただ、滞在中の天気はあまり良くなく、風がとても強く、窓を閉めていても風の音が聞こえました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ただ、滞在中の天気はあまり良くなく、風がとても強く、窓を閉めていても風の音が聞こえました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ただ、朝食バイキングについては、品数がそれほど多くないうえ、パン用のオープントースターがないなど、物足りなく感じました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2026-03-19T01:52:11Z</dcterms:created>
  <dcterms:modified xsi:type="dcterms:W3CDTF">2026-03-19T01:52:11Z</dcterms:modified>
</cp:coreProperties>
</file>