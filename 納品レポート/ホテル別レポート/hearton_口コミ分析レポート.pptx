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9.42</c:v>
                </c:pt>
                <c:pt idx="1">
                  <c:v>8.76</c:v>
                </c:pt>
                <c:pt idx="2">
                  <c:v>8.73</c:v>
                </c:pt>
                <c:pt idx="3">
                  <c:v>8.55</c:v>
                </c:pt>
                <c:pt idx="4">
                  <c:v>8.54</c:v>
                </c:pt>
                <c:pt idx="5">
                  <c:v>7.75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117</c:v>
                </c:pt>
                <c:pt idx="1">
                  <c:v>20</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67</c:v>
                </c:pt>
                <c:pt idx="1">
                  <c:v>5</c:v>
                </c:pt>
                <c:pt idx="2">
                  <c:v>45</c:v>
                </c:pt>
                <c:pt idx="3">
                  <c:v>6</c:v>
                </c:pt>
                <c:pt idx="4">
                  <c:v>14</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作成日：2026年3月24日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駅からも近くて良かったです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清潔で良かった 高さ制限のある車は、別の駐車場に停めるようになりますが、不便でした 高さ制限のある車は、別の駐車場...</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深夜のチェックインになってしまったにもかかわらず親切に対応していただきました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羽田空港まで近くのバス停からリムジンバスも出ています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Drink vending machine , ice cream vending machine , curre...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Affordable hotel stayed 6 nights room was small but worke...</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84.8%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Trip.com(9.42)が最高スコア。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117件（84.8%）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20件（14.5%）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駅からも近くて良かったです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「最寄り駅から近く、荷物が多かったので移動が楽で良かったです」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清潔で良かった 高さ制限のある車は、別の駐車場に停めるようになりますが、不便でした 高さ制限のある車は、別の駐車場...</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「お部屋も運良く海側だったので夜景も朝日もキレイでした」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深夜のチェックインになってしまったにもかかわらず親切に対応していただきました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「15時からチェックインなので14時前くらいからロビーで待っていたら(フロントからは離れていてスタッフには話しかけて...」</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コンビニが近くにあれば最高なのですが</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「イオンが目の前なので時間潰しや買い物には困りません」</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ベッドは寝心地がよくってぐっすりでした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「部屋も快適でした」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朝ごはんのパンが温められず冷たいままだったのが残念でしたが、全体的に価格に対して満足度が高かったです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「朝食は7時に行って正解、ひっきりなしに人が来ていました」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羽田空港まで近くのバス停からリムジンバスも出ています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Drink vending machine , ice cream vending machine , curre...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Affordable hotel stayed 6 nights room was small but worke...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Drink vending machine , ice cream vending machine , curre...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朝ごはんのパンが温められず冷たいままだったのが残念でしたが、全体的に価格に対して満足度が高かったです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部屋は湿気臭がして、かなり老朽化していました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・以前、高速道路側の部屋に泊まった時は、自動車の騒音がうるさく感じましたが、今回は高速道路と反対側の部屋でしたので...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ただ、朝食バイキングについては、品数がそれほど多くないうえ、パン用のオープントースターがないなど、物足りなく感じました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そして部屋は１７階で窓からは綺麗な景色が堪能出来ました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約18件/期間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2026-03-24T01:12:42Z</dcterms:created>
  <dcterms:modified xsi:type="dcterms:W3CDTF">2026-03-24T01:12:42Z</dcterms:modified>
</cp:coreProperties>
</file>