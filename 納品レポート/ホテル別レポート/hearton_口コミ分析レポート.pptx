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9.38</c:v>
                </c:pt>
                <c:pt idx="1">
                  <c:v>8.75</c:v>
                </c:pt>
                <c:pt idx="2">
                  <c:v>8.58</c:v>
                </c:pt>
                <c:pt idx="3">
                  <c:v>8.52</c:v>
                </c:pt>
                <c:pt idx="4">
                  <c:v>8.46</c:v>
                </c:pt>
                <c:pt idx="5">
                  <c:v>7.75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115</c:v>
                </c:pt>
                <c:pt idx="1">
                  <c:v>22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64</c:v>
                </c:pt>
                <c:pt idx="1">
                  <c:v>7</c:v>
                </c:pt>
                <c:pt idx="2">
                  <c:v>44</c:v>
                </c:pt>
                <c:pt idx="3">
                  <c:v>7</c:v>
                </c:pt>
                <c:pt idx="4">
                  <c:v>15</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駅からも近くて良かったです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「ホテルの建物内は清潔で、朝食付きで料金も非常にリーズナブルだったと思います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front desk staff were really nice and helpful and eve...</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羽田空港まで近くのバス停からリムジンバスも出ています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It's very close to the station and accessible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臭い・匂い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Drink vending machine , ice cream vending machine , curre...</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115件（83.3%）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22件（15.9%）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駅からも近くて良かったです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「ホテルの建物内は清潔で、朝食付きで料金も非常にリーズナブルだったと思います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「洗面所周りが広く全体的に綺麗でお安くお得感があった」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front desk staff were really nice and helpful and eve...</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「深夜のチェックインになってしまったにもかかわらず親切に対応していただきました」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広いベッド 便利なロケーション</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bed was really comfortable」</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コンビニが近くにあれば最高なのですが</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「イオンが目の前なので時間潰しや買い物には困りません」</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「「ホテルの建物内は清潔で、朝食付きで料金も非常にリーズナブルだったと思います」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羽田空港まで近くのバス停からリムジンバスも出ています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It's very close to the station and accessible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Drink vending machine , ice cream vending machine , curre...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朝ごはんのパンが温められず冷たいままだったのが残念でしたが、全体的に価格に対して満足度が高かったです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部屋は湿気臭く、かなり老朽化していました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Affordable hotel stayed 6 nights room was small but worke...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・以前、高速道路側の部屋に泊まった時は、自動車の騒音がうるさく感じましたが、今回は高速道路と反対側の部屋でしたので...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ただ、朝食バイキングについては、品数がそれほど多くないうえ、パン用のオープントースターがないなど、物足りなく感じました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そして部屋は１７階で窓からは綺麗な景色が堪能出来ました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2026-03-25T11:12:25Z</dcterms:created>
  <dcterms:modified xsi:type="dcterms:W3CDTF">2026-03-25T11:12:25Z</dcterms:modified>
</cp:coreProperties>
</file>