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Booking.com</c:v>
                  </c:pt>
                  <c:pt idx="4">
                    <c:v>Agoda</c:v>
                  </c:pt>
                  <c:pt idx="5">
                    <c:v>Google</c:v>
                  </c:pt>
                </c:lvl>
              </c:multiLvlStrCache>
            </c:multiLvlStrRef>
          </c:cat>
          <c:val>
            <c:numRef>
              <c:f>Sheet1!$B$2:$B$7</c:f>
              <c:numCache>
                <c:formatCode>General</c:formatCode>
                <c:ptCount val="6"/>
                <c:pt idx="0">
                  <c:v>9.39</c:v>
                </c:pt>
                <c:pt idx="1">
                  <c:v>8.71</c:v>
                </c:pt>
                <c:pt idx="2">
                  <c:v>8.53</c:v>
                </c:pt>
                <c:pt idx="3">
                  <c:v>8.48</c:v>
                </c:pt>
                <c:pt idx="4">
                  <c:v>8.13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115</c:v>
                </c:pt>
                <c:pt idx="1">
                  <c:v>21</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57</c:v>
                </c:pt>
                <c:pt idx="1">
                  <c:v>11</c:v>
                </c:pt>
                <c:pt idx="2">
                  <c:v>47</c:v>
                </c:pt>
                <c:pt idx="3">
                  <c:v>9</c:v>
                </c:pt>
                <c:pt idx="4">
                  <c:v>11</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location, train station across the road and few shops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部屋が4人部屋になってビックリしましたが、フロントからお部屋から全部綺麗で大満足です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had a humidity smell and was pretty worn out アメニ...</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羽田空港からリムジンバスでホテルまで行けるし、駅にも近いのでとても便利です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location, train station across the road and few shops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ただホテル関係ないけど、目の前のイオンの入り口がわからなくて寒い中ぐるっと回ったのが残念</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Trip.com(9.39)が最高スコア。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Google(8.0)が相対的に低い。口コミ返信の強化が急務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115件（83.9%）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21件（15.3%）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location, train station across the road and few shops</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「品川シーサイド駅から近くて驚きました」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部屋が4人部屋になってビックリしましたが、フロントからお部屋から全部綺麗で大満足です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「結局ホテルのフロントさんが親切に料金まで教えてくれてコインパーキングに停めることがでいたので夜景もキレイで文句ない...」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had a humidity smell and was pretty worn out アメニ...</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「いつも利用させていただいてます  部屋も広く快適です  交通の便利がよく特にビッグサイトでの展示会などがある時は良...」</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部屋が4人部屋になってビックリしましたが、フロントからお部屋から全部綺麗で大満足です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「結局ホテルのフロントさんが親切に料金まで教えてくれてコインパーキングに停めることがでいたので夜景もキレイで文句ない...」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それ以外はとても便利で、近くにイオンのスーパーマーケットがあるので、買い物や交通の便も良かったです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「近くにイオンモールやコンビニなどあり、とても便利でした」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朝食はもう少し品数が欲しい 朝食はもう少し品数が欲しい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「朝食後にコーヒーを飲むと美味しいです」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羽田空港からリムジンバスでホテルまで行けるし、駅にも近いのでとても便利です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Good location, train station across the road and few shops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ただホテル関係ないけど、目の前のイオンの入り口がわからなくて寒い中ぐるっと回ったのが残念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部屋は湿気臭く、かなり老朽化していました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安いプランで泊まったので、部屋は狭いですが寝るだけなので気になりませんでした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部屋は湿気臭く、かなり老朽化していました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ただ、滞在中の天気はあまり良くなく、風がとても強く、窓を閉めていても風の音が聞こえました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ただ、滞在中の天気はあまり良くなく、風がとても強く、窓を閉めていても風の音が聞こえました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朝食はもう少し品数が欲しい 朝食はもう少し品数が欲しい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2026-03-16T22:42:39Z</dcterms:created>
  <dcterms:modified xsi:type="dcterms:W3CDTF">2026-03-16T22:42:39Z</dcterms:modified>
</cp:coreProperties>
</file>