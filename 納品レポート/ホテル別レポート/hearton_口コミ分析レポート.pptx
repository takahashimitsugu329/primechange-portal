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口コミ分析レポート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ハートンホテル東品川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BBBBB"/>
                </a:solidFill>
              </a:rPr>
              <a:t>2026年3月29日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エグゼクティブサマリー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全体平均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8.59点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高評価率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82.9%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低評価率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</a:rPr>
              <a:t>1.4%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3544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レビュー総数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</a:rPr>
              <a:t>140件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分析対象: ハートンホテル東品川  |  対象サイト: Booking.com / Trip.com / じゃらん / 楽天トラベル / Agoda / Google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サイト別評価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サイト名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平均（原点）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10pt換算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判定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Trip.com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9.43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9.43/10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じゃらん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4.32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8.63/10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楽天トラベル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4.29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8.58/10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Agoda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8.55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8.55/10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Booking.com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8.50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8.50/10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Google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3.40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6.80/10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評価分布（10pt換算）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10点: 63件 (45.0%)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9点: 7件 (5.0%)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8点: 46件 (32.9%)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7点: 6件 (4.3%)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6点: 16件 (11.4%)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2点: 2件 (1.4%)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改善提案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1. 高評価の強みを対外発信し差別化を強化する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2. 低評価・改善コメントに迅速に対応しリピート率を向上させる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3. 口コミ投稿促進施策を実施しレビュー数を増加させる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4. 月次で口コミをモニタリングし継続的改善サイクルを確立する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2026-03-29T07:29:15Z</dcterms:created>
  <dcterms:modified xsi:type="dcterms:W3CDTF">2026-03-29T07:29:15Z</dcterms:modified>
</cp:coreProperties>
</file>