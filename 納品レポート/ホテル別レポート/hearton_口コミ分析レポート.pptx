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8.63</c:v>
                </c:pt>
                <c:pt idx="2">
                  <c:v>8.58</c:v>
                </c:pt>
                <c:pt idx="3">
                  <c:v>8.55</c:v>
                </c:pt>
                <c:pt idx="4">
                  <c:v>8.5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46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116件（82.9%）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82.9% → 目標 87.9%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ハートンホテル東品川は全体平均8.59点（10pt換算）、高評価率82.9%を達成しています。本レポートで示した改善施策を段階的に実施することで、さらなる顧客満足度向上が期待できます。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2026-03-29T23:17:19Z</dcterms:created>
  <dcterms:modified xsi:type="dcterms:W3CDTF">2026-03-29T23:17:19Z</dcterms:modified>
</cp:coreProperties>
</file>