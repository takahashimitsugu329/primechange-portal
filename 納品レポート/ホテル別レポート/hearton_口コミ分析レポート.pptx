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Agoda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8.75</c:v>
                </c:pt>
                <c:pt idx="2">
                  <c:v>8.58</c:v>
                </c:pt>
                <c:pt idx="3">
                  <c:v>8.55</c:v>
                </c:pt>
                <c:pt idx="4">
                  <c:v>8.45</c:v>
                </c:pt>
                <c:pt idx="5">
                  <c:v>6.8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115</c:v>
                </c:pt>
                <c:pt idx="1">
                  <c:v>22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8</c:v>
                </c:pt>
                <c:pt idx="2">
                  <c:v>45</c:v>
                </c:pt>
                <c:pt idx="3">
                  <c:v>6</c:v>
                </c:pt>
                <c:pt idx="4">
                  <c:v>16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レビュー総数：139件（6サイト）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お風呂も広いし 部屋も綺麗 アクセスもいいし、また利用したいです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お風呂も広いし 部屋も綺麗 アクセスもいいし、また利用したいです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ホテルは清潔そのもので、スタッフの方々もとても親切です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羽田空港まで近くのバス停からリムジンバスも出ています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" It's very close to the station and accessible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ただ1つだけその長所を台無しにするのが9時頃からの他の部屋の清掃、外国人スタッフさんなのか話しながら作業しておりガ...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Trip.com(9.43)が最高スコア。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Google(6.8)が相対的に低い。口コミ返信の強化が急務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115件（82.7%）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22件（15.8%）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お風呂も広いし 部屋も綺麗 アクセスもいいし、また利用したいです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「交通非常方便，超市就在隔鄰非常安靜，品川駅至酒店的士1600日元非常便宜」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お風呂も広いし 部屋も綺麗 アクセスもいいし、また利用したいです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「ホテルは清潔そのもので、スタッフの方々もとても親切です」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ホテルは清潔そのもので、スタッフの方々もとても親切です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「ただ1つだけその長所を台無しにするのが9時頃からの他の部屋の清掃、外国人スタッフさんなのか話しながら作業しておりガ...」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交通の便が非常に良く、スーパーマーケットはすぐ隣にあり、とても静かです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「駅近で徒歩圏内に飲食店やスーパーもあり受付の方の対応も良く、部屋も綺麗、何よりチェックアウト時間も12時と遅めで良い」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広いベッド 便利なロケーション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bed was really comfortable」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駅が近い  商業施設が近い 駐車場有だったが、大きく高さの有る車は入らない  朝ごはん、トースターが付いてたらあの...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「「ホテルの建物内は清潔で、朝食付きで料金も非常にリーズナブルだったと思います」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羽田空港まで近くのバス停からリムジンバスも出ています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 It's very close to the station and accessible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ただ1つだけその長所を台無しにするのが9時頃からの他の部屋の清掃、外国人スタッフさんなのか話しながら作業しておりガ...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Drink vending machine , ice cream vending machine , curre...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部屋は湿気臭がして、かなり老朽化していました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ただ1つだけその長所を台無しにするのが9時頃からの他の部屋の清掃、外国人スタッフさんなのか話しながら作業しておりガ...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Affordable hotel stayed 6 nights room was small but worke...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そして部屋は１７階で窓からは綺麗な景色が堪能出来ました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ただ、朝食バイキングについては、品数がそれほど多くないうえ、パン用のオープントースターがないなど、物足りなく感じました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2026-03-27T00:18:58Z</dcterms:created>
  <dcterms:modified xsi:type="dcterms:W3CDTF">2026-03-27T00:18:58Z</dcterms:modified>
</cp:coreProperties>
</file>