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じゃらん</c:v>
                  </c:pt>
                  <c:pt idx="2">
                    <c:v>Booking.com</c:v>
                  </c:pt>
                  <c:pt idx="3">
                    <c:v>Agoda</c:v>
                  </c:pt>
                  <c:pt idx="4">
                    <c:v>楽天トラベル</c:v>
                  </c:pt>
                  <c:pt idx="5">
                    <c:v>Google</c:v>
                  </c:pt>
                </c:lvl>
              </c:multiLvlStrCache>
            </c:multiLvlStrRef>
          </c:cat>
          <c:val>
            <c:numRef>
              <c:f>Sheet1!$B$2:$B$7</c:f>
              <c:numCache>
                <c:formatCode>General</c:formatCode>
                <c:ptCount val="6"/>
                <c:pt idx="0">
                  <c:v>9.38</c:v>
                </c:pt>
                <c:pt idx="1">
                  <c:v>8.71</c:v>
                </c:pt>
                <c:pt idx="2">
                  <c:v>8.43</c:v>
                </c:pt>
                <c:pt idx="3">
                  <c:v>8.4</c:v>
                </c:pt>
                <c:pt idx="4">
                  <c:v>8.11</c:v>
                </c:pt>
                <c:pt idx="5">
                  <c:v>7.25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69</c:v>
                </c:pt>
                <c:pt idx="1">
                  <c:v>13</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2点</c:v>
                  </c:pt>
                </c:lvl>
              </c:multiLvlStrCache>
            </c:multiLvlStrRef>
          </c:cat>
          <c:val>
            <c:numRef>
              <c:f>Sheet1!$B$2:$B$8</c:f>
              <c:numCache>
                <c:formatCode>General</c:formatCode>
                <c:ptCount val="7"/>
                <c:pt idx="0">
                  <c:v>31</c:v>
                </c:pt>
                <c:pt idx="1">
                  <c:v>12</c:v>
                </c:pt>
                <c:pt idx="2">
                  <c:v>26</c:v>
                </c:pt>
                <c:pt idx="3">
                  <c:v>3</c:v>
                </c:pt>
                <c:pt idx="4">
                  <c:v>9</c:v>
                </c:pt>
                <c:pt idx="5">
                  <c:v>1</c:v>
                </c:pt>
                <c:pt idx="6">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ハートンホテル東品川</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レビュー総数：84件（6サイト）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8.45</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駅から激近の立地で満足です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駅近のきれいなホテルです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環境清潔安靜，服務人員非常親切 環境は清潔で静かで、スタッフの方々もとても親切でした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部屋も洗面浴室もキレイでした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Very clean place, good place to stay the night after long...</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こちらの確認不足で仕方ないことなのですが喫煙室を予約してしまっていました 空気清浄機もお借りして過ごしましたが 残...</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8.45</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82.1%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84件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Trip.com(9.38)が最高スコア。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Google(7.3)が相対的に低い。口コミ返信の強化が急務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69件（82.1%）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13件（15.5%）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駅から激近の立地で満足です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「駅近のきれいなホテルです」</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駅近のきれいなホテルです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「部屋も洗面浴室もキレイでした」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環境清潔安靜，服務人員非常親切 環境は清潔で静かで、スタッフの方々もとても親切でした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部屋の広さはちょうど良かった 設備をちゃんとして欲しい 設備をちゃんとして欲しい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すぐ向かいにイオンモールがあり、なんでも買い物が出来て便利です</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「近くにスーパー、コンビニがあり便利」</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お風呂のお湯が蛇口で調節なのがちょっと面倒ですが十分快適に泊まれました 朝食も美味しかったです</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「朝食が美味しく　駅が近い    対応が　気持ちよく　親切」</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部屋も洗面浴室もキレイでした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Very clean place, good place to stay the night after long...</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こちらの確認不足で仕方ないことなのですが喫煙室を予約してしまっていました 空気清浄機もお借りして過ごしましたが 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お部屋も綺麗で、隣の音も気にならなかったです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部屋が臭い 部屋が臭い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運河が見えるお部屋を希望したら、18階の運河沿いのお部屋にしてくれ、窓の下は運河が流れていて、夜には夜景が素晴らし...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部屋は少し古いが、一階に自販機や電子レンジがあり助かった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8.45点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82.1%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ハートンホテル東品川 口コミ分析改善レポート</dc:title>
  <dc:subject>PptxGenJS Presentation</dc:subject>
  <dc:creator>Hotel Consulting</dc:creator>
  <cp:lastModifiedBy>Hotel Consulting</cp:lastModifiedBy>
  <cp:revision>1</cp:revision>
  <dcterms:created xsi:type="dcterms:W3CDTF">2026-04-05T00:17:44Z</dcterms:created>
  <dcterms:modified xsi:type="dcterms:W3CDTF">2026-04-05T00:17:44Z</dcterms:modified>
</cp:coreProperties>
</file>