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楽天トラベル</c:v>
                  </c:pt>
                  <c:pt idx="4">
                    <c:v>Agoda</c:v>
                  </c:pt>
                  <c:pt idx="5">
                    <c:v>Google</c:v>
                  </c:pt>
                </c:lvl>
              </c:multiLvlStrCache>
            </c:multiLvlStrRef>
          </c:cat>
          <c:val>
            <c:numRef>
              <c:f>Sheet1!$B$2:$B$7</c:f>
              <c:numCache>
                <c:formatCode>General</c:formatCode>
                <c:ptCount val="6"/>
                <c:pt idx="0">
                  <c:v>9.35</c:v>
                </c:pt>
                <c:pt idx="1">
                  <c:v>8.57</c:v>
                </c:pt>
                <c:pt idx="2">
                  <c:v>8.44</c:v>
                </c:pt>
                <c:pt idx="3">
                  <c:v>8.41</c:v>
                </c:pt>
                <c:pt idx="4">
                  <c:v>8.25</c:v>
                </c:pt>
                <c:pt idx="5">
                  <c:v>6.91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112</c:v>
                </c:pt>
                <c:pt idx="1">
                  <c:v>23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53</c:v>
                </c:pt>
                <c:pt idx="1">
                  <c:v>11</c:v>
                </c:pt>
                <c:pt idx="2">
                  <c:v>48</c:v>
                </c:pt>
                <c:pt idx="3">
                  <c:v>7</c:v>
                </c:pt>
                <c:pt idx="4">
                  <c:v>16</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コンビニ・周辺施設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112件（81.8%）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外観に比べると部屋が古いイメージで少し残念でした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喫煙部屋で当方電子タバコなので入った時のタバコ臭が気になります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部屋が、狭い 眺望も良くない ともかく安い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机の下に前の方のゴミが落ちていてその点だけが少し残念…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2026-04-02T08:56:35Z</dcterms:created>
  <dcterms:modified xsi:type="dcterms:W3CDTF">2026-04-02T08:56:35Z</dcterms:modified>
</cp:coreProperties>
</file>