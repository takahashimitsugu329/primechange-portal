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Agoda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9.35</c:v>
                </c:pt>
                <c:pt idx="1">
                  <c:v>8.75</c:v>
                </c:pt>
                <c:pt idx="2">
                  <c:v>8.58</c:v>
                </c:pt>
                <c:pt idx="3">
                  <c:v>8.52</c:v>
                </c:pt>
                <c:pt idx="4">
                  <c:v>8.46</c:v>
                </c:pt>
                <c:pt idx="5">
                  <c:v>7.78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115</c:v>
                </c:pt>
                <c:pt idx="1">
                  <c:v>22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63</c:v>
                </c:pt>
                <c:pt idx="1">
                  <c:v>7</c:v>
                </c:pt>
                <c:pt idx="2">
                  <c:v>45</c:v>
                </c:pt>
                <c:pt idx="3">
                  <c:v>7</c:v>
                </c:pt>
                <c:pt idx="4">
                  <c:v>15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レビュー総数：138件（6サイト）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8.65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しかし、品川海浜駅の向かいに位置し、青物横町駅から徒歩約15分という好立地なので、アクセスはかなり楽です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ホテルは清潔そのもので、スタッフの方々もとても親切です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ホテルは清潔そのもので、スタッフの方々もとても親切です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羽田空港まで近くのバス停からリムジンバスも出ています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" It's very close to the station and accessible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臭い・匂い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Drink vending machine , ice cream vending machine , curre...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8.65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Trip.com(9.35)が最高スコア。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Google(7.8)が相対的に低い。口コミ返信の強化が急務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115件（83.3%）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22件（15.9%）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1件（0.7%）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しかし、品川海浜駅の向かいに位置し、青物横町駅から徒歩約15分という好立地なので、アクセスはかなり楽です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「駅からも近くて良かったです」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ホテルは清潔そのもので、スタッフの方々もとても親切です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「「ホテルの建物内は清潔で、朝食付きで料金も非常にリーズナブルだったと思います」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ホテルは清潔そのもので、スタッフの方々もとても親切です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「The front desk staff were really nice and helpful and eve...」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広いベッド 便利なロケーション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「The bed was really comfortable」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コンビニが近くにあれば最高なのですが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「イオンが目の前なので時間潰しや買い物には困りません」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駅が近い  商業施設が近い 駐車場有だったが、大きく高さの有る車は入らない  朝ごはん、トースターが付いてたらあの...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「「ホテルの建物内は清潔で、朝食付きで料金も非常にリーズナブルだったと思います」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羽田空港まで近くのバス停からリムジンバスも出ています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 It's very close to the station and accessible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Drink vending machine , ice cream vending machine , curre...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朝ごはんのパンが温められず冷たいままだったのが残念でしたが、全体的に価格に対して満足度が高かったです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部屋は湿気臭く、かなり老朽化していました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Affordable hotel stayed 6 nights room was small but worke...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・以前、高速道路側の部屋に泊まった時は、自動車の騒音がうるさく感じましたが、今回は高速道路と反対側の部屋でしたので...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ただ、朝食バイキングについては、品数がそれほど多くないうえ、パン用のオープントースターがないなど、物足りなく感じました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そして部屋は１７階で窓からは綺麗な景色が堪能出来ました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ハートンホテル東品川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2026-03-25T22:27:24Z</dcterms:created>
  <dcterms:modified xsi:type="dcterms:W3CDTF">2026-03-25T22:27:24Z</dcterms:modified>
</cp:coreProperties>
</file>