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c:v>
                </c:pt>
                <c:pt idx="1">
                  <c:v>8.71</c:v>
                </c:pt>
                <c:pt idx="2">
                  <c:v>8.44</c:v>
                </c:pt>
                <c:pt idx="3">
                  <c:v>8.4</c:v>
                </c:pt>
                <c:pt idx="4">
                  <c:v>8.29</c:v>
                </c:pt>
                <c:pt idx="5">
                  <c:v>6.86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23</c:v>
                </c:pt>
                <c:pt idx="1">
                  <c:v>10</c:v>
                </c:pt>
                <c:pt idx="2">
                  <c:v>22</c:v>
                </c:pt>
                <c:pt idx="3">
                  <c:v>3</c:v>
                </c:pt>
                <c:pt idx="4">
                  <c:v>9</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とても清潔感がありました 最寄り駅からすぐで、目の前にショッピングモールがあるのでとても便利でした 特にありません...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りんかい線の入口もすぐ、空港行きのバス乗り場もすぐ、空港までもすぐ、飲食店、コンビニ、イオンと助かりました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12件（17.6%）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とても清潔感がありました 最寄り駅からすぐで、目の前にショッピングモールがあるのでとても便利でした 特にありません...</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「清潔感があり、周辺も静かです」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was very nice」</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部屋は快適で、東京のホテルとしては平均よりも広い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「また、お部屋は狭かったが清潔感があり、ベッドも寝心地良かった」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「駅から近く、すぐ側にイオンあり買い物便利」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ただ1つだけその長所を台無しにするのが9時頃からの他の部屋の清掃、外国人スタッフさんなのか話しながら作業しておりガ...</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2026-04-22T23:46:35Z</dcterms:created>
  <dcterms:modified xsi:type="dcterms:W3CDTF">2026-04-22T23:46:35Z</dcterms:modified>
</cp:coreProperties>
</file>