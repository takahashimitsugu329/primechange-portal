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じゃらん</c:v>
                  </c:pt>
                  <c:pt idx="4">
                    <c:v>Agoda</c:v>
                  </c:pt>
                  <c:pt idx="5">
                    <c:v>Google</c:v>
                  </c:pt>
                </c:lvl>
              </c:multiLvlStrCache>
            </c:multiLvlStrRef>
          </c:cat>
          <c:val>
            <c:numRef>
              <c:f>Sheet1!$B$2:$B$7</c:f>
              <c:numCache>
                <c:formatCode>General</c:formatCode>
                <c:ptCount val="6"/>
                <c:pt idx="0">
                  <c:v>9.38</c:v>
                </c:pt>
                <c:pt idx="1">
                  <c:v>8.79</c:v>
                </c:pt>
                <c:pt idx="2">
                  <c:v>8.67</c:v>
                </c:pt>
                <c:pt idx="3">
                  <c:v>8.47</c:v>
                </c:pt>
                <c:pt idx="4">
                  <c:v>8.36</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118</c:v>
                </c:pt>
                <c:pt idx="1">
                  <c:v>20</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65</c:v>
                </c:pt>
                <c:pt idx="1">
                  <c:v>7</c:v>
                </c:pt>
                <c:pt idx="2">
                  <c:v>46</c:v>
                </c:pt>
                <c:pt idx="3">
                  <c:v>6</c:v>
                </c:pt>
                <c:pt idx="4">
                  <c:v>13</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乗り換えは面倒なのでりんかい線最寄駅の東雲駅まで徒歩（２０分位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そして部屋は１７階で窓からは綺麗な景色が堪能出来ました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部屋も快適でした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駅近で、翌日羽田空港まで電車で行こうと思っていましたが、ダイヤが乱れていて、急遽シャトルバスに変更しました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Drink vending machine , ice cream vending machine , curre...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ただ、バスルームの臭いが生乾きのような臭い（たぶんシャワーカーテンからです）がしたのと、お湯の調整が難しかったのが...</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118件（84.9%）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20件（14.4%）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乗り換えは面倒なのでりんかい線最寄駅の東雲駅まで徒歩（２０分位</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「駅近で、翌日羽田空港まで電車で行こうと思っていましたが、ダイヤが乱れていて、急遽シャトルバスに変更しました」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そして部屋は１７階で窓からは綺麗な景色が堪能出来ました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「お部屋はきれいで、ベッドの寝心地が最高でした」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部屋も快適でした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「入国時や出国時の休憩には最適ですが、一泊以上は快適に過ごせないと思います」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割り箸をフロントでいただいて大変助かりました 割り箸をフロントでいただいて大変助かりました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「ライブ前に荷物を預けに行くと感じの良いスタッフさんが対応してくれて、ついでにチェックインも済ませることが出来て全て...」</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目の前にはイオンがあるので買い物も出来て、そのすぐ隣にあるオーバルガーデンにはコンビニが集結しているので夜遅くなっ...</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「イオンモールも通りの向かいにあり、レストラン、ファミリーマート、セブンイレブン、釣り具店などがたくさんあります」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直食がとても美味しかったです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「朝食もビュッフェ式で和洋楽しめました」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駅近で、翌日羽田空港まで電車で行こうと思っていましたが、ダイヤが乱れていて、急遽シャトルバスに変更しました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Drink vending machine , ice cream vending machine , curre...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ただ、バスルームの臭いが生乾きのような臭い（たぶんシャワーカーテンからです）がしたのと、お湯の調整が難しかったのが...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Affordable hotel stayed 6 nights room was small but worke...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Drink vending machine , ice cream vending machine , curre...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部屋は湿気臭がして、かなり老朽化していました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・以前、高速道路側の部屋に泊まった時は、自動車の騒音がうるさく感じましたが、今回は高速道路と反対側の部屋でしたので...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そして部屋は１７階で窓からは綺麗な景色が堪能出来ました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