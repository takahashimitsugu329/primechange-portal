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Agoda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</c:v>
                </c:pt>
                <c:pt idx="1">
                  <c:v>8.71</c:v>
                </c:pt>
                <c:pt idx="2">
                  <c:v>8.44</c:v>
                </c:pt>
                <c:pt idx="3">
                  <c:v>8.4</c:v>
                </c:pt>
                <c:pt idx="4">
                  <c:v>8.29</c:v>
                </c:pt>
                <c:pt idx="5">
                  <c:v>6.86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10</c:v>
                </c:pt>
                <c:pt idx="2">
                  <c:v>22</c:v>
                </c:pt>
                <c:pt idx="3">
                  <c:v>3</c:v>
                </c:pt>
                <c:pt idx="4">
                  <c:v>9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8.43点 → 目標 8.93点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ハートンホテル東品川は全体平均8.43点（10pt換算）、高評価率80.9%を達成しています。本レポートで示した改善施策を段階的に実施することで、さらなる顧客満足度向上が期待できます。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