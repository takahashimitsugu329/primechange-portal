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楽天トラベル</c:v>
                  </c:pt>
                  <c:pt idx="4">
                    <c:v>Agoda</c:v>
                  </c:pt>
                  <c:pt idx="5">
                    <c:v>Google</c:v>
                  </c:pt>
                </c:lvl>
              </c:multiLvlStrCache>
            </c:multiLvlStrRef>
          </c:cat>
          <c:val>
            <c:numRef>
              <c:f>Sheet1!$B$2:$B$7</c:f>
              <c:numCache>
                <c:formatCode>General</c:formatCode>
                <c:ptCount val="6"/>
                <c:pt idx="0">
                  <c:v>9.38</c:v>
                </c:pt>
                <c:pt idx="1">
                  <c:v>8.76</c:v>
                </c:pt>
                <c:pt idx="2">
                  <c:v>8.52</c:v>
                </c:pt>
                <c:pt idx="3">
                  <c:v>8.19</c:v>
                </c:pt>
                <c:pt idx="4">
                  <c:v>8</c:v>
                </c:pt>
                <c:pt idx="5">
                  <c:v>6.91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81</c:v>
                </c:pt>
                <c:pt idx="1">
                  <c:v>17</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35</c:v>
                </c:pt>
                <c:pt idx="1">
                  <c:v>15</c:v>
                </c:pt>
                <c:pt idx="2">
                  <c:v>31</c:v>
                </c:pt>
                <c:pt idx="3">
                  <c:v>3</c:v>
                </c:pt>
                <c:pt idx="4">
                  <c:v>12</c:v>
                </c:pt>
                <c:pt idx="5">
                  <c:v>2</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りんかい線での移動であれば抜群の立地ですが、京急青物横丁からは徒歩で7-8分というところ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結構大規模なホテルで、そこそこ年季の入った設備ですが、手入れや清掃が意気届いているのか、ホコリや不潔な感じはしませ...</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タオルや歯ブラシの交換が必要な場合は、フロントにお申し付けください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お部屋も最近のビジネスホテルに比べればやや広め、バスルームもユニットタイプながらゆったりしています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comで喫煙室を予約したため、部屋はタバコの臭いがひどく、エアコンをつけると悪臭がしました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滞在中はエアコンはほとんど使わず、換気のために窓を開けただけでした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81件（81.0%）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17件（17.0%）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りんかい線での移動であれば抜群の立地ですが、京急青物横丁からは徒歩で7-8分というところ</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「当日２１時までのイベント終わりに駅に到着、雨も降っていてホテルまで歩くのが嫌だなと思っていました」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結構大規模なホテルで、そこそこ年季の入った設備ですが、手入れや清掃が意気届いているのか、ホコリや不潔な感じはしませ...</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「連続滞在の場合に清掃しないという特別なポリシーはありません」</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タオルや歯ブラシの交換が必要な場合は、フロントにお申し付けください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「3回目の利用です  毎回サービスがよくお部屋も綺麗で満足させてもらってます  今回はたまたま端のお部屋だったので二...」</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結構大規模なホテルで、そこそこ年季の入った設備ですが、手入れや清掃が意気届いているのか、ホコリや不潔な感じはしませ...</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「セミダブルのお部屋しか取れなかったので、狭くて寝づらいか心配でしたが、ダブルに近い大きめのベッドでしたので十分でした」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正面がイオンなので、ちょっとした買い物や食事には全く困らないと思います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「駅近で行動もしやすく、イオンもすぐ目の前、コンビニも近くてとても便利でした」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チェックインの時に翌日朝の朝食をお願いして、朝食ビュッフェを頂きましたが、品数の多さにビックリで大変満足でした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お部屋も最近のビジネスホテルに比べればやや広め、バスルームもユニットタイプながらゆったりしています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comで喫煙室を予約したため、部屋はタバコの臭いがひどく、エアコンをつけると悪臭がしました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滞在中はエアコンはほとんど使わず、換気のために窓を開けただけでした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comで喫煙室を予約したため、部屋はタバコの臭いがひどく、エアコンをつけると悪臭がしました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一昨年利用した時は清潔感があり、良い印象だったので、また利用しましたが、今回は残念でした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結構大規模なホテルで、そこそこ年季の入った設備ですが、手入れや清掃が意気届いているのか、ホコリや不潔な感じはしませ...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お部屋も綺麗で、隣の音も気にならなかったです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チェックインの時に翌日朝の朝食をお願いして、朝食ビュッフェを頂きましたが、品数の多さにビックリで大変満足でした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結構大規模なホテルで、そこそこ年季の入った設備ですが、手入れや清掃が意気届いているのか、ホコリや不潔な感じはしませ...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2026-04-08T00:30:50Z</dcterms:created>
  <dcterms:modified xsi:type="dcterms:W3CDTF">2026-04-08T00:30:50Z</dcterms:modified>
</cp:coreProperties>
</file>