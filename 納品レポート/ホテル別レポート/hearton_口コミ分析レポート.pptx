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楽天トラベル</c:v>
                  </c:pt>
                  <c:pt idx="4">
                    <c:v>Agoda</c:v>
                  </c:pt>
                  <c:pt idx="5">
                    <c:v>Google</c:v>
                  </c:pt>
                </c:lvl>
              </c:multiLvlStrCache>
            </c:multiLvlStrRef>
          </c:cat>
          <c:val>
            <c:numRef>
              <c:f>Sheet1!$B$2:$B$7</c:f>
              <c:numCache>
                <c:formatCode>General</c:formatCode>
                <c:ptCount val="6"/>
                <c:pt idx="0">
                  <c:v>9.38</c:v>
                </c:pt>
                <c:pt idx="1">
                  <c:v>8.67</c:v>
                </c:pt>
                <c:pt idx="2">
                  <c:v>8.52</c:v>
                </c:pt>
                <c:pt idx="3">
                  <c:v>8.1</c:v>
                </c:pt>
                <c:pt idx="4">
                  <c:v>8</c:v>
                </c:pt>
                <c:pt idx="5">
                  <c:v>7.11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75</c:v>
                </c:pt>
                <c:pt idx="1">
                  <c:v>15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32</c:v>
                </c:pt>
                <c:pt idx="1">
                  <c:v>14</c:v>
                </c:pt>
                <c:pt idx="2">
                  <c:v>29</c:v>
                </c:pt>
                <c:pt idx="3">
                  <c:v>3</c:v>
                </c:pt>
                <c:pt idx="4">
                  <c:v>10</c:v>
                </c:pt>
                <c:pt idx="5">
                  <c:v>2</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レビュー総数：92件（6サイト）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Camera più spaziosa della media e colazione molto abbonda...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連続滞在の場合に清掃しないという特別なポリシーはありません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タオルや歯ブラシの交換が必要な場合は、フロントにお申し付けください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部屋も洗面浴室もキレイでした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comで喫煙室を予約したため、部屋はタバコの臭いがひどく、エアコンをつけると悪臭がしました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一昨年利用した時は清潔感があり、良い印象だったので、また利用しましたが、今回は残念でした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92件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Google(7.1)が相対的に低い。口コミ返信の強化が急務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75件（81.5%）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15件（16.3%）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Camera più spaziosa della media e colazione molto abbonda...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「立地はとても便利です」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連続滞在の場合に清掃しないという特別なポリシーはありません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「一昨年利用した時は清潔感があり、良い印象だったので、また利用しましたが、今回は残念でした」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タオルや歯ブラシの交換が必要な場合は、フロントにお申し付けください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「アクセスが良く、フロントの方の対応も悪くなかっただけに残念です」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部屋の広さはちょうど良かった 設備をちゃんとして欲しい 設備をちゃんとして欲しい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雨降りで風も強い日でしたが、駅前の好立地で、近くにコンビニやイオンがあってすごく良かったです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「すぐ向かいにイオンモールがあり、なんでも買い物が出来て便利です」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部屋も洗面浴室もキレイでした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comで喫煙室を予約したため、部屋はタバコの臭いがひどく、エアコンをつけると悪臭がしました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一昨年利用した時は清潔感があり、良い印象だったので、また利用しましたが、今回は残念でした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comで喫煙室を予約したため、部屋はタバコの臭いがひどく、エアコンをつけると悪臭がしました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滞在中はエアコンはほとんど使わず、換気のために窓を開けただけでした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お部屋も綺麗で、隣の音も気にならなかったです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部屋は少し古いが、一階に自販機や電子レンジがあり助かった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2026-04-07T00:35:02Z</dcterms:created>
  <dcterms:modified xsi:type="dcterms:W3CDTF">2026-04-07T00:35:02Z</dcterms:modified>
</cp:coreProperties>
</file>