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Booking.com</c:v>
                  </c:pt>
                  <c:pt idx="3">
                    <c:v>じゃらん</c:v>
                  </c:pt>
                  <c:pt idx="4">
                    <c:v>Agoda</c:v>
                  </c:pt>
                  <c:pt idx="5">
                    <c:v>Google</c:v>
                  </c:pt>
                </c:lvl>
              </c:multiLvlStrCache>
            </c:multiLvlStrRef>
          </c:cat>
          <c:val>
            <c:numRef>
              <c:f>Sheet1!$B$2:$B$7</c:f>
              <c:numCache>
                <c:formatCode>General</c:formatCode>
                <c:ptCount val="6"/>
                <c:pt idx="0">
                  <c:v>9.33</c:v>
                </c:pt>
                <c:pt idx="1">
                  <c:v>8.8</c:v>
                </c:pt>
                <c:pt idx="2">
                  <c:v>8.61</c:v>
                </c:pt>
                <c:pt idx="3">
                  <c:v>8.41</c:v>
                </c:pt>
                <c:pt idx="4">
                  <c:v>8.36</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119</c:v>
                </c:pt>
                <c:pt idx="1">
                  <c:v>19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60</c:v>
                </c:pt>
                <c:pt idx="1">
                  <c:v>10</c:v>
                </c:pt>
                <c:pt idx="2">
                  <c:v>49</c:v>
                </c:pt>
                <c:pt idx="3">
                  <c:v>6</c:v>
                </c:pt>
                <c:pt idx="4">
                  <c:v>12</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都内からのチェックインのため青物横丁駅から伺いました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ほぼ寝るためだけにこちらのホテル泊まりましたので  綺麗でした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・部屋の清掃は行き届いており、ベッド、バスタブも広めでゆったり出来て良かったです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・部屋の清掃は行き届いており、ベッド、バスタブも広めでゆったり出来て良かったです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ただ、バスタブは、水とお湯のハンドルが別々なので温度調整が難しいです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ただホテル関係ないけど、目の前のイオンの入り口がわからなくて寒い中ぐるっと回ったのが残念</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Google(8.0)が相対的に低い。口コミ返信の強化が急務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119件（85.6%）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19件（13.7%）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都内からのチェックインのため青物横丁駅から伺いました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「また、近くにイオン、コンビニ、飲食店もあるのでとても便利な立地です」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ほぼ寝るためだけにこちらのホテル泊まりましたので  綺麗でした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「・部屋の清掃は行き届いており、ベッド、バスタブも広めでゆったり出来て良かったです」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・部屋の清掃は行き届いており、ベッド、バスタブも広めでゆったり出来て良かったです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「駅からは多少離れていますが、室内はとても清潔感があり快適に過ごさせていただきました」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近くにはイオンもあり、ちょっとしたお買い物は便利でした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「また、近くにイオン、コンビニ、飲食店もあるのでとても便利な立地です」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朝ごはんが美味しかった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「・朝食は種類が多く内容は良いのですが、7時オープン前から行列になり大変混雑するので、近隣のホテル同様に6時30分オ...」</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・3月は花粉がひどく、部屋は乾燥していたので、フロントで空気清浄機と加湿器を借りました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「チェックインが遅れる連絡を電話で伝えた際もとても感じ良く対応いただきました」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・部屋の清掃は行き届いており、ベッド、バスタブも広めでゆったり出来て良かったです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ただ、バスタブは、水とお湯のハンドルが別々なので温度調整が難しいです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ただホテル関係ないけど、目の前のイオンの入り口がわからなくて寒い中ぐるっと回ったのが残念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部屋は湿気臭く、かなり老朽化していました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・以前、高速道路側の部屋に泊まった時は、自動車の騒音がうるさく感じましたが、今回は高速道路と反対側の部屋でしたので...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安いプランで泊まったので、部屋は狭いですが寝るだけなので気になりませんでした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部屋は湿気臭く、かなり老朽化していました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ただ、朝食バイキングについては、品数がそれほど多くないうえ、パン用のオープントースターがないなど、物足りなく感じました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ただ、滞在中の天気はあまり良くなく、風がとても強く、窓を閉めていても風の音が聞こえました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2026-03-21T00:16:53Z</dcterms:created>
  <dcterms:modified xsi:type="dcterms:W3CDTF">2026-03-21T00:16:53Z</dcterms:modified>
</cp:coreProperties>
</file>