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分析対象期間：2026-02-17 〜 2026-03-27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83.1%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安定した高品質サービス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67128"/>
            <a:ext cx="1188720" cy="19476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470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202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2560320"/>
            <a:ext cx="1188720" cy="15544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2240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288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91840" y="2151126"/>
            <a:ext cx="1188720" cy="196367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183108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1959102"/>
            <a:ext cx="1188720" cy="215569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163906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350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0" y="2153412"/>
            <a:ext cx="1188720" cy="196138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183337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436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406640" y="2160270"/>
            <a:ext cx="1188720" cy="195453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184023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8.52/10点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6.80/10点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全体平均評価：8.58点 / 高評価率：83.1% / 低評価率：1.4%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2026-03-28T22:02:37Z</dcterms:created>
  <dcterms:modified xsi:type="dcterms:W3CDTF">2026-03-28T22:02:37Z</dcterms:modified>
</cp:coreProperties>
</file>