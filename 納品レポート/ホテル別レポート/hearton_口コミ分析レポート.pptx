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9.35</c:v>
                </c:pt>
                <c:pt idx="1">
                  <c:v>8.59</c:v>
                </c:pt>
                <c:pt idx="2">
                  <c:v>8.5</c:v>
                </c:pt>
                <c:pt idx="3">
                  <c:v>8.47</c:v>
                </c:pt>
                <c:pt idx="4">
                  <c:v>8.2</c:v>
                </c:pt>
                <c:pt idx="5">
                  <c:v>6.91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10</c:v>
                </c:pt>
                <c:pt idx="2">
                  <c:v>46</c:v>
                </c:pt>
                <c:pt idx="3">
                  <c:v>7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111件（81.6%）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8.51点 → 目標 9.01点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81.6% → 目標 86.6%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ハートンホテル東品川は全体平均8.51点（10pt換算）、高評価率81.6%を達成しています。本レポートで示した改善施策を段階的に実施することで、さらなる顧客満足度向上が期待できます。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