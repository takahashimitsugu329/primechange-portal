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8.63</c:v>
                </c:pt>
                <c:pt idx="2">
                  <c:v>8.5</c:v>
                </c:pt>
                <c:pt idx="3">
                  <c:v>8.47</c:v>
                </c:pt>
                <c:pt idx="4">
                  <c:v>8.4</c:v>
                </c:pt>
                <c:pt idx="5">
                  <c:v>6.91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59</c:v>
                </c:pt>
                <c:pt idx="1">
                  <c:v>9</c:v>
                </c:pt>
                <c:pt idx="2">
                  <c:v>44</c:v>
                </c:pt>
                <c:pt idx="3">
                  <c:v>7</c:v>
                </c:pt>
                <c:pt idx="4">
                  <c:v>16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112件（81.8%）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8.55点 → 目標 9.05点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81.8% → 目標 86.8%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ハートンホテル東品川は全体平均8.55点（10pt換算）、高評価率81.8%を達成しています。本レポートで示した改善施策を段階的に実施することで、さらなる顧客満足度向上が期待できます。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