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楽天トラベル</c:v>
                  </c:pt>
                  <c:pt idx="4">
                    <c:v>Agoda</c:v>
                  </c:pt>
                  <c:pt idx="5">
                    <c:v>Google</c:v>
                  </c:pt>
                </c:lvl>
              </c:multiLvlStrCache>
            </c:multiLvlStrRef>
          </c:cat>
          <c:val>
            <c:numRef>
              <c:f>Sheet1!$B$2:$B$7</c:f>
              <c:numCache>
                <c:formatCode>General</c:formatCode>
                <c:ptCount val="6"/>
                <c:pt idx="0">
                  <c:v>9.38</c:v>
                </c:pt>
                <c:pt idx="1">
                  <c:v>8.67</c:v>
                </c:pt>
                <c:pt idx="2">
                  <c:v>8.43</c:v>
                </c:pt>
                <c:pt idx="3">
                  <c:v>8.11</c:v>
                </c:pt>
                <c:pt idx="4">
                  <c:v>8</c:v>
                </c:pt>
                <c:pt idx="5">
                  <c:v>7.25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71</c:v>
                </c:pt>
                <c:pt idx="1">
                  <c:v>14</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31</c:v>
                </c:pt>
                <c:pt idx="1">
                  <c:v>13</c:v>
                </c:pt>
                <c:pt idx="2">
                  <c:v>27</c:v>
                </c:pt>
                <c:pt idx="3">
                  <c:v>3</c:v>
                </c:pt>
                <c:pt idx="4">
                  <c:v>9</c:v>
                </c:pt>
                <c:pt idx="5">
                  <c:v>2</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雨降りで風も強い日でしたが、駅前の好立地で、近くにコンビニやイオンがあってすごく良かったです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一昨年利用した時は清潔感があり、良い印象だったので、また利用しましたが、今回は残念でした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アクセスが良く、フロントの方の対応も悪くなかっただけに残念です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部屋も洗面浴室もキレイでした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一昨年利用した時は清潔感があり、良い印象だったので、また利用しましたが、今回は残念でした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71件（81.6%）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14件（16.1%）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雨降りで風も強い日でしたが、駅前の好立地で、近くにコンビニやイオンがあってすごく良かったです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「アクセスが良く、フロントの方の対応も悪くなかっただけに残念です」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一昨年利用した時は清潔感があり、良い印象だったので、また利用しましたが、今回は残念でした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「駅近のきれいなホテルです」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アクセスが良く、フロントの方の対応も悪くなかっただけに残念です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「環境清潔安靜，服務人員非常親切 環境は清潔で静かで、スタッフの方々もとても親切でした」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部屋の広さはちょうど良かった 設備をちゃんとして欲しい 設備をちゃんとして欲しい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「お風呂のお湯が蛇口で調節なのがちょっと面倒ですが十分快適に泊まれました 朝食も美味しかったです」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雨降りで風も強い日でしたが、駅前の好立地で、近くにコンビニやイオンがあってすごく良かったです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「すぐ向かいにイオンモールがあり、なんでも買い物が出来て便利です」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お風呂のお湯が蛇口で調節なのがちょっと面倒ですが十分快適に泊まれました 朝食も美味しかったです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部屋も洗面浴室もキレイでした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一昨年利用した時は清潔感があり、良い印象だったので、また利用しましたが、今回は残念でした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お部屋も綺麗で、隣の音も気にならなかったです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部屋が臭い 部屋が臭い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部屋は少し古いが、一階に自販機や電子レンジがあり助かった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2026-04-06T04:03:17Z</dcterms:created>
  <dcterms:modified xsi:type="dcterms:W3CDTF">2026-04-06T04:03:17Z</dcterms:modified>
</cp:coreProperties>
</file>