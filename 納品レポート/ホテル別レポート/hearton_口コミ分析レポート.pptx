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Booking.com</c:v>
                  </c:pt>
                  <c:pt idx="3">
                    <c:v>じゃらん</c:v>
                  </c:pt>
                  <c:pt idx="4">
                    <c:v>Agoda</c:v>
                  </c:pt>
                  <c:pt idx="5">
                    <c:v>Google</c:v>
                  </c:pt>
                </c:lvl>
              </c:multiLvlStrCache>
            </c:multiLvlStrRef>
          </c:cat>
          <c:val>
            <c:numRef>
              <c:f>Sheet1!$B$2:$B$7</c:f>
              <c:numCache>
                <c:formatCode>General</c:formatCode>
                <c:ptCount val="6"/>
                <c:pt idx="0">
                  <c:v>9.33</c:v>
                </c:pt>
                <c:pt idx="1">
                  <c:v>8.97</c:v>
                </c:pt>
                <c:pt idx="2">
                  <c:v>8.54</c:v>
                </c:pt>
                <c:pt idx="3">
                  <c:v>8.37</c:v>
                </c:pt>
                <c:pt idx="4">
                  <c:v>8.36</c:v>
                </c:pt>
                <c:pt idx="5">
                  <c:v>8.2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119</c:v>
                </c:pt>
                <c:pt idx="1">
                  <c:v>19</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61</c:v>
                </c:pt>
                <c:pt idx="1">
                  <c:v>10</c:v>
                </c:pt>
                <c:pt idx="2">
                  <c:v>48</c:v>
                </c:pt>
                <c:pt idx="3">
                  <c:v>7</c:v>
                </c:pt>
                <c:pt idx="4">
                  <c:v>11</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また、近くにイオン、コンビニ、飲食店もあるのでとても便利な立地です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・部屋の清掃は行き届いており、ベッド、バスタブも広めでゆったり出来て良かったです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・部屋の清掃は行き届いており、ベッド、バスタブも広めでゆったり出来て良かったです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・部屋の清掃は行き届いており、ベッド、バスタブも広めでゆったり出来て良かったです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ただ、バスタブは、水とお湯のハンドルが別々なので温度調整が難しいです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ただホテル関係ないけど、目の前のイオンの入り口がわからなくて寒い中ぐるっと回ったのが残念</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119件（85.6%）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19件（13.7%）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また、近くにイオン、コンビニ、飲食店もあるのでとても便利な立地です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「そのほかは、立地も、環境も、食事も申し分なしです」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・部屋の清掃は行き届いており、ベッド、バスタブも広めでゆったり出来て良かったです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「広くて清潔です」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・部屋の清掃は行き届いており、ベッド、バスタブも広めでゆったり出来て良かったです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「正直、安さでこのホテルを選んだので少し不安でしたが、部屋の清潔感やアメニティの充実などが良く、とても快適に過ごせました」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・朝食は種類が多く内容は良いのですが、7時オープン前から行列になり大変混雑するので、近隣のホテル同様に6時30分オ...</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「部屋は綺麗で朝ごはんも美味しかったです」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また、近くにイオン、コンビニ、飲食店もあるのでとても便利な立地です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「品川シーサイド駅目の前で、スーパー・レストランも近くとても便利です♪ 有明に用があり、数回利用しています」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・3月は花粉がひどく、部屋は乾燥していたので、フロントで空気清浄機と加湿器を借りました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「また、受付は大学生のアルバイトと思われる方でしたが、とても丁寧に対応していただきました」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・部屋の清掃は行き届いており、ベッド、バスタブも広めでゆったり出来て良かったです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ただ、バスタブは、水とお湯のハンドルが別々なので温度調整が難しいです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ただホテル関係ないけど、目の前のイオンの入り口がわからなくて寒い中ぐるっと回ったのが残念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部屋は湿気臭がして、かなり老朽化していました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安いプランで泊まったので、部屋は狭いですが寝るだけなので気になりませんでした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・以前、高速道路側の部屋に泊まった時は、自動車の騒音がうるさく感じましたが、今回は高速道路と反対側の部屋でしたので...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部屋は湿気臭がして、かなり老朽化していました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ただ、滞在中の天気はあまり良くなく、風がとても強く、窓を閉めていても風の音が聞こえました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ただ、朝食バイキングについては、品数がそれほど多くないうえ、パン用のオープントースターがないなど、物足りなく感じました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2026-03-19T23:27:39Z</dcterms:created>
  <dcterms:modified xsi:type="dcterms:W3CDTF">2026-03-19T23:27:39Z</dcterms:modified>
</cp:coreProperties>
</file>