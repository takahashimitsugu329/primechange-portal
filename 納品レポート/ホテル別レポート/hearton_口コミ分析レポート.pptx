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Booking.com</c:v>
                  </c:pt>
                  <c:pt idx="3">
                    <c:v>じゃらん</c:v>
                  </c:pt>
                  <c:pt idx="4">
                    <c:v>Agoda</c:v>
                  </c:pt>
                  <c:pt idx="5">
                    <c:v>Google</c:v>
                  </c:pt>
                </c:lvl>
              </c:multiLvlStrCache>
            </c:multiLvlStrRef>
          </c:cat>
          <c:val>
            <c:numRef>
              <c:f>Sheet1!$B$2:$B$7</c:f>
              <c:numCache>
                <c:formatCode>General</c:formatCode>
                <c:ptCount val="6"/>
                <c:pt idx="0">
                  <c:v>9.33</c:v>
                </c:pt>
                <c:pt idx="1">
                  <c:v>8.79</c:v>
                </c:pt>
                <c:pt idx="2">
                  <c:v>8.54</c:v>
                </c:pt>
                <c:pt idx="3">
                  <c:v>8.39</c:v>
                </c:pt>
                <c:pt idx="4">
                  <c:v>8.25</c:v>
                </c:pt>
                <c:pt idx="5">
                  <c:v>8.18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116</c:v>
                </c:pt>
                <c:pt idx="1">
                  <c:v>22</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59</c:v>
                </c:pt>
                <c:pt idx="1">
                  <c:v>11</c:v>
                </c:pt>
                <c:pt idx="2">
                  <c:v>46</c:v>
                </c:pt>
                <c:pt idx="3">
                  <c:v>9</c:v>
                </c:pt>
                <c:pt idx="4">
                  <c:v>12</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りんかい線品川シーサイド駅から徒歩すぐ、イオンモールにも近い抜群の立地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部屋もきれいで過ごしやすい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had a humidity smell and was pretty worn out アメニ...</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羽田空港からリムジンバスでホテルまで行けるし、駅にも近いのでとても便利です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location, train station across the road and few shops</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ただホテル関係ないけど、目の前のイオンの入り口がわからなくて寒い中ぐるっと回ったのが残念</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116件（83.5%）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22件（15.8%）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りんかい線品川シーサイド駅から徒歩すぐ、イオンモールにも近い抜群の立地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「Good location, train station across the road and few shops」</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部屋もきれいで過ごしやすい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「部屋は綺麗で朝ごはんも美味しかったです」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room had a humidity smell and was pretty worn out アメニ...</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「いつも利用させていただいてます  部屋も広く快適です  交通の便利がよく特にビッグサイトでの展示会などがある時は良...」</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部屋が4人部屋になってビックリしましたが、フロントからお部屋から全部綺麗で大満足です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「結局ホテルのフロントさんが親切に料金まで教えてくれてコインパーキングに停めることがでいたので夜景もキレイで文句ない...」</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それ以外はとても便利で、近くにイオンのスーパーマーケットがあるので、買い物や交通の便も良かったです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「近くにイオンモールやコンビニなどあり、とても便利でした」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部屋は綺麗で朝ごはんも美味しかったです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羽田空港からリムジンバスでホテルまで行けるし、駅にも近いのでとても便利です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Good location, train station across the road and few shops</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ただホテル関係ないけど、目の前のイオンの入り口がわからなくて寒い中ぐるっと回ったのが残念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安いプランで泊まったので、部屋は狭いですが寝るだけなので気になりませんでした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部屋は湿気臭く、かなり老朽化していました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ただ、滞在中の天気はあまり良くなく、風がとても強く、窓を閉めていても風の音が聞こえました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ただ、朝食バイキングについては、品数がそれほど多くないうえ、パン用のオープントースターがないなど、物足りなく感じました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2026-03-18T01:37:43Z</dcterms:created>
  <dcterms:modified xsi:type="dcterms:W3CDTF">2026-03-18T01:37:43Z</dcterms:modified>
</cp:coreProperties>
</file>