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じゃらん</c:v>
                  </c:pt>
                  <c:pt idx="2">
                    <c:v>楽天トラベル</c:v>
                  </c:pt>
                  <c:pt idx="3">
                    <c:v>Agoda</c:v>
                  </c:pt>
                  <c:pt idx="4">
                    <c:v>Booking.com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9.43</c:v>
                </c:pt>
                <c:pt idx="1">
                  <c:v>8.63</c:v>
                </c:pt>
                <c:pt idx="2">
                  <c:v>8.58</c:v>
                </c:pt>
                <c:pt idx="3">
                  <c:v>8.55</c:v>
                </c:pt>
                <c:pt idx="4">
                  <c:v>8.5</c:v>
                </c:pt>
                <c:pt idx="5">
                  <c:v>6.8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2点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63</c:v>
                </c:pt>
                <c:pt idx="1">
                  <c:v>7</c:v>
                </c:pt>
                <c:pt idx="2">
                  <c:v>46</c:v>
                </c:pt>
                <c:pt idx="3">
                  <c:v>6</c:v>
                </c:pt>
                <c:pt idx="4">
                  <c:v>16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8.59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82.9%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116件（82.9%）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22件（15.7%）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2件（1.4%）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116件）の分析から、主要な強みテーマを抽出しています。立地・アクセス、客室清潔感、スタッフ対応が高評価の中心的テーマです。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低評価・中評価レビュー（24件）から改善課題を優先度別に整理しています。S/A/B/Cの4段階で優先度を設定し、計画的な改善を推進します。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8.59点 → 目標 9.09点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82.9% → 目標 87.9%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1.4%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ハートンホテル東品川は全体平均8.59点（10pt換算）、高評価率82.9%を達成しています。本レポートで示した改善施策を段階的に実施することで、さらなる顧客満足度向上が期待できます。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ハートンホテル東品川 口コミ分析レポート</dc:title>
  <dc:subject>PptxGenJS Presentation</dc:subject>
  <dc:creator>PptxGenJS</dc:creator>
  <cp:lastModifiedBy>PptxGenJS</cp:lastModifiedBy>
  <cp:revision>1</cp:revision>
  <dcterms:created xsi:type="dcterms:W3CDTF">2026-03-29T08:34:29Z</dcterms:created>
  <dcterms:modified xsi:type="dcterms:W3CDTF">2026-03-29T08:34:29Z</dcterms:modified>
</cp:coreProperties>
</file>