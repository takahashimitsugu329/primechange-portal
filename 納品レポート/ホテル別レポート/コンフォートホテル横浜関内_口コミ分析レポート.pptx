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じゃらん</c:v>
                  </c:pt>
                  <c:pt idx="5">
                    <c:v>Booking.com</c:v>
                  </c:pt>
                </c:lvl>
              </c:multiLvlStrCache>
            </c:multiLvlStrRef>
          </c:cat>
          <c:val>
            <c:numRef>
              <c:f>Sheet1!$B$2:$B$7</c:f>
              <c:numCache>
                <c:formatCode>General</c:formatCode>
                <c:ptCount val="6"/>
                <c:pt idx="0">
                  <c:v>8.32</c:v>
                </c:pt>
                <c:pt idx="1">
                  <c:v>8</c:v>
                </c:pt>
                <c:pt idx="2">
                  <c:v>7.58</c:v>
                </c:pt>
                <c:pt idx="3">
                  <c:v>7.48</c:v>
                </c:pt>
                <c:pt idx="4">
                  <c:v>7.26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4A843"/>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96</c:v>
                </c:pt>
                <c:pt idx="1">
                  <c:v>29</c:v>
                </c:pt>
                <c:pt idx="2">
                  <c:v>18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16A34A"/>
              </a:solidFill>
              <a:effectLst/>
            </c:spPr>
          </c:dPt>
          <c:dPt>
            <c:idx val="7"/>
            <c:invertIfNegative val="0"/>
            <c:bubble3D val="0"/>
            <c:spPr>
              <a:solidFill>
                <a:srgbClr val="16A34A"/>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34</c:v>
                </c:pt>
                <c:pt idx="1">
                  <c:v>8</c:v>
                </c:pt>
                <c:pt idx="2">
                  <c:v>54</c:v>
                </c:pt>
                <c:pt idx="3">
                  <c:v>6</c:v>
                </c:pt>
                <c:pt idx="4">
                  <c:v>18</c:v>
                </c:pt>
                <c:pt idx="5">
                  <c:v>5</c:v>
                </c:pt>
                <c:pt idx="6">
                  <c:v>10</c:v>
                </c:pt>
                <c:pt idx="7">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12.6%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朝食・食事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82件（57%）で言及。無料ビュッフェとカフェスペースが高評価。</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関内駅徒歩5分。横浜スタジアム・中華街・山下公園へ徒歩圏内。</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37件で丁寧・親切な接客を評価。フロント・清掃スタッフ全般。</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朝食提供形式の変更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改装工事中のビュッフェ→弁当変更が期待値ギャップを招く。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客室の狭さ・設備老朽化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ユニットバスの狭さ、エアコン老朽化が不満の主因。</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朝食会場の混雑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会場が狭く料理不足になるケースが複数報告。</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サイト別評価インサイト</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海外OTAが高評価</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Trip.com(8.32)・Agoda(8.0)は良好水準。海外ゲストからの評価が安定。</a:t>
            </a:r>
            <a:endParaRPr lang="en-US" sz="1100" dirty="0"/>
          </a:p>
          <a:p>
            <a:pPr indent="0" marL="0">
              <a:spcAft>
                <a:spcPts val="200"/>
              </a:spcAft>
              <a:buNone/>
            </a:pPr>
            <a:endParaRPr lang="en-US" sz="1100" dirty="0"/>
          </a:p>
          <a:p>
            <a:pPr indent="0" marL="0">
              <a:spcAft>
                <a:spcPts val="200"/>
              </a:spcAft>
              <a:buNone/>
            </a:pPr>
            <a:r>
              <a:rPr lang="en-US" sz="1100" b="1" dirty="0">
                <a:solidFill>
                  <a:srgbClr val="D4A843"/>
                </a:solidFill>
                <a:latin typeface="Arial" pitchFamily="34" charset="0"/>
                <a:ea typeface="Arial" pitchFamily="34" charset="-122"/>
                <a:cs typeface="Arial" pitchFamily="34" charset="-120"/>
              </a:rPr>
              <a:t>国内サイトは改善余地</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Booking.com(7.0)・じゃらん(7.26)は工事期間の影響が大。工事完了後の回復に期待。</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国内サイト(5点満点)は×2で10点換算</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96件（67.1%）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18件（12.6%）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82件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朝食・食事</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無料ビュッフェ・カフェスペースが好評。改装後の本格復活に期待。</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「朝食も期待以上。また利用したい」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57件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客室・設備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トリプルルームなど多様な客室タイプ。清潔感も維持。</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「部屋は清潔で快適」</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45件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関内駅徒歩5分。横浜観光の拠点として最高の立地。</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「最高のロケーション。駅まで5分」</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37件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丁寧・親切なスタッフ対応が宿泊者から継続的に高評価。</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「スタッフの方みんな一生懸命でした」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26件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客室・共用部ともに清潔さが維持されており宿泊者から安心感。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「とても清潔な部屋でした」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15件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コスパ・リピート</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料金対比での満足度が高く、リピーター・連泊利用者の声あり。</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「連泊プランでお得に泊まりました」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朝食提供形式の変更</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改装工事中のビュッフェ→弁当変更が予告なく実施。期待値ギャップで低評価多発。</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朝食会場の混雑・料理不足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会場が狭く、特に団体客来訪時に料理不足。混雑時の動線も不明確。</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客室の狭さ・設備老朽化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ユニットバス狭小、エアコン老朽化、カードキーホルダーなし等複合的課題。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スタッフ接客の一部不満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チェックイン時に急かす等の不丁寧な対応が一部報告。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エレベーター待ち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2台のみで朝夕混雑時に待ち時間発生。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シャワーヘッド水漏れ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複数客室でシャワーヘッド付近から水漏れ報告。早急な点検が必要。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朝食工事期間の告知強化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予約確認メールに朝食形式を明記</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チェックイン時に口頭で状況説明</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工事完了日程を口コミ返信で周知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弁当の内容・品質改善で満足度向上</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朝食会場の混雑対策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時間帯別入場整理の実施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料理補充頻度の増加と担当固定</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床サインで動線を明示</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団体客と個人客の入場分離</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口コミへの積極的返信</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低評価コメントへの48h以内返信</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改装完了・ビュッフェ復活の告知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高評価への感謝返信でエンゲージメント向上</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設備の緊急点検・修繕</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シャワーヘッド水漏れ客室の特定・修理</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カードキーホルダーの全室設置</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タオルハンガー増設</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スタッフ接客研修</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チェックイン・アウト対応マニュアル整備</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繁忙時対応マナー研修実施</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月次フィードバック共有会議の設置</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朝食ビュッフェ完全復活</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改装完了後の即時ビュッフェ再開</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季節メニュー追加でリピート訴求</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座席数増加と動線改善</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OTAプロフィール最新化</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改装完了後の写真・説明文の更新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工事期間中の評価への返信で挽回</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客室設備の計画的更新</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老朽化エアコンの段階的交換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ユニットバスの改修または設備グレードアップ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客室内ファシリティの現代化</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朝食会場の拡充</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座席数の物理的拡大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調理設備の増強で提供スピード向上</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プレミアム客室の創設</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一部客室のリノベーションで単価向上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高評価率95%以上の旗艦客室の確立</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12.6%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3.74/5点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4.0/5点以上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3.63/5点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4.0/5点以上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2026年4月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朝食満足クレーム件数</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改装工事完了（2026年上期想定）を契機に朝食関連指標が大幅回復する見通し。月次でサイト別平均をモニタリングし、低評価急増時は72時間以内に対策を検討する。</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コンフォートホテル横浜関内は、関内駅徒歩5分という抜群の立地と充実した無料朝食を核とした強固な競争力を持つホテルです。高評価率67.1%・平均7.52点は、改装工事中という特殊状況下でも健全な水準を維持してい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直近の低評価（12.6%）は改装工事中の朝食形式変更が主因であり、工事完了後の朝食ビュッフェ復活で自然解消が見込まれます。並行して、客室設備の点検・修繕とスタッフ接客品質の向上に取り組むことで、全体評価の底上げが期待でき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横浜スタジアム・中華街・山下公園への徒歩アクセスという地域密着型の立地優位性を活かし、観光・ビジネス双方のゲストへの訴求力を高めてください。工事完了後の積極的なOTA情報更新とリピーター向け施策の強化が重要です。</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改装完了を転換点として、全体平均8.0点・高評価率75%達成を目指し、横浜エリアでの競争優位性をさらに高めてください。</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2026-03-28T23:25:07Z</dcterms:created>
  <dcterms:modified xsi:type="dcterms:W3CDTF">2026-03-28T23:25:07Z</dcterms:modified>
</cp:coreProperties>
</file>