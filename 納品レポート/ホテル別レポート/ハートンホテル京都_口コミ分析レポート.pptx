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じゃらん</c:v>
                  </c:pt>
                  <c:pt idx="2">
                    <c:v>楽天トラベル</c:v>
                  </c:pt>
                  <c:pt idx="3">
                    <c:v>Agoda</c:v>
                  </c:pt>
                  <c:pt idx="4">
                    <c:v>Booking.com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9.43</c:v>
                </c:pt>
                <c:pt idx="1">
                  <c:v>8.63</c:v>
                </c:pt>
                <c:pt idx="2">
                  <c:v>8.58</c:v>
                </c:pt>
                <c:pt idx="3">
                  <c:v>8.55</c:v>
                </c:pt>
                <c:pt idx="4">
                  <c:v>8.5</c:v>
                </c:pt>
                <c:pt idx="5">
                  <c:v>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Pt>
            <c:idx val="2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高評価(8-10)</c:v>
                </c:pt>
                <c:pt idx="1">
                  <c:v>中評価(5-7)</c:v>
                </c:pt>
                <c:pt idx="2">
                  <c:v>低評価(1-4)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116</c:v>
                </c:pt>
                <c:pt idx="1">
                  <c:v>22</c:v>
                </c:pt>
                <c:pt idx="2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7</c:v>
                </c:pt>
                <c:pt idx="2">
                  <c:v>46</c:v>
                </c:pt>
                <c:pt idx="3">
                  <c:v>6</c:v>
                </c:pt>
                <c:pt idx="4">
                  <c:v>16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ハートンホテル京都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分析対象期間：2026年2月〜3月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レビュー総数：140件（6サイト）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作成日：2026年3月28日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82.9%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駅近・商業施設近接・76件言及。最強の差別化ポイント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客室・設備の充実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55件言及。広い浴室・清潔な客室・快適なベッドが好評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38件言及。清潔に保たれた空間がゲストの信頼を獲得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Google評価の低さ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平均6.8点（要改善）。他サイト比較で2点以上の乖離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スタッフ対応の不均質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一部フロントスタッフへのクレームが低評価（2点）の主因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バスルームの臭い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生乾き臭が3件言及。換気・配管の改善が必要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Trip.comが突出した高評価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9.43点でインバウンド市場での強い競争力を示す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Googleのみ要改善（6.80点）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他5サイトは全て8.5点以上で安定。Google評価の底上げが最重要課題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国内5点満点サイト（じゃらん/楽天/Google）は×2で10点換算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116件（82.9%）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22件（15.7%）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2件（1.4%）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駅近・イオン等商業施設近接・チェックアウト12時対応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「駅近で徒歩圏内に飲食店やスーパーもあり、アクセスもいい」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客室・設備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広い浴室・清潔な客室・快適なベッドが評価の核心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「お風呂も広いし 部屋も綺麗 アクセスもいいし、また利用したいです！」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清潔に保たれた空間がゲストの信頼基盤を形成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「ホテルは清潔そのもので、スタッフの方々もとても親切です」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フロントの丁寧な対応・客室アップグレード対応が好評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「スタッフの方達は、対応がとても良かったです」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リーズナブルな朝食付きプランの評価が高い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「朝食付きで料金も非常にリーズナブルだったと思います」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高コスパとリピート意向を示すコメントが見られる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「とても居心地が良くて最高でした！また泊まりたいです！」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Google評価低下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平均6.8点（要改善）。他サイトと2点以上の乖離。国内ゲストの不満が反映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スタッフ接客不均質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特定フロントスタッフへの対応クレームが低評価（2点）の主因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バスルームの臭い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生乾き臭（換気不足・配管問題の可能性）。清潔感評価に直結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防音・清掃騒音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朝9時頃の清掃作業音がゲストの休息を妨害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外観に比べて客室が古いという印象。内装リフレッシュの余地あり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駐車場制限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高さのある車が入れない駐車場の制限への指摘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朝食メニュー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トースター未設置・魚種への好みの相違など細かな指摘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スタッフ接客品質の均質化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接客マニュアル見直し・定期トレーニング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フロント応対品質の月次チェック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チェックアウト時満足度アンケート実施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問題スタッフへの個別指導・フォロー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Google口コミ対策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全Google口コミへ48h以内返信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満足ゲストへのGoogle口コミ案内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低評価への真摯な公開返信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Google評価の月次モニタリング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バスルーム衛生強化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清掃時の換気徹底（生乾き臭防止）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排水口・換気扇の定期清掃強化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バスルーム点検チェックリスト更新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臭い発生客室の優先対応フロー整備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清掃作業の静粛化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朝9時以降の清掃作業音抑制ルール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清掃スタッフへの静粛作業トレーニング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清掃カートの静音化（タイヤ・扉）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内装リフレッシュ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老朽化客室のクロス・カーペット更新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バスルーム設備の計画的更新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共用部のリフレッシュ工事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朝食品質向上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トースター設置による朝食体験改善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メニューの多様性強化（和洋選択肢）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朝食時間帯の混雑緩和策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デジタル化推進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週次サイト別評価モニタリング体制確立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口コミ返信の自動リマインダー導入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バスルーム全面改修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換気システム改善による臭い根本解消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シャワールームのリノベーション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アメニティグレードアップ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客室グレードアップ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外観・内装の質感統一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全室Wi-Fi高速化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スマートルーム化（IoTデバイス導入）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サービス差別化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三大強み（立地・清潔感・スタッフ）を訴求した戦略的プロモーション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Trip.com高評価をインバウンド集客に活用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8.59点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3.40/5点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3.8/5点以上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Trip.com平均評価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9.43/10点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2026年9月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バスルームクレーム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0件/2ヶ月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末に全サイトのレビューデータを集計し、特にGoogle評価の推移を重点モニタリングする。スタッフ対応クレームは翌日以内に管理職エスカレーション。バスルームクレームはゼロ件達成まで週次点検を継続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京都は全体平均8.59点・高評価率82.9%と安定した評価を誇ります。立地・アクセス（76件）を筆頭に、客室設備・清潔感が三本柱として高い顧客満足度を支えており、特にTrip.com（9.43点）での卓越した評価は国際競争力を示してい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評価の低さ（6.8点・要改善）が最優先課題であり、スタッフ接客の均質化とバスルーム衛生改善が評価底上げの鍵です。これら改善施策は投資不要のオペレーション改善から着手可能であり、早期に成果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じゃらん（8.63点）・楽天トラベル（8.58点）での安定した高評価を維持しながら、Google評価の改善とスタッフ品質の均質化を並行推進することで、全体平均8.8点以上・高評価率85%以上の達成が現実的な目標で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Google評価を3.4点から3.8/5点以上へ引き上げることが最重要KPIです。スタッフ接客品質の均質化とバスルーム衛生改善を軸に、顧客体験の底上げを図ってください。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ハートンホテル京都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2026-03-28T23:27:49Z</dcterms:created>
  <dcterms:modified xsi:type="dcterms:W3CDTF">2026-03-28T23:27:49Z</dcterms:modified>
</cp:coreProperties>
</file>