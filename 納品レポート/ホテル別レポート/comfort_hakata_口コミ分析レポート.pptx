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9.03</c:v>
                </c:pt>
                <c:pt idx="1">
                  <c:v>8</c:v>
                </c:pt>
                <c:pt idx="2">
                  <c:v>7</c:v>
                </c:pt>
                <c:pt idx="3">
                  <c:v>6.67</c:v>
                </c:pt>
                <c:pt idx="4">
                  <c:v>6.33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7</c:v>
                </c:pt>
                <c:pt idx="2">
                  <c:v>19</c:v>
                </c:pt>
                <c:pt idx="3">
                  <c:v>4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49件（70.0%）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13件（18.6%）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7.83点 → 目標 8.33点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70.0% → 目標 75.0%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11.4% → 目標 9.4%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コンフォートホテル博多は全体平均7.83点（10pt換算）、高評価率70.0%を達成しています。本レポートで示した改善施策を段階的に実施することで、さらなる顧客満足度向上が期待できます。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