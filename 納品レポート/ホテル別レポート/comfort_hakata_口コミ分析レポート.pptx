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Google</c:v>
                  </c:pt>
                  <c:pt idx="3">
                    <c:v>Booking.com</c:v>
                  </c:pt>
                  <c:pt idx="4">
                    <c:v>楽天トラベル</c:v>
                  </c:pt>
                </c:lvl>
              </c:multiLvlStrCache>
            </c:multiLvlStrRef>
          </c:cat>
          <c:val>
            <c:numRef>
              <c:f>Sheet1!$B$2:$B$6</c:f>
              <c:numCache>
                <c:formatCode>General</c:formatCode>
                <c:ptCount val="5"/>
                <c:pt idx="0">
                  <c:v>9.13</c:v>
                </c:pt>
                <c:pt idx="1">
                  <c:v>7.27</c:v>
                </c:pt>
                <c:pt idx="2">
                  <c:v>7.15</c:v>
                </c:pt>
                <c:pt idx="3">
                  <c:v>6.89</c:v>
                </c:pt>
                <c:pt idx="4">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94</c:v>
                </c:pt>
                <c:pt idx="1">
                  <c:v>30</c:v>
                </c:pt>
                <c:pt idx="2">
                  <c:v>16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dPt>
            <c:idx val="9"/>
            <c:invertIfNegative val="0"/>
            <c:bubble3D val="0"/>
            <c:spPr>
              <a:solidFill>
                <a:srgbClr val="DC2626"/>
              </a:solidFill>
              <a:effectLst/>
            </c:spPr>
          </c:dPt>
          <c:cat>
            <c:multiLvlStrRef>
              <c:f>Sheet1!$A$2:$A$11</c:f>
              <c:multiLvlStrCache>
                <c:ptCount val="10"/>
                <c:lvl>
                  <c:pt idx="0">
                    <c:v>10点</c:v>
                  </c:pt>
                  <c:pt idx="1">
                    <c:v>9点</c:v>
                  </c:pt>
                  <c:pt idx="2">
                    <c:v>8点</c:v>
                  </c:pt>
                  <c:pt idx="3">
                    <c:v>7点</c:v>
                  </c:pt>
                  <c:pt idx="4">
                    <c:v>6点</c:v>
                  </c:pt>
                  <c:pt idx="5">
                    <c:v>5点</c:v>
                  </c:pt>
                  <c:pt idx="6">
                    <c:v>4点</c:v>
                  </c:pt>
                  <c:pt idx="7">
                    <c:v>3点</c:v>
                  </c:pt>
                  <c:pt idx="8">
                    <c:v>2点</c:v>
                  </c:pt>
                  <c:pt idx="9">
                    <c:v>1点</c:v>
                  </c:pt>
                </c:lvl>
              </c:multiLvlStrCache>
            </c:multiLvlStrRef>
          </c:cat>
          <c:val>
            <c:numRef>
              <c:f>Sheet1!$B$2:$B$11</c:f>
              <c:numCache>
                <c:formatCode>General</c:formatCode>
                <c:ptCount val="10"/>
                <c:pt idx="0">
                  <c:v>44</c:v>
                </c:pt>
                <c:pt idx="1">
                  <c:v>14</c:v>
                </c:pt>
                <c:pt idx="2">
                  <c:v>36</c:v>
                </c:pt>
                <c:pt idx="3">
                  <c:v>8</c:v>
                </c:pt>
                <c:pt idx="4">
                  <c:v>21</c:v>
                </c:pt>
                <c:pt idx="5">
                  <c:v>1</c:v>
                </c:pt>
                <c:pt idx="6">
                  <c:v>8</c:v>
                </c:pt>
                <c:pt idx="7">
                  <c:v>4</c:v>
                </c:pt>
                <c:pt idx="8">
                  <c:v>3</c:v>
                </c:pt>
                <c:pt idx="9">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7.80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博多駅前の立地が最高で、とても便利です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朝食はほぼ毎日同じです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早い時間に到着して、デスクスタッフの方が親切にキャリア保管などご案内いただきありがとうございました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部屋の中、特にユニットバスが古い造りで、洗面所の蛇口が2口式なのが残念ですが、それ以外は快適でした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部屋の中、特にユニットバスが古い造りで、洗面所の蛇口が2口式なのが残念ですが、それ以外は快適でした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Bien qu'en face de la gare, très bonne insonorisation de ...</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7.80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Trip.com(9.13)が最高スコア。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楽天トラベル(6.0)が相対的に低い。口コミ返信の強化が急務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94件（67.1%）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30件（21.4%）</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16件（11.4%）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博多駅前の立地が最高で、とても便利です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「旅行の手配、清潔さ、立地、そして毎日の朝食まで、すべてが素晴らしかったです」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朝食はほぼ毎日同じです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「旅行の手配、清潔さ、立地、そして毎日の朝食まで、すべてが素晴らしかったです」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早い時間に到着して、デスクスタッフの方が親切にキャリア保管などご案内いただきありがとうございました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「スタッフみなさん感じが良くて良かった」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部屋の中、特にユニットバスが古い造りで、洗面所の蛇口が2口式なのが残念ですが、それ以外は快適でした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「足と臀部のマッサージ機能があり、とても快適です」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旅行の手配、清潔さ、立地、そして毎日の朝食まで、すべてが素晴らしかったです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「部屋はとても綺麗」</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地點吸引，係正博多站對面，購物同食野都方便 立地は魅力的で、正広駅の真向かいに位置しているため、買い物や食事に便利です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「周辺で買い物してしばらく立ち寄っておくのも良く、周辺のグルメも多いです」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部屋の中、特にユニットバスが古い造りで、洗面所の蛇口が2口式なのが残念ですが、それ以外は快適でした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部屋の中、特にユニットバスが古い造りで、洗面所の蛇口が2口式なのが残念ですが、それ以外は快適でした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Bien qu'en face de la gare, très bonne insonorisation de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風呂、トイレが少し汚く、生乾きの匂いがするのが残念 又、手元のライトが壊れててつかなかった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部屋は少し狭い方なのに不便なほどではない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ヒーターの音は無知でした^^;洗面台の冷水絞りで水がずっと流れ落ちたのですがカウンターに届けませんでしたㅜ博多駅の...</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風呂、トイレが少し汚く、生乾きの匂いがするのが残念 又、手元のライトが壊れててつかなかった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このホテルは、窓から博多駅の景色が望める便利な立地を誇っています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部屋の中、特にユニットバスが古い造りで、洗面所の蛇口が2口式なのが残念ですが、それ以外は快適でした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楽天トラベル平均評価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約20件/期間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2026-03-19T23:27:41Z</dcterms:created>
  <dcterms:modified xsi:type="dcterms:W3CDTF">2026-03-19T23:27:41Z</dcterms:modified>
</cp:coreProperties>
</file>