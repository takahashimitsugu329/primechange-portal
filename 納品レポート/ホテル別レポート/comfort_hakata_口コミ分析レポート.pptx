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 評価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分析対象期間：2026-02-10 〜 2026-03-26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レビュー総数：148件（5サイト）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作成日：2026年03月28日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7.89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5146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68.2%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6128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29400" y="13990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148件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安定した高品質サービス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継続的な品質改善が必要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46304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466594"/>
            <a:ext cx="1463040" cy="1648206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14655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7.21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Booking.com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45262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43件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194560" y="1828800"/>
            <a:ext cx="146304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11" name="Shape 9"/>
          <p:cNvSpPr/>
          <p:nvPr/>
        </p:nvSpPr>
        <p:spPr>
          <a:xfrm>
            <a:off x="2194560" y="2048256"/>
            <a:ext cx="1463040" cy="20665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2" name="Text 10"/>
          <p:cNvSpPr/>
          <p:nvPr/>
        </p:nvSpPr>
        <p:spPr>
          <a:xfrm>
            <a:off x="2103120" y="172821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9.04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03120" y="41605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103120" y="45262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53件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840480" y="1828800"/>
            <a:ext cx="146304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16" name="Shape 14"/>
          <p:cNvSpPr/>
          <p:nvPr/>
        </p:nvSpPr>
        <p:spPr>
          <a:xfrm>
            <a:off x="3840480" y="2393442"/>
            <a:ext cx="1463040" cy="1721358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7" name="Text 15"/>
          <p:cNvSpPr/>
          <p:nvPr/>
        </p:nvSpPr>
        <p:spPr>
          <a:xfrm>
            <a:off x="3749040" y="2073402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49040" y="41605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749040" y="45262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34件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486400" y="1828800"/>
            <a:ext cx="146304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0" y="2628900"/>
            <a:ext cx="1463040" cy="14859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2" name="Text 20"/>
          <p:cNvSpPr/>
          <p:nvPr/>
        </p:nvSpPr>
        <p:spPr>
          <a:xfrm>
            <a:off x="5394960" y="23088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394960" y="41605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394960" y="45262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7132320" y="1828800"/>
            <a:ext cx="146304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6" name="Shape 24"/>
          <p:cNvSpPr/>
          <p:nvPr/>
        </p:nvSpPr>
        <p:spPr>
          <a:xfrm>
            <a:off x="7132320" y="2514600"/>
            <a:ext cx="1463040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7" name="Text 25"/>
          <p:cNvSpPr/>
          <p:nvPr/>
        </p:nvSpPr>
        <p:spPr>
          <a:xfrm>
            <a:off x="7040880" y="21945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040880" y="41605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040880" y="45262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74320" y="822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(10点満点)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Priority Matrix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828800"/>
                <a:gridCol w="438912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言及件数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口コミ返信対応への対応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要確認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情報提供の充実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情報提供の充実への対応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要確認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改善施策提案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Improvement Roadmap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14400"/>
            <a:ext cx="4023360" cy="3657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9601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口コミ返信対応の強化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384048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全OTAの口コミに48時間以内返信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返信テンプレートの整備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多言語対応（英語・中国語）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914400"/>
            <a:ext cx="4023360" cy="3657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9601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5488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周辺案内・アクセス情報の充実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1508760"/>
            <a:ext cx="384048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チェックイン時の周辺MAP配布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多言語版案内パンフレット整備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QRコードによるデジタル案内導入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Targets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2286000"/>
                <a:gridCol w="13716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目標値（6ヶ月後）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7.89点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7.21/10点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9.04/10点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7.53/10点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5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0"/>
            <a:ext cx="73152" cy="18288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総括・今後のアクション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291840"/>
          </a:xfrm>
          <a:prstGeom prst="rect">
            <a:avLst/>
          </a:prstGeom>
          <a:solidFill>
            <a:srgbClr val="FFFFFF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全体平均評価：7.89点 / 高評価率：68.2% / 低評価率：10.1%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Phase 1施策を優先実行し、月次口コミモニタリングを継続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全OTAの口コミ返信率100%を早期達成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663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作成日：2026年03月28日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コンフォートホテル博多 評価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2026-03-28T22:02:40Z</dcterms:created>
  <dcterms:modified xsi:type="dcterms:W3CDTF">2026-03-28T22:02:40Z</dcterms:modified>
</cp:coreProperties>
</file>