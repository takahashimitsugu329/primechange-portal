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9.03</c:v>
                </c:pt>
                <c:pt idx="1">
                  <c:v>8</c:v>
                </c:pt>
                <c:pt idx="2">
                  <c:v>7</c:v>
                </c:pt>
                <c:pt idx="3">
                  <c:v>6.67</c:v>
                </c:pt>
                <c:pt idx="4">
                  <c:v>6.33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</c:v>
                </c:pt>
                <c:pt idx="1">
                  <c:v>7</c:v>
                </c:pt>
                <c:pt idx="2">
                  <c:v>19</c:v>
                </c:pt>
                <c:pt idx="3">
                  <c:v>4</c:v>
                </c:pt>
                <c:pt idx="4">
                  <c:v>6</c:v>
                </c:pt>
                <c:pt idx="5">
                  <c:v>3</c:v>
                </c:pt>
                <c:pt idx="6">
                  <c:v>3</c:v>
                </c:pt>
                <c:pt idx="7">
                  <c:v>2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70.0%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49件（70.0%）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13件（18.6%）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8件（11.4%）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49件）の分析から、主要な強みテーマを抽出しています。立地・アクセス、客室清潔感、スタッフ対応が高評価の中心的テーマです。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7.83点 → 目標 8.33点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70.0% → 目標 75.0%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11.4% → 目標 9.4%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コンフォートホテル博多は全体平均7.83点（10pt換算）、高評価率70.0%を達成しています。本レポートで示した改善施策を段階的に実施することで、さらなる顧客満足度向上が期待できます。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口コミ分析レポート</dc:title>
  <dc:subject>PptxGenJS Presentation</dc:subject>
  <dc:creator>PptxGenJS</dc:creator>
  <cp:lastModifiedBy>PptxGenJS</cp:lastModifiedBy>
  <cp:revision>1</cp:revision>
  <dcterms:created xsi:type="dcterms:W3CDTF">2026-04-06T23:33:23Z</dcterms:created>
  <dcterms:modified xsi:type="dcterms:W3CDTF">2026-04-06T23:33:23Z</dcterms:modified>
</cp:coreProperties>
</file>