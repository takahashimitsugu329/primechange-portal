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Google</c:v>
                  </c:pt>
                  <c:pt idx="3">
                    <c:v>Booking.com</c:v>
                  </c:pt>
                  <c:pt idx="4">
                    <c:v>楽天トラベル</c:v>
                  </c:pt>
                </c:lvl>
              </c:multiLvlStrCache>
            </c:multiLvlStrRef>
          </c:cat>
          <c:val>
            <c:numRef>
              <c:f>Sheet1!$B$2:$B$6</c:f>
              <c:numCache>
                <c:formatCode>General</c:formatCode>
                <c:ptCount val="5"/>
                <c:pt idx="0">
                  <c:v>9.06</c:v>
                </c:pt>
                <c:pt idx="1">
                  <c:v>7.45</c:v>
                </c:pt>
                <c:pt idx="2">
                  <c:v>7.13</c:v>
                </c:pt>
                <c:pt idx="3">
                  <c:v>7.08</c:v>
                </c:pt>
                <c:pt idx="4">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92</c:v>
                </c:pt>
                <c:pt idx="1">
                  <c:v>30</c:v>
                </c:pt>
                <c:pt idx="2">
                  <c:v>14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44</c:v>
                </c:pt>
                <c:pt idx="1">
                  <c:v>14</c:v>
                </c:pt>
                <c:pt idx="2">
                  <c:v>34</c:v>
                </c:pt>
                <c:pt idx="3">
                  <c:v>8</c:v>
                </c:pt>
                <c:pt idx="4">
                  <c:v>20</c:v>
                </c:pt>
                <c:pt idx="5">
                  <c:v>2</c:v>
                </c:pt>
                <c:pt idx="6">
                  <c:v>8</c:v>
                </c:pt>
                <c:pt idx="7">
                  <c:v>3</c:v>
                </c:pt>
                <c:pt idx="8">
                  <c:v>2</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地點理想，近火車站，購物食野都好方便而且去神社都好近，實在太便利，而且酒店仲送埋早餐，實在太好了，可以再入住 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信じられないほど便利で、しかも朝食付きなのも素晴らしい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ランドリー設備、自動販売機、喫煙室、荷物預かり所（重量測定機能付き）、そして親切なスタッフ</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Lobby check-in &amp; check-out machines very convenient for t...</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Lobby check-in &amp; check-out machines very convenient for t...</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Lobby check-in &amp; check-out machines very convenient for t...</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92件（67.6%）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30件（22.1%）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14件（10.3%）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地點理想，近火車站，購物食野都好方便而且去神社都好近，實在太便利，而且酒店仲送埋早餐，實在太好了，可以再入住 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信じられないほど便利で、しかも朝食付きなのも素晴らしい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「朝食付きです」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ランドリー設備、自動販売機、喫煙室、荷物預かり所（重量測定機能付き）、そして親切なスタッフ</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「博多駅前でとても便利な立地  部屋もキレイで3人ベットでも全く狭さも感じることもなく  大きなお風呂に旅の疲れもと...」</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博多駅前でとても便利な立地  部屋もキレイで3人ベットでも全く狭さも感じることもなく  大きなお風呂に旅の疲れもと...</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「部屋は新しくはありませんでしたが、広々としていて清潔でした」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地點極佳，交通方便，設備稍舊，乾淨舒適</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「ランドリー設備、自動販売機、喫煙室、荷物預かり所（重量測定機能付き）、そして親切なスタッフ」</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周辺で買い物してしばらく立ち寄っておくのも良く、周辺のグルメも多いです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「駅は通りの向かい側にあるので、買い物や食事には全く問題ありません」</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Lobby check-in &amp; check-out machines very convenient for 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Lobby check-in &amp; check-out machines very convenient for 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Lobby check-in &amp; check-out machines very convenient for 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確かに経年による老朽感は否めませんが、掃除も行き届いていて設備も丁寧に使われてて、不快な感じは全くありませんでした...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部屋は少し狭い方なのに不便なほどではない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このホテルは、窓から博多駅の景色が望める便利な立地を誇っています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部屋の防音はひどく、隣の部屋のテレビの音や廊下で子供が叫んでいる声が時々聞こえました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2つ目は全室禁煙と表示されていたのですが、廊下を歩いていると明らかにタバコの臭いが…  スタッフの方に伝えましたが...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残念 トイレが全体的に悪い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約20件/期間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2026-03-16T22:42:41Z</dcterms:created>
  <dcterms:modified xsi:type="dcterms:W3CDTF">2026-03-16T22:42:41Z</dcterms:modified>
</cp:coreProperties>
</file>