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7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じゃらん</c:v>
                  </c:pt>
                  <c:pt idx="4">
                    <c:v>楽天トラベル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9.04</c:v>
                </c:pt>
                <c:pt idx="1">
                  <c:v>7.21</c:v>
                </c:pt>
                <c:pt idx="2">
                  <c:v>6.97</c:v>
                </c:pt>
                <c:pt idx="3">
                  <c:v>6.89</c:v>
                </c:pt>
                <c:pt idx="4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  <c:pt idx="9">
                    <c:v>1点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</c:v>
                </c:pt>
                <c:pt idx="1">
                  <c:v>13</c:v>
                </c:pt>
                <c:pt idx="2">
                  <c:v>31</c:v>
                </c:pt>
                <c:pt idx="3">
                  <c:v>9</c:v>
                </c:pt>
                <c:pt idx="4">
                  <c:v>22</c:v>
                </c:pt>
                <c:pt idx="5">
                  <c:v>4</c:v>
                </c:pt>
                <c:pt idx="6">
                  <c:v>9</c:v>
                </c:pt>
                <c:pt idx="7">
                  <c:v>3</c:v>
                </c:pt>
                <c:pt idx="8">
                  <c:v>2</c:v>
                </c:pt>
                <c:pt idx="9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レビュー総数：140件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7.79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64.3%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10.7%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9.04/10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90件（64.3%）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35件（25.0%）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15件（10.7%）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90件）の分析から、主要な強みテーマを抽出しています。立地・アクセス、客室清潔感、スタッフ対応が高評価の中心的テーマです。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低評価・中評価レビュー（50件）から改善課題を優先度別に整理しています。S/A/B/Cの4段階で優先度を設定し、計画的な改善を推進します。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7.79点 → 目標 8.29点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64.3% → 目標 69.3%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10.7% → 目標 8.7%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コンフォートホテル博多は全体平均7.79点（10pt換算）、高評価率64.3%を達成しています。本レポートで示した改善施策を段階的に実施することで、さらなる顧客満足度向上が期待できます。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コンフォートホテル博多 口コミ分析レポート</dc:title>
  <dc:subject>PptxGenJS Presentation</dc:subject>
  <dc:creator>PptxGenJS</dc:creator>
  <cp:lastModifiedBy>PptxGenJS</cp:lastModifiedBy>
  <cp:revision>1</cp:revision>
  <dcterms:created xsi:type="dcterms:W3CDTF">2026-04-01T23:10:00Z</dcterms:created>
  <dcterms:modified xsi:type="dcterms:W3CDTF">2026-04-01T23:10:00Z</dcterms:modified>
</cp:coreProperties>
</file>