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Google</c:v>
                  </c:pt>
                  <c:pt idx="3">
                    <c:v>Booking.com</c:v>
                  </c:pt>
                  <c:pt idx="4">
                    <c:v>楽天トラベル</c:v>
                  </c:pt>
                </c:lvl>
              </c:multiLvlStrCache>
            </c:multiLvlStrRef>
          </c:cat>
          <c:val>
            <c:numRef>
              <c:f>Sheet1!$B$2:$B$6</c:f>
              <c:numCache>
                <c:formatCode>General</c:formatCode>
                <c:ptCount val="5"/>
                <c:pt idx="0">
                  <c:v>9.1</c:v>
                </c:pt>
                <c:pt idx="1">
                  <c:v>7.2</c:v>
                </c:pt>
                <c:pt idx="2">
                  <c:v>7.12</c:v>
                </c:pt>
                <c:pt idx="3">
                  <c:v>7.08</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93</c:v>
                </c:pt>
                <c:pt idx="1">
                  <c:v>32</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42</c:v>
                </c:pt>
                <c:pt idx="1">
                  <c:v>15</c:v>
                </c:pt>
                <c:pt idx="2">
                  <c:v>36</c:v>
                </c:pt>
                <c:pt idx="3">
                  <c:v>8</c:v>
                </c:pt>
                <c:pt idx="4">
                  <c:v>23</c:v>
                </c:pt>
                <c:pt idx="5">
                  <c:v>1</c:v>
                </c:pt>
                <c:pt idx="6">
                  <c:v>8</c:v>
                </c:pt>
                <c:pt idx="7">
                  <c:v>3</c:v>
                </c:pt>
                <c:pt idx="8">
                  <c:v>3</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7.79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66.4%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駅に近く子連れだったので、とても便利でした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朝食はほぼ毎日同じです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スタッフの対応は親切でした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古い建物だったが部屋には空気清浄機もおいてありベッドの寝心地も良かったです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部屋の中、特にユニットバスが古い造りで、洗面所の蛇口が2口式なのが残念ですが、それ以外は快適でした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Bien qu'en face de la gare, très bonne insonorisation de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7.79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66.4%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93件（66.4%）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32件（22.9%）</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15件（10.7%）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駅に近く子連れだったので、とても便利でした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「博多駅前の立地が最高で、とても便利です」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スタッフの対応は親切でした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「早い時間に到着して、デスクのスタッフが親切にキャリアの保管などご案内いただきありがとうございます」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清潔さは十分にきれいだと思います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古い建物だったが部屋には空気清浄機もおいてありベッドの寝心地も良かったです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「周辺で買い物してしばらく立ち寄っておくのも良く、周辺のグルメも多いです」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古い建物だったが部屋には空気清浄機もおいてありベッドの寝心地も良かったです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Bien qu'en face de la gare, très bonne insonorisation de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部屋は少し狭い方なのに不便なほどではない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ヒーターの音は無知でした^^;洗面台の冷水絞りで水がずっと流れ落ちたのですがカウンターに届けませんでしたㅜ博多駅の...</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このホテルは、窓から博多駅の景色が望める便利な立地を誇っています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