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Google</c:v>
                  </c:pt>
                  <c:pt idx="3">
                    <c:v>Booking.com</c:v>
                  </c:pt>
                  <c:pt idx="4">
                    <c:v>楽天トラベル</c:v>
                  </c:pt>
                </c:lvl>
              </c:multiLvlStrCache>
            </c:multiLvlStrRef>
          </c:cat>
          <c:val>
            <c:numRef>
              <c:f>Sheet1!$B$2:$B$6</c:f>
              <c:numCache>
                <c:formatCode>General</c:formatCode>
                <c:ptCount val="5"/>
                <c:pt idx="0">
                  <c:v>9.09</c:v>
                </c:pt>
                <c:pt idx="1">
                  <c:v>7.45</c:v>
                </c:pt>
                <c:pt idx="2">
                  <c:v>7.23</c:v>
                </c:pt>
                <c:pt idx="3">
                  <c:v>6.95</c:v>
                </c:pt>
                <c:pt idx="4">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95</c:v>
                </c:pt>
                <c:pt idx="1">
                  <c:v>30</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45</c:v>
                </c:pt>
                <c:pt idx="1">
                  <c:v>15</c:v>
                </c:pt>
                <c:pt idx="2">
                  <c:v>35</c:v>
                </c:pt>
                <c:pt idx="3">
                  <c:v>8</c:v>
                </c:pt>
                <c:pt idx="4">
                  <c:v>20</c:v>
                </c:pt>
                <c:pt idx="5">
                  <c:v>2</c:v>
                </c:pt>
                <c:pt idx="6">
                  <c:v>8</c:v>
                </c:pt>
                <c:pt idx="7">
                  <c:v>4</c:v>
                </c:pt>
                <c:pt idx="8">
                  <c:v>2</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旅行の手配、清潔さ、立地、そして毎日の朝食まで、すべてが素晴らしかったです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旅行の手配、清潔さ、立地、そして毎日の朝食まで、すべてが素晴らしかったです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早い時間に到着して、デスクスタッフの方が親切にキャリア保管などご案内いただきありがとうございました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Lobby check-in &amp; check-out machines very convenient for t...</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風呂、トイレが少し汚く、生乾きの匂いがするのが残念 又、手元のライトが壊れててつかなかった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Lobby check-in &amp; check-out machines very convenient for t...</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Trip.com(9.09)が最高スコア。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95件（67.9%）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30件（21.4%）</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15件（10.7%）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旅行の手配、清潔さ、立地、そして毎日の朝食まで、すべてが素晴らしかったです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「立地が良く、交通の便も良く、朝食も美味しく、スイートルームも快適でした」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旅行の手配、清潔さ、立地、そして毎日の朝食まで、すべてが素晴らしかったです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「朝ごはんの種類が多くて美味しい」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早い時間に到着して、デスクスタッフの方が親切にキャリア保管などご案内いただきありがとうございました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「ランドリー設備、自動販売機、喫煙室、荷物預かり所（重量測定機能付き）、そして親切なスタッフ」</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旅行の手配、清潔さ、立地、そして毎日の朝食まで、すべてが素晴らしかったです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「部屋はとても綺麗」</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足と臀部のマッサージ機能があり、とても快適です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「立地が良く、交通の便も良く、朝食も美味しく、スイートルームも快適でした」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地點吸引，係正博多站對面，購物同食野都方便 立地は魅力的で、正広駅の真向かいに位置しているため、買い物や食事に便利です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「周辺で買い物してしばらく立ち寄っておくのも良く、周辺のグルメも多いです」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Lobby check-in &amp; check-out machines very convenient for 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Lobby check-in &amp; check-out machines very convenient for 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部屋は少し狭い方なのに不便なほどではない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ヒーターの音は無知でした^^;洗面台の冷水絞りで水がずっと流れ落ちたのですがカウンターに届けませんでしたㅜ博多駅の...</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このホテルは、窓から博多駅の景色が望める便利な立地を誇っています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2026-03-19T01:52:13Z</dcterms:created>
  <dcterms:modified xsi:type="dcterms:W3CDTF">2026-03-19T01:52:13Z</dcterms:modified>
</cp:coreProperties>
</file>