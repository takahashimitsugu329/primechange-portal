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8.88</c:v>
                </c:pt>
                <c:pt idx="1">
                  <c:v>7.67</c:v>
                </c:pt>
                <c:pt idx="2">
                  <c:v>7.5</c:v>
                </c:pt>
                <c:pt idx="3">
                  <c:v>7.24</c:v>
                </c:pt>
                <c:pt idx="4">
                  <c:v>6.46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64</c:v>
                </c:pt>
                <c:pt idx="1">
                  <c:v>19</c:v>
                </c:pt>
                <c:pt idx="2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29</c:v>
                </c:pt>
                <c:pt idx="1">
                  <c:v>10</c:v>
                </c:pt>
                <c:pt idx="2">
                  <c:v>25</c:v>
                </c:pt>
                <c:pt idx="3">
                  <c:v>8</c:v>
                </c:pt>
                <c:pt idx="4">
                  <c:v>8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レビュー総数：91件（5サイト）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駅からもとても近い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朝食会場は混雑しすぎていた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スタッフは親切で、部屋の広さも私たちには十分でした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호텔이 전체적으로 오래되었지만 청소부분이나 객실상태는 깔끔한편이었고 무엇보다 위치가 하카타역바로앞이라 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部屋は広いが浴室が狭かった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Too crowded at the breakfast 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Trip.com(8.88)が最高スコア。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64件（70.3%）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19件（20.9%）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8件（8.8%）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駅からもとても近い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「ホテルは博多駅からとても近いです」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朝食会場は混雑しすぎていた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「朝食はバラエティ豊かで美味しかったです」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スタッフは親切で、部屋の広さも私たちには十分でした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「朝食の場所は広くはないですが、スタッフさんがしっかり誘導してくれるのでスムーズ」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호텔이 전체적으로 오래되었지만 청소부분이나 객실상태는 깔끔한편이었고 무엇보다 위치가 하카타역바로앞이라 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「トイレは写真で見るほど清潔ではなく、チェックインした時には床に虫がいて、悪臭もしました」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部屋の広さはちょうど良いのですが、設備は少し古めです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「ホテルの立地は博多駅に非常に近かったのですが、ホテルの設備は古びていました」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料金は約1700円で、コストパフォーマンスに優れています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「料金も手頃で、部屋も清潔です」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호텔이 전체적으로 오래되었지만 청소부분이나 객실상태는 깔끔한편이었고 무엇보다 위치가 하카타역바로앞이라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部屋は広いが浴室が狭かった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 crowded at the breakfast place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宿泊箇所が10階以上なので、道路の声や音などは聞こえませんでした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ロビーも狭い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水まわりが、正直汚い……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トイレは写真で見るほど清潔ではなく、チェックインした時には床に虫がいて、悪臭もしました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朝食はほぼ毎日同じです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位置很好，房間很舊，早餐有啲難食 立地は最高だが、部屋は古く、朝食は少し残念だった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約15件/期間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2026-04-07T00:35:04Z</dcterms:created>
  <dcterms:modified xsi:type="dcterms:W3CDTF">2026-04-07T00:35:04Z</dcterms:modified>
</cp:coreProperties>
</file>