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コンフォートホテル博多</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148件  |  総合評価: 7.89点 (概ね良好)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148件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3B7DD8"/>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7.89点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68.2%</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DC2626"/>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10.1%</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コンフォートホテル博多は分析対象148件の口コミで、10点換算平均7.89点（概ね良好）を記録。高評価（8〜10点）が101件（68.2%）、低評価（1〜4点）が15件（10.1%）。5サイトにわたる評価傾向を分析しました。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5サイト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53件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9.04/10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9.04点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43件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7.21/10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7.21点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3.77/5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7.53点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3.25/5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31.1%</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46件</a:t>
            </a:r>
            <a:endParaRPr lang="en-US" sz="800" dirty="0"/>
          </a:p>
        </p:txBody>
      </p:sp>
      <p:sp>
        <p:nvSpPr>
          <p:cNvPr id="12" name="Shape 10"/>
          <p:cNvSpPr/>
          <p:nvPr/>
        </p:nvSpPr>
        <p:spPr>
          <a:xfrm>
            <a:off x="1325880" y="3554233"/>
            <a:ext cx="685800" cy="834887"/>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32563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10.1%</a:t>
            </a:r>
            <a:endParaRPr lang="en-US" sz="800" dirty="0"/>
          </a:p>
        </p:txBody>
      </p:sp>
      <p:sp>
        <p:nvSpPr>
          <p:cNvPr id="15" name="Text 13"/>
          <p:cNvSpPr/>
          <p:nvPr/>
        </p:nvSpPr>
        <p:spPr>
          <a:xfrm>
            <a:off x="1234440" y="309703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15件</a:t>
            </a:r>
            <a:endParaRPr lang="en-US" sz="800" dirty="0"/>
          </a:p>
        </p:txBody>
      </p:sp>
      <p:sp>
        <p:nvSpPr>
          <p:cNvPr id="16" name="Shape 14"/>
          <p:cNvSpPr/>
          <p:nvPr/>
        </p:nvSpPr>
        <p:spPr>
          <a:xfrm>
            <a:off x="2194560" y="2162755"/>
            <a:ext cx="685800" cy="2226365"/>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193415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27.0%</a:t>
            </a:r>
            <a:endParaRPr lang="en-US" sz="800" dirty="0"/>
          </a:p>
        </p:txBody>
      </p:sp>
      <p:sp>
        <p:nvSpPr>
          <p:cNvPr id="19" name="Text 17"/>
          <p:cNvSpPr/>
          <p:nvPr/>
        </p:nvSpPr>
        <p:spPr>
          <a:xfrm>
            <a:off x="2103120" y="170555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40件</a:t>
            </a:r>
            <a:endParaRPr lang="en-US" sz="800" dirty="0"/>
          </a:p>
        </p:txBody>
      </p:sp>
      <p:sp>
        <p:nvSpPr>
          <p:cNvPr id="20" name="Shape 18"/>
          <p:cNvSpPr/>
          <p:nvPr/>
        </p:nvSpPr>
        <p:spPr>
          <a:xfrm>
            <a:off x="3063240" y="3888188"/>
            <a:ext cx="685800" cy="500932"/>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65958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6.1%</a:t>
            </a:r>
            <a:endParaRPr lang="en-US" sz="800" dirty="0"/>
          </a:p>
        </p:txBody>
      </p:sp>
      <p:sp>
        <p:nvSpPr>
          <p:cNvPr id="23" name="Text 21"/>
          <p:cNvSpPr/>
          <p:nvPr/>
        </p:nvSpPr>
        <p:spPr>
          <a:xfrm>
            <a:off x="2971800" y="343098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9件</a:t>
            </a:r>
            <a:endParaRPr lang="en-US" sz="800" dirty="0"/>
          </a:p>
        </p:txBody>
      </p:sp>
      <p:sp>
        <p:nvSpPr>
          <p:cNvPr id="24" name="Shape 22"/>
          <p:cNvSpPr/>
          <p:nvPr/>
        </p:nvSpPr>
        <p:spPr>
          <a:xfrm>
            <a:off x="3931920" y="3164619"/>
            <a:ext cx="685800" cy="1224501"/>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293601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14.9%</a:t>
            </a:r>
            <a:endParaRPr lang="en-US" sz="800" dirty="0"/>
          </a:p>
        </p:txBody>
      </p:sp>
      <p:sp>
        <p:nvSpPr>
          <p:cNvPr id="27" name="Text 25"/>
          <p:cNvSpPr/>
          <p:nvPr/>
        </p:nvSpPr>
        <p:spPr>
          <a:xfrm>
            <a:off x="3840480" y="270741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22件</a:t>
            </a:r>
            <a:endParaRPr lang="en-US" sz="800" dirty="0"/>
          </a:p>
        </p:txBody>
      </p:sp>
      <p:sp>
        <p:nvSpPr>
          <p:cNvPr id="28" name="Shape 26"/>
          <p:cNvSpPr/>
          <p:nvPr/>
        </p:nvSpPr>
        <p:spPr>
          <a:xfrm>
            <a:off x="4800600" y="4333461"/>
            <a:ext cx="685800" cy="55659"/>
          </a:xfrm>
          <a:prstGeom prst="rect">
            <a:avLst/>
          </a:prstGeom>
          <a:solidFill>
            <a:srgbClr val="3B7DD8"/>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5点</a:t>
            </a:r>
            <a:endParaRPr lang="en-US" sz="900" dirty="0"/>
          </a:p>
        </p:txBody>
      </p:sp>
      <p:sp>
        <p:nvSpPr>
          <p:cNvPr id="30" name="Text 28"/>
          <p:cNvSpPr/>
          <p:nvPr/>
        </p:nvSpPr>
        <p:spPr>
          <a:xfrm>
            <a:off x="4709160" y="4104861"/>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0.7%</a:t>
            </a:r>
            <a:endParaRPr lang="en-US" sz="800" dirty="0"/>
          </a:p>
        </p:txBody>
      </p:sp>
      <p:sp>
        <p:nvSpPr>
          <p:cNvPr id="31" name="Text 29"/>
          <p:cNvSpPr/>
          <p:nvPr/>
        </p:nvSpPr>
        <p:spPr>
          <a:xfrm>
            <a:off x="4709160" y="3876261"/>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3832529"/>
            <a:ext cx="685800" cy="556591"/>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4" name="Text 32"/>
          <p:cNvSpPr/>
          <p:nvPr/>
        </p:nvSpPr>
        <p:spPr>
          <a:xfrm>
            <a:off x="5577840" y="360392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6.8%</a:t>
            </a:r>
            <a:endParaRPr lang="en-US" sz="800" dirty="0"/>
          </a:p>
        </p:txBody>
      </p:sp>
      <p:sp>
        <p:nvSpPr>
          <p:cNvPr id="35" name="Text 33"/>
          <p:cNvSpPr/>
          <p:nvPr/>
        </p:nvSpPr>
        <p:spPr>
          <a:xfrm>
            <a:off x="5577840" y="337532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10件</a:t>
            </a:r>
            <a:endParaRPr lang="en-US" sz="800" dirty="0"/>
          </a:p>
        </p:txBody>
      </p:sp>
      <p:sp>
        <p:nvSpPr>
          <p:cNvPr id="36" name="Shape 34"/>
          <p:cNvSpPr/>
          <p:nvPr/>
        </p:nvSpPr>
        <p:spPr>
          <a:xfrm>
            <a:off x="6537960" y="4222143"/>
            <a:ext cx="685800" cy="166977"/>
          </a:xfrm>
          <a:prstGeom prst="rect">
            <a:avLst/>
          </a:prstGeom>
          <a:solidFill>
            <a:srgbClr val="DC2626"/>
          </a:solidFill>
          <a:ln/>
        </p:spPr>
      </p:sp>
      <p:sp>
        <p:nvSpPr>
          <p:cNvPr id="37" name="Text 35"/>
          <p:cNvSpPr/>
          <p:nvPr/>
        </p:nvSpPr>
        <p:spPr>
          <a:xfrm>
            <a:off x="64922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3点</a:t>
            </a:r>
            <a:endParaRPr lang="en-US" sz="900" dirty="0"/>
          </a:p>
        </p:txBody>
      </p:sp>
      <p:sp>
        <p:nvSpPr>
          <p:cNvPr id="38" name="Text 36"/>
          <p:cNvSpPr/>
          <p:nvPr/>
        </p:nvSpPr>
        <p:spPr>
          <a:xfrm>
            <a:off x="6446520" y="399354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2.0%</a:t>
            </a:r>
            <a:endParaRPr lang="en-US" sz="800" dirty="0"/>
          </a:p>
        </p:txBody>
      </p:sp>
      <p:sp>
        <p:nvSpPr>
          <p:cNvPr id="39" name="Text 37"/>
          <p:cNvSpPr/>
          <p:nvPr/>
        </p:nvSpPr>
        <p:spPr>
          <a:xfrm>
            <a:off x="6446520" y="376494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40" name="Shape 38"/>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便利で中心部に位置する</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9点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立地が良く、駅にも近い。美味しい朝食も提供される。</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博多駅ビューでお願いしましたが、お願いしたとおり博多駅前に配っていただきました！ビューがとても綺麗でした〜駅前なのに静かで防音も良かったです！そして部屋が広くてよかったです😆宿も清潔でした〜ホテルスタッフの方もとてもフレンドリーでした！初…</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Trip.com / 4点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あまりにも古いと朝食がおいしいです。</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不慣れな年寄りだけで宿泊するのは無理 システムが良くない</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Booking.com / 3点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朝ごはんの種類が多くて美味しい！ 部屋はとても綺麗。</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7.89点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8.4点以上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68.2%</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73.2%以上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10.1%</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7.1%以下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コンフォートホテル博多の口コミ分析の結果、10点換算で平均7.89点（概ね良好）を記録しました。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分析対象148件のうち、高評価（8〜10点）が68.2%を占めており、継続的なサービス改善により更なる満足度向上が期待できます。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2026-03-28T22:02:48Z</dcterms:created>
  <dcterms:modified xsi:type="dcterms:W3CDTF">2026-03-28T22:02:48Z</dcterms:modified>
</cp:coreProperties>
</file>