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Booking.com</c:v>
                  </c:pt>
                  <c:pt idx="2">
                    <c:v>Google</c:v>
                  </c:pt>
                  <c:pt idx="3">
                    <c:v>じゃらん</c:v>
                  </c:pt>
                  <c:pt idx="4">
                    <c:v>楽天トラベル</c:v>
                  </c:pt>
                </c:lvl>
              </c:multiLvlStrCache>
            </c:multiLvlStrRef>
          </c:cat>
          <c:val>
            <c:numRef>
              <c:f>Sheet1!$B$2:$B$6</c:f>
              <c:numCache>
                <c:formatCode>General</c:formatCode>
                <c:ptCount val="5"/>
                <c:pt idx="0">
                  <c:v>9</c:v>
                </c:pt>
                <c:pt idx="1">
                  <c:v>7.05</c:v>
                </c:pt>
                <c:pt idx="2">
                  <c:v>7.03</c:v>
                </c:pt>
                <c:pt idx="3">
                  <c:v>6.89</c:v>
                </c:pt>
                <c:pt idx="4">
                  <c:v>6.29</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92</c:v>
                </c:pt>
                <c:pt idx="1">
                  <c:v>31</c:v>
                </c:pt>
                <c:pt idx="2">
                  <c:v>17</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dPt>
            <c:idx val="9"/>
            <c:invertIfNegative val="0"/>
            <c:bubble3D val="0"/>
            <c:spPr>
              <a:solidFill>
                <a:srgbClr val="DC2626"/>
              </a:solidFill>
              <a:effectLst/>
            </c:spPr>
          </c:dPt>
          <c:cat>
            <c:multiLvlStrRef>
              <c:f>Sheet1!$A$2:$A$11</c:f>
              <c:multiLvlStrCache>
                <c:ptCount val="10"/>
                <c:lvl>
                  <c:pt idx="0">
                    <c:v>10点</c:v>
                  </c:pt>
                  <c:pt idx="1">
                    <c:v>9点</c:v>
                  </c:pt>
                  <c:pt idx="2">
                    <c:v>8点</c:v>
                  </c:pt>
                  <c:pt idx="3">
                    <c:v>7点</c:v>
                  </c:pt>
                  <c:pt idx="4">
                    <c:v>6点</c:v>
                  </c:pt>
                  <c:pt idx="5">
                    <c:v>5点</c:v>
                  </c:pt>
                  <c:pt idx="6">
                    <c:v>4点</c:v>
                  </c:pt>
                  <c:pt idx="7">
                    <c:v>3点</c:v>
                  </c:pt>
                  <c:pt idx="8">
                    <c:v>2点</c:v>
                  </c:pt>
                  <c:pt idx="9">
                    <c:v>1点</c:v>
                  </c:pt>
                </c:lvl>
              </c:multiLvlStrCache>
            </c:multiLvlStrRef>
          </c:cat>
          <c:val>
            <c:numRef>
              <c:f>Sheet1!$B$2:$B$11</c:f>
              <c:numCache>
                <c:formatCode>General</c:formatCode>
                <c:ptCount val="10"/>
                <c:pt idx="0">
                  <c:v>41</c:v>
                </c:pt>
                <c:pt idx="1">
                  <c:v>14</c:v>
                </c:pt>
                <c:pt idx="2">
                  <c:v>37</c:v>
                </c:pt>
                <c:pt idx="3">
                  <c:v>8</c:v>
                </c:pt>
                <c:pt idx="4">
                  <c:v>22</c:v>
                </c:pt>
                <c:pt idx="5">
                  <c:v>1</c:v>
                </c:pt>
                <c:pt idx="6">
                  <c:v>10</c:v>
                </c:pt>
                <c:pt idx="7">
                  <c:v>3</c:v>
                </c:pt>
                <c:pt idx="8">
                  <c:v>3</c:v>
                </c:pt>
                <c:pt idx="9">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コンフォートホテル博多</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レビュー総数：140件（5サイト）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作成日：2026年3月23日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7.72</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65.7%</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12.1%</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駅に近く子連れだったので、とても便利でした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너무 낡고 조식이 맛엊ㅅ음 古すぎて朝食が味がする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フロント対応はしっかり、丁寧</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設備は古いが清潔であった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部屋の中、特にユニットバスが古い造りで、洗面所の蛇口が2口式なのが残念ですが、それ以外は快適でした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清掃不備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그래서 청결부분에서 좀안좋았던거같아요 서비스는좋앗습니다 日本は狭いですが、キャリアを広げると座る場所がなく、...</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7.72</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65.7%</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12.1%</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楽天トラベル(6.3)が相対的に低い。口コミ返信の強化が急務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92件（65.7%）</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31件（22.1%）</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17件（12.1%）</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駅に近く子連れだったので、とても便利でした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「博多駅前の立地が最高で、とても便利です」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너무 낡고 조식이 맛엊ㅅ음 古すぎて朝食が味がする</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「가까움 조식 朝食」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フロント対応はしっかり、丁寧</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「スタッフの対応は親切でした」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設備は古いが清潔であった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「古い建物だったが部屋には空気清浄機もおいてありベッドの寝心地も良かったです」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清潔さは十分にきれいだと思います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「設備は古いが清潔であった」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地點吸引，係正博多站對面，購物同食野都方便 立地は魅力的で、正広駅の真向かいに位置しているため、買い物や食事に便利です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「周辺で買い物してしばらく立ち寄っておくのも良く、周辺のグルメも多いです」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設備は古いが清潔であった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部屋の中、特にユニットバスが古い造りで、洗面所の蛇口が2口式なのが残念ですが、それ以外は快適でした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그래서 청결부분에서 좀안좋았던거같아요 서비스는좋앗습니다 日本は狭いですが、キャリアを広げると座る場所がなく、...</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그래서 청결부분에서 좀안좋았던거같아요 서비스는좋앗습니다 日本は狭いですが、キャリアを広げると座る場所がなく、...</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Bien qu'en face de la gare, très bonne insonorisation de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ヒーターの音は無知でした^^;洗面台の冷水絞りで水がずっと流れ落ちたのにカウンターに届けられませんでしたㅜ博多駅の...</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風呂、トイレが少し汚く、生乾きの匂いがするのが残念 又、手元のライトが壊れててつかなかった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このホテルは、窓から博多駅の景色が望める便利な立地を誇っています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朝食はほぼ毎日同じです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7.72点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8.2点以上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65.7%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12.1%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楽天トラベル平均評価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設備の老朽化クレーム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コンフォートホテル博多 口コミ分析改善レポート</dc:title>
  <dc:subject>PptxGenJS Presentation</dc:subject>
  <dc:creator>Hotel Consulting</dc:creator>
  <cp:lastModifiedBy>Hotel Consulting</cp:lastModifiedBy>
  <cp:revision>1</cp:revision>
  <dcterms:created xsi:type="dcterms:W3CDTF">2026-03-23T00:05:51Z</dcterms:created>
  <dcterms:modified xsi:type="dcterms:W3CDTF">2026-03-23T00:05:51Z</dcterms:modified>
</cp:coreProperties>
</file>