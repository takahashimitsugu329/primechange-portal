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Google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9.02</c:v>
                </c:pt>
                <c:pt idx="1">
                  <c:v>7.08</c:v>
                </c:pt>
                <c:pt idx="2">
                  <c:v>7.06</c:v>
                </c:pt>
                <c:pt idx="3">
                  <c:v>7</c:v>
                </c:pt>
                <c:pt idx="4">
                  <c:v>6.25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92</c:v>
                </c:pt>
                <c:pt idx="1">
                  <c:v>30</c:v>
                </c:pt>
                <c:pt idx="2">
                  <c:v>17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41</c:v>
                </c:pt>
                <c:pt idx="1">
                  <c:v>14</c:v>
                </c:pt>
                <c:pt idx="2">
                  <c:v>37</c:v>
                </c:pt>
                <c:pt idx="3">
                  <c:v>8</c:v>
                </c:pt>
                <c:pt idx="4">
                  <c:v>21</c:v>
                </c:pt>
                <c:pt idx="5">
                  <c:v>1</c:v>
                </c:pt>
                <c:pt idx="6">
                  <c:v>10</c:v>
                </c:pt>
                <c:pt idx="7">
                  <c:v>3</c:v>
                </c:pt>
                <c:pt idx="8">
                  <c:v>3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作成日：2026年3月24日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立地：福岡空港から30分、博多駅、地下鉄、バスターミナルからすぐ、セブンイレブンとスターバックスの隣という最高の拠点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ボリュームたっぷりのおいしい朝食が含まれています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スタッフ：親切で対応が良い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名古屋のホテルより古いですが、手入れが行き届いていて、清潔です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（午前6時30分～午前9時30分） 利便性: セルフサービスのランドリー（14階）、各階に自動販売機、ロビーには必...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(6:30am - 9:30am)  Convenience:  Self-service laundry (14...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Trip.com(9.02)が最高スコア。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楽天トラベル(6.3)が相対的に低い。口コミ返信の強化が急務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92件（66.2%）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30件（21.6%）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17件（12.2%）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立地：福岡空港から30分、博多駅、地下鉄、バスターミナルからすぐ、セブンイレブンとスターバックスの隣という最高の拠点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「駅に近くて、ホテルの隣の建物からエレベーターで降りると一蘭にことができ便利だった」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ボリュームたっぷりのおいしい朝食が含まれています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「朝食がとてもおいしかった」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スタッフ：親切で対応が良い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「フロント対応はしっかり、丁寧」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評価は低いですが、名古屋にあるこのチェーンのホテルでの快適な滞在と同じような体験ができました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「設備は古いが清潔であった」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名古屋のホテルより古いですが、手入れが行き届いていて、清潔です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「清潔さは十分にきれいだと思います」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立地：福岡空港から30分、博多駅、地下鉄、バスターミナルからすぐ、セブンイレブンとスターバックスの隣という最高の拠点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「地點吸引，係正博多站對面，購物同食野都方便 立地は魅力的で、正広駅の真向かいに位置しているため、買い物や食事に便利です」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名古屋のホテルより古いですが、手入れが行き届いていて、清潔です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（午前6時30分～午前9時30分） 利便性: セルフサービスのランドリー（14階）、各階に自動販売機、ロビーには必...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(6:30am - 9:30am)  Convenience:  Self-service laundry (14...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그래서 청결부분에서 좀안좋았던거같아요 서비스는좋앗습니다 日本は狭いですが、キャリアを広げると座る場所がなく、...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그래서 청결부분에서 좀안좋았던거같아요 서비스는좋앗습니다 日本は狭いですが、キャリアを広げると座る場所がなく、...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客室品質: 11階 1128号室 清潔な客室で、防音性が高く、シャワーとビデの両方に信頼できるヒーターが付いています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風呂、トイレが少し汚く、生乾きの匂いがするのが残念 又、手元のライトが壊れててつかなかった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このホテルは、窓から博多駅の景色が望める便利な立地を誇っています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2026-03-24T01:12:44Z</dcterms:created>
  <dcterms:modified xsi:type="dcterms:W3CDTF">2026-03-24T01:12:44Z</dcterms:modified>
</cp:coreProperties>
</file>