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9.04</c:v>
                </c:pt>
                <c:pt idx="1">
                  <c:v>7.21</c:v>
                </c:pt>
                <c:pt idx="2">
                  <c:v>6.97</c:v>
                </c:pt>
                <c:pt idx="3">
                  <c:v>6.89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</c:v>
                </c:pt>
                <c:pt idx="1">
                  <c:v>13</c:v>
                </c:pt>
                <c:pt idx="2">
                  <c:v>31</c:v>
                </c:pt>
                <c:pt idx="3">
                  <c:v>9</c:v>
                </c:pt>
                <c:pt idx="4">
                  <c:v>22</c:v>
                </c:pt>
                <c:pt idx="5">
                  <c:v>4</c:v>
                </c:pt>
                <c:pt idx="6">
                  <c:v>9</c:v>
                </c:pt>
                <c:pt idx="7">
                  <c:v>3</c:v>
                </c:pt>
                <c:pt idx="8">
                  <c:v>2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90件（64.3%）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35件（25.0%）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15件（10.7%）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7.79点 → 目標 8.29点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64.3% → 目標 69.3%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10.7% → 目標 8.7%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コンフォートホテル博多は全体平均7.79点（10pt換算）、高評価率64.3%を達成しています。本レポートで示した改善施策を段階的に実施することで、さらなる顧客満足度向上が期待できます。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