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Google</c:v>
                  </c:pt>
                  <c:pt idx="3">
                    <c:v>Booking.com</c:v>
                  </c:pt>
                  <c:pt idx="4">
                    <c:v>楽天トラベル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9.07</c:v>
                </c:pt>
                <c:pt idx="1">
                  <c:v>7.45</c:v>
                </c:pt>
                <c:pt idx="2">
                  <c:v>7.13</c:v>
                </c:pt>
                <c:pt idx="3">
                  <c:v>7.11</c:v>
                </c:pt>
                <c:pt idx="4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95</c:v>
                </c:pt>
                <c:pt idx="1">
                  <c:v>30</c:v>
                </c:pt>
                <c:pt idx="2">
                  <c:v>14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  <c:pt idx="9">
                    <c:v>1点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45</c:v>
                </c:pt>
                <c:pt idx="1">
                  <c:v>15</c:v>
                </c:pt>
                <c:pt idx="2">
                  <c:v>35</c:v>
                </c:pt>
                <c:pt idx="3">
                  <c:v>8</c:v>
                </c:pt>
                <c:pt idx="4">
                  <c:v>20</c:v>
                </c:pt>
                <c:pt idx="5">
                  <c:v>2</c:v>
                </c:pt>
                <c:pt idx="6">
                  <c:v>8</c:v>
                </c:pt>
                <c:pt idx="7">
                  <c:v>3</c:v>
                </c:pt>
                <c:pt idx="8">
                  <c:v>2</c:v>
                </c:pt>
                <c:pt idx="9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レビュー総数：139件（5サイト）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作成日：2026年3月18日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立地が良く、交通の便も良く、朝食も美味しく、スイートルームも快適でした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立地が良く、交通の便も良く、朝食も美味しく、スイートルームも快適でした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ランドリー設備、自動販売機、喫煙室、荷物預かり所（重量測定機能付き）、そして親切なスタッフ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Lobby check-in &amp; check-out machines very convenient for t...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Lobby check-in &amp; check-out machines very convenient for t...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Lobby check-in &amp; check-out machines very convenient for t...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Trip.com(9.07)が最高スコア。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楽天トラベル(6.0)が相対的に低い。口コミ返信の強化が急務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95件（68.3%）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30件（21.6%）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14件（10.1%）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立地が良く、交通の便も良く、朝食も美味しく、スイートルームも快適でした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「ヒーターの音は無知でした^^;洗面台の冷水絞りで水がずっと流れ落ちたのですがカウンターに届けませんでしたㅜ博多駅の...」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立地が良く、交通の便も良く、朝食も美味しく、スイートルームも快適でした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「信じられないほど便利で、しかも朝食付きなのも素晴らしい」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ランドリー設備、自動販売機、喫煙室、荷物預かり所（重量測定機能付き）、そして親切なスタッフ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「博多駅前でとても便利な立地  部屋もキレイで3人ベットでも全く狭さも感じることもなく  大きなお風呂に旅の疲れもと...」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博多駅前でとても便利な立地  部屋もキレイで3人ベットでも全く狭さも感じることもなく  大きなお風呂に旅の疲れもと...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「部屋は新しくはありませんでしたが、広々としていて清潔でした」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立地が良く、交通の便も良く、朝食も美味しく、スイートルームも快適でした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「地點極佳，交通方便，設備稍舊，乾淨舒適」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地點吸引，係正博多站對面，購物同食野都方便 立地は魅力的で、正広駅の真向かいに位置しているため、買い物や食事に便利です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「周辺で買い物してしばらく立ち寄っておくのも良く、周辺のグルメも多いです」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Lobby check-in &amp; check-out machines very convenient for 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Lobby check-in &amp; check-out machines very convenient for 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Lobby check-in &amp; check-out machines very convenient for 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確かに経年による老朽感は否めませんが、掃除も行き届いていて設備も丁寧に使われてて、不快な感じは全くありませんでした...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部屋は少し狭い方なのに不便なほどではない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ヒーターの音は無知でした^^;洗面台の冷水絞りで水がずっと流れ落ちたのですがカウンターに届けませんでしたㅜ博多駅の...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このホテルは、窓から博多駅の景色が望める便利な立地を誇っています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2つ目は全室禁煙と表示されていたのですが、廊下を歩いていると明らかにタバコの臭いが…  スタッフの方に伝えましたが...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残念 トイレが全体的に悪い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約20件/期間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2026-03-18T01:37:45Z</dcterms:created>
  <dcterms:modified xsi:type="dcterms:W3CDTF">2026-03-18T01:37:45Z</dcterms:modified>
</cp:coreProperties>
</file>