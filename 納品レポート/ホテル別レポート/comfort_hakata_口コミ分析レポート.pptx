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じゃらん</c:v>
                  </c:pt>
                  <c:pt idx="4">
                    <c:v>楽天トラベル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9.04</c:v>
                </c:pt>
                <c:pt idx="1">
                  <c:v>7.48</c:v>
                </c:pt>
                <c:pt idx="2">
                  <c:v>7.08</c:v>
                </c:pt>
                <c:pt idx="3">
                  <c:v>7</c:v>
                </c:pt>
                <c:pt idx="4">
                  <c:v>6.57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  <c:pt idx="9">
                    <c:v>1点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</c:v>
                </c:pt>
                <c:pt idx="1">
                  <c:v>15</c:v>
                </c:pt>
                <c:pt idx="2">
                  <c:v>37</c:v>
                </c:pt>
                <c:pt idx="3">
                  <c:v>8</c:v>
                </c:pt>
                <c:pt idx="4">
                  <c:v>21</c:v>
                </c:pt>
                <c:pt idx="5">
                  <c:v>1</c:v>
                </c:pt>
                <c:pt idx="6">
                  <c:v>9</c:v>
                </c:pt>
                <c:pt idx="7">
                  <c:v>3</c:v>
                </c:pt>
                <c:pt idx="8">
                  <c:v>1</c:v>
                </c:pt>
                <c:pt idx="9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レビュー総数：139件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95件（68.3%）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30件（21.6%）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14件（10.1%）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低評価・中評価レビュー（44件）から改善課題を優先度別に整理しています。S/A/B/Cの4段階で優先度を設定し、計画的な改善を推進します。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7.88点 → 目標 8.38点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68.3% → 目標 73.3%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10.1% → 目標 8.1%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コンフォートホテル博多は全体平均7.88点（10pt換算）、高評価率68.3%を達成しています。本レポートで示した改善施策を段階的に実施することで、さらなる顧客満足度向上が期待できます。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2026-03-30T04:37:31Z</dcterms:created>
  <dcterms:modified xsi:type="dcterms:W3CDTF">2026-03-30T04:37:31Z</dcterms:modified>
</cp:coreProperties>
</file>