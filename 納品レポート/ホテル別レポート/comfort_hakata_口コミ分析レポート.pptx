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Google</c:v>
                  </c:pt>
                  <c:pt idx="3">
                    <c:v>じゃらん</c:v>
                  </c:pt>
                  <c:pt idx="4">
                    <c:v>楽天トラベル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9.04</c:v>
                </c:pt>
                <c:pt idx="1">
                  <c:v>6.97</c:v>
                </c:pt>
                <c:pt idx="2">
                  <c:v>6.97</c:v>
                </c:pt>
                <c:pt idx="3">
                  <c:v>6.89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  <c:pt idx="9">
                    <c:v>1点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45</c:v>
                </c:pt>
                <c:pt idx="1">
                  <c:v>13</c:v>
                </c:pt>
                <c:pt idx="2">
                  <c:v>31</c:v>
                </c:pt>
                <c:pt idx="3">
                  <c:v>9</c:v>
                </c:pt>
                <c:pt idx="4">
                  <c:v>22</c:v>
                </c:pt>
                <c:pt idx="5">
                  <c:v>4</c:v>
                </c:pt>
                <c:pt idx="6">
                  <c:v>9</c:v>
                </c:pt>
                <c:pt idx="7">
                  <c:v>3</c:v>
                </c:pt>
                <c:pt idx="8">
                  <c:v>3</c:v>
                </c:pt>
                <c:pt idx="9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89件（63.6%）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35件（25.0%）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16件（11.4%）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89件）の分析から、主要な強みテーマを抽出しています。立地・アクセス、客室清潔感、スタッフ対応が高評価の中心的テーマです。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7.73点 → 目標 8.23点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63.6% → 目標 68.6%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11.4% → 目標 9.4%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コンフォートホテル博多は全体平均7.73点（10pt換算）、高評価率63.6%を達成しています。本レポートで示した改善施策を段階的に実施することで、さらなる顧客満足度向上が期待できます。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口コミ分析レポート</dc:title>
  <dc:subject>PptxGenJS Presentation</dc:subject>
  <dc:creator>PptxGenJS</dc:creator>
  <cp:lastModifiedBy>PptxGenJS</cp:lastModifiedBy>
  <cp:revision>1</cp:revision>
  <dcterms:created xsi:type="dcterms:W3CDTF">2026-04-02T23:17:39Z</dcterms:created>
  <dcterms:modified xsi:type="dcterms:W3CDTF">2026-04-02T23:17:39Z</dcterms:modified>
</cp:coreProperties>
</file>