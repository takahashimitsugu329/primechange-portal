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Trip.com</c:v>
                  </c:pt>
                  <c:pt idx="1">
                    <c:v>じゃらん</c:v>
                  </c:pt>
                  <c:pt idx="2">
                    <c:v>楽天トラベル</c:v>
                  </c:pt>
                  <c:pt idx="3">
                    <c:v>Booking.com</c:v>
                  </c:pt>
                  <c:pt idx="4">
                    <c:v>Google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8.87</c:v>
                </c:pt>
                <c:pt idx="1">
                  <c:v>7.6</c:v>
                </c:pt>
                <c:pt idx="2">
                  <c:v>7.5</c:v>
                </c:pt>
                <c:pt idx="3">
                  <c:v>7.14</c:v>
                </c:pt>
                <c:pt idx="4">
                  <c:v>6.46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58</c:v>
                </c:pt>
                <c:pt idx="1">
                  <c:v>17</c:v>
                </c:pt>
                <c:pt idx="2">
                  <c:v>8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27</c:v>
                </c:pt>
                <c:pt idx="1">
                  <c:v>8</c:v>
                </c:pt>
                <c:pt idx="2">
                  <c:v>23</c:v>
                </c:pt>
                <c:pt idx="3">
                  <c:v>6</c:v>
                </c:pt>
                <c:pt idx="4">
                  <c:v>8</c:v>
                </c:pt>
                <c:pt idx="5">
                  <c:v>3</c:v>
                </c:pt>
                <c:pt idx="6">
                  <c:v>3</c:v>
                </c:pt>
                <c:pt idx="7">
                  <c:v>2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分析対象期間：2026年3月〜4月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レビュー総数：83件（5サイト）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作成日：2026年4月5日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7.89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69.9%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9.6%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立地はとても便利で、博多駅を出てすぐなので迷う心配はありません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朝食の場所は広くはないですが、スタッフさんがしっかり誘導してくれるのでスムーズ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朝食の場所は広くはないですが、スタッフさんがしっかり誘導してくれるのでスムーズ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設備の老朽化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部屋の広さはちょうど良いのですが、設備は少し古めです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駅、地下鉄、バスターミナル、コンビニ、地下街、スタバ、飲食店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The location of the hotel was actually very near to Hakat...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7.89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69.9%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9.6%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Trip.com(8.87)が最高スコア。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Google(6.5)が相対的に低い。口コミ返信の強化が急務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58件（69.9%）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17件（20.5%）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8件（9.6%）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立地はとても便利で、博多駅を出てすぐなので迷う心配はありません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「駅、地下鉄、バスターミナル、コンビニ、地下街、スタバ、飲食店」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朝食の場所は広くはないですが、スタッフさんがしっかり誘導してくれるのでスムーズ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「新しいホテルではありませんが、とても清潔で、朝食も美味しかったです」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朝食の場所は広くはないですが、スタッフさんがしっかり誘導してくれるのでスムーズ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「スタッフの方はとてもフレンドリーで、ホテルの場所は駅のすぐ前で移動するのに最適です」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部屋の広さはちょうど良いのですが、設備は少し古めです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「ホテルの立地は博多駅に非常に近かったのですが、ホテルの設備は古びていました」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トイレは写真で見るほど清潔ではなく、チェックインした時には床に虫がいて、悪臭もしました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「新しいホテルではありませんが、とても清潔で、朝食も美味しかったです」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コストパフォーマンス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料金は約1700円で、コストパフォーマンスに優れています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「料金も手頃で、部屋も清潔です」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部屋の広さはちょうど良いのですが、設備は少し古めです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駅、地下鉄、バスターミナル、コンビニ、地下街、スタバ、飲食店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location of the hotel was actually very near to Hakat...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宿泊箇所が10階以上なので、道路の声や音などは聞こえませんでした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水まわりが、正直汚い……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朝食は会場が狭いのもあり、整列できないのか大人、子供もルール違反多く、大変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トイレは写真で見るほど清潔ではなく、チェックインした時には床に虫がいて、悪臭もしました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朝食はほぼ毎日同じです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位置很好，房間很舊，早餐有啲難食 立地は最高だが、部屋は古く、朝食は少し残念だった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7.89点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約13件/期間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コンフォートホテル博多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2026-04-04T23:43:29Z</dcterms:created>
  <dcterms:modified xsi:type="dcterms:W3CDTF">2026-04-04T23:43:29Z</dcterms:modified>
</cp:coreProperties>
</file>