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じゃらん</c:v>
                  </c:pt>
                  <c:pt idx="4">
                    <c:v>楽天トラベル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9.13</c:v>
                </c:pt>
                <c:pt idx="1">
                  <c:v>7.48</c:v>
                </c:pt>
                <c:pt idx="2">
                  <c:v>7.11</c:v>
                </c:pt>
                <c:pt idx="3">
                  <c:v>6.75</c:v>
                </c:pt>
                <c:pt idx="4">
                  <c:v>6.57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  <c:pt idx="9">
                    <c:v>1点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47</c:v>
                </c:pt>
                <c:pt idx="1">
                  <c:v>14</c:v>
                </c:pt>
                <c:pt idx="2">
                  <c:v>34</c:v>
                </c:pt>
                <c:pt idx="3">
                  <c:v>8</c:v>
                </c:pt>
                <c:pt idx="4">
                  <c:v>21</c:v>
                </c:pt>
                <c:pt idx="5">
                  <c:v>2</c:v>
                </c:pt>
                <c:pt idx="6">
                  <c:v>8</c:v>
                </c:pt>
                <c:pt idx="7">
                  <c:v>3</c:v>
                </c:pt>
                <c:pt idx="8">
                  <c:v>1</c:v>
                </c:pt>
                <c:pt idx="9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レビュー総数：139件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95件（68.3%）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31件（22.3%）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13件（9.4%）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7.94点 → 目標 8.44点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68.3% → 目標 73.3%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9.4% → 目標 7.4%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コンフォートホテル博多は全体平均7.94点（10pt換算）、高評価率68.3%を達成しています。本レポートで示した改善施策を段階的に実施することで、さらなる顧客満足度向上が期待できます。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口コミ分析レポート</dc:title>
  <dc:subject>PptxGenJS Presentation</dc:subject>
  <dc:creator>PptxGenJS</dc:creator>
  <cp:lastModifiedBy>PptxGenJS</cp:lastModifiedBy>
  <cp:revision>1</cp:revision>
  <dcterms:created xsi:type="dcterms:W3CDTF">2026-03-31T02:49:00Z</dcterms:created>
  <dcterms:modified xsi:type="dcterms:W3CDTF">2026-03-31T02:49:00Z</dcterms:modified>
</cp:coreProperties>
</file>