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9.03</c:v>
                </c:pt>
                <c:pt idx="1">
                  <c:v>8</c:v>
                </c:pt>
                <c:pt idx="2">
                  <c:v>7</c:v>
                </c:pt>
                <c:pt idx="3">
                  <c:v>6.67</c:v>
                </c:pt>
                <c:pt idx="4">
                  <c:v>6.33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49</c:v>
                </c:pt>
                <c:pt idx="1">
                  <c:v>13</c:v>
                </c:pt>
                <c:pt idx="2">
                  <c:v>8</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23</c:v>
                </c:pt>
                <c:pt idx="1">
                  <c:v>7</c:v>
                </c:pt>
                <c:pt idx="2">
                  <c:v>19</c:v>
                </c:pt>
                <c:pt idx="3">
                  <c:v>4</c:v>
                </c:pt>
                <c:pt idx="4">
                  <c:v>6</c:v>
                </c:pt>
                <c:pt idx="5">
                  <c:v>3</c:v>
                </c:pt>
                <c:pt idx="6">
                  <c:v>3</c:v>
                </c:pt>
                <c:pt idx="7">
                  <c:v>2</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70.0%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それから設備の古さが目につく</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壁紙が剥がれていたり、エアコンの吐き出し口がズレていたり、水まわりも年季が入っています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70.0%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49件（70.0%）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13件（18.6%）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8件（11.4%）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「立地は超がつくほど良好」</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「スタッフさんの対応も良かった」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「Comfortable住起來根本uncomfortable 房間的佈局、燈光、環境、設計爛的要命」</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「清掃、手入れの甘さを感じさせました」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料金も手頃で、部屋も清潔です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「手頃な価格で、料金に見合った広さがあり、立地も良く、朝食も付いています」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壁紙が剥がれていたり、エアコンの吐き出し口がズレていたり、水まわりも年季が入っています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部屋の防音性が低く、隣の部屋がものすごくうるさい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水まわりが、正直汚い……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Only small issue sometimes bathroom smells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どこから臭いがするのかは分かりません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2026-04-11T23:59:42Z</dcterms:created>
  <dcterms:modified xsi:type="dcterms:W3CDTF">2026-04-11T23:59:42Z</dcterms:modified>
</cp:coreProperties>
</file>