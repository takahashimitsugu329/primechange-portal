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24355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73152" cy="16459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レビュー総数: 129件　全体平均: 7.84/10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作成日: 2026年3月28日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3566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 | 全129件分析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7.84/10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6888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246888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68.2%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中評価率(6-7点)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20.9%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685800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0" y="1005840"/>
            <a:ext cx="2011680" cy="45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低評価率(~5点)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10.9%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274320" y="2240280"/>
            <a:ext cx="85953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" y="2331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主要発見事項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全体平均スコア 7.84/10 — 概ね良好ですが改善の余地があります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309981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高評価(8点以上)が全体の68.2%を占めています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3502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低評価(5点以下)は10.9%で管理可能な水準です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対象サイト: Trip.com / Booking.com / Google / じゃらん / 楽天トラベル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各予約サイト・口コミサイト別スコア詳細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サイト名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件数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平均評価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評価判定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9.02/10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9.02/10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0" name="Shape 28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7.21/10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7.21/10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3.63/5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7.26/10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0" name="Shape 48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2" name="Shape 50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4" name="Text 52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3.5/5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3.25/5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6.5/10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評価スコア分布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10点換算スコア別件数・割合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100584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97280" y="1033272"/>
            <a:ext cx="54864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0058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 (28.7%)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35331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9点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97280" y="1380744"/>
            <a:ext cx="2075935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3264655" y="135331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 (10.9%)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170078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97280" y="1728216"/>
            <a:ext cx="54864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6675120" y="170078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 (28.7%)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" y="204825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7点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97280" y="2075688"/>
            <a:ext cx="1334530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2523250" y="2048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 (7.0%)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239572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97280" y="2423160"/>
            <a:ext cx="2669059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3857779" y="23957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 (14.0%)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" y="27432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97280" y="2770632"/>
            <a:ext cx="148281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1337001" y="27432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(0.8%)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309067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4点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97280" y="3118104"/>
            <a:ext cx="1186249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/>
          <p:nvPr/>
        </p:nvSpPr>
        <p:spPr>
          <a:xfrm>
            <a:off x="2374969" y="309067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 (6.2%)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343814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3点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097280" y="3465576"/>
            <a:ext cx="444843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2" name="Text 30"/>
          <p:cNvSpPr/>
          <p:nvPr/>
        </p:nvSpPr>
        <p:spPr>
          <a:xfrm>
            <a:off x="1633563" y="343814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 (2.3%)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74320" y="378561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2点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097280" y="3813048"/>
            <a:ext cx="148281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5" name="Text 33"/>
          <p:cNvSpPr/>
          <p:nvPr/>
        </p:nvSpPr>
        <p:spPr>
          <a:xfrm>
            <a:off x="1337001" y="378561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(0.8%)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413308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1点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97280" y="4160520"/>
            <a:ext cx="148281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8" name="Text 36"/>
          <p:cNvSpPr/>
          <p:nvPr/>
        </p:nvSpPr>
        <p:spPr>
          <a:xfrm>
            <a:off x="1337001" y="413308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(0.8%)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顧客フィードバック分析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主要ポジティブ・ネガティブポイント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好評ポイント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便利で中心部に位置する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65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立地が良く、駅にも近い。美味しい朝食も提供される。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博多駅ビューでお願いしましたが、お願いしたとおり博多駅前に配っていただきました！ビューがとても綺麗でした〜駅前なのに静かで防音も良かったです！そして部屋が広くてよかったです😆宿も清潔でした〜ホテルス..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5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バス、地下鉄、電車のアクセシビリティに優れ、場所は本当に良いです。  雨の一滴も合わず国際線空港まで行くほどです。  特に無料の朝食のおかげで、朝から移動するのに最適です。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46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改善課題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予約サイトに載っていた部屋の広さと実際の広さは差があった。 18平米なので仕方ないが本当に狭かった。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37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あまりにも古いと朝食がおいしいです。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937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朝食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937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なし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改善アクションプラン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優先度別施策ロードマップ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60120"/>
            <a:ext cx="8595360" cy="11887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103327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即時対応（~2週間）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134416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低評価の根本原因特定とオペレーション改善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169164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スタッフサービス品質トレーニング強化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286000"/>
            <a:ext cx="8595360" cy="118872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235915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短期対応（1ヶ月以内）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267004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口コミ返信率向上によるブランド管理強化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301752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多言語対応改善による外国人ゲスト満足度向上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3611880"/>
            <a:ext cx="8595360" cy="118872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368503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中期対応（3ヶ月以内）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99592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設備・アメニティ定期点検・更新サイクル確立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68680" y="434340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ゲストフィードバック収集システムの整備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2026-03-28T22:44:18Z</dcterms:created>
  <dcterms:modified xsi:type="dcterms:W3CDTF">2026-03-28T22:44:18Z</dcterms:modified>
</cp:coreProperties>
</file>