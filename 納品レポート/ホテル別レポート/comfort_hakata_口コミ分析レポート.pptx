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9.07</c:v>
                </c:pt>
                <c:pt idx="1">
                  <c:v>7.48</c:v>
                </c:pt>
                <c:pt idx="2">
                  <c:v>7.11</c:v>
                </c:pt>
                <c:pt idx="3">
                  <c:v>6.89</c:v>
                </c:pt>
                <c:pt idx="4">
                  <c:v>6.57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</c:v>
                </c:pt>
                <c:pt idx="1">
                  <c:v>14</c:v>
                </c:pt>
                <c:pt idx="2">
                  <c:v>36</c:v>
                </c:pt>
                <c:pt idx="3">
                  <c:v>8</c:v>
                </c:pt>
                <c:pt idx="4">
                  <c:v>21</c:v>
                </c:pt>
                <c:pt idx="5">
                  <c:v>2</c:v>
                </c:pt>
                <c:pt idx="6">
                  <c:v>8</c:v>
                </c:pt>
                <c:pt idx="7">
                  <c:v>3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31件（22.3%）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13件（9.4%）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7.91点 → 目標 8.41点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68.3% → 目標 73.3%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9.4% → 目標 7.4%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コンフォートホテル博多は全体平均7.91点（10pt換算）、高評価率68.3%を達成しています。本レポートで示した改善施策を段階的に実施することで、さらなる顧客満足度向上が期待できます。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