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9.45</c:v>
                </c:pt>
                <c:pt idx="2">
                  <c:v>9.43</c:v>
                </c:pt>
                <c:pt idx="3">
                  <c:v>9</c:v>
                </c:pt>
                <c:pt idx="4">
                  <c:v>8.76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56</c:v>
                </c:pt>
                <c:pt idx="1">
                  <c:v>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</c:v>
                </c:pt>
                <c:pt idx="1">
                  <c:v>12</c:v>
                </c:pt>
                <c:pt idx="2">
                  <c:v>14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客室の快適性・設備の充実度への好評（34件）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客室・共用部の清潔さへの高評価（26件）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駅近・交通利便性に関する好評価（21件）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騒音問題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口コミ返信率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じゃらん: 9.50点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8.82点（10pt換算）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「は近代的な設備、快適な浴場があり、近隣には様々なコンビニエン」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「清潔、タオルがふわふわ、タオルの用意がたくさんある」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「駅からのアクセスが良く、朝食も美味しかったです。 大浴場の」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「。ホテルのスタッフはいつも親切でフレンドリーなので、全体的に」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「スが良く、朝食も美味しかったです。 大浴場のシャワーが少なく」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「、全体的に満足のいく滞在となるでしょう。」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騒音問題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騒音があった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朝食が値段の割に貧相。つけないほうが良いと思う。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口コミへの返信対応を強化する余地あり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サービス改善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継続的なサービス品質向上が必要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設備メンテナンス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定期的なメンテナンス体制の整備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騒音対策の即時対応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防音対策済み部屋の積極的案内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チェックイン時の防音耳栓提供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騒音クレーム対応マニュアルの整備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防音性能の高い部屋への優先アサイン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朝食品質の即時改善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口コミ返信率100%の実現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防音設備の強化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防音カーテン・防音パネルの設置計画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騒音の多い部屋の用途転換検討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建物外部騒音対策の工事計画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月次でOTA評価スコアを確認し、騒音問題改善の進捗をトラッキングします。四半期ごとに目標値を見直し、継続的な改善サイクルを確立してください。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ホテルコメント横浜関内の2025年12月〜2026年3月口コミ分析（65件）では、総合評価8.82点（10pt換算）、高評価率86.2%という結果が得られました。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「部屋・設備」が最大の強みとして確認され、本レポートの3フェーズ改善施策の実施により、さらなる評価向上が期待されます。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6ヶ月以内に全体平均9.1点以上、高評価率91%以上を目指し、継続的な改善サイクルを確立することを推奨します。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2026-04-04T01:16:16Z</dcterms:created>
  <dcterms:modified xsi:type="dcterms:W3CDTF">2026-04-04T01:16:16Z</dcterms:modified>
</cp:coreProperties>
</file>