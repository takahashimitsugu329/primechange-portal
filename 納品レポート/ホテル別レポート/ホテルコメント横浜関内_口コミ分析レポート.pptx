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Google</c:v>
                  </c:pt>
                  <c:pt idx="1">
                    <c:v>じゃらん</c:v>
                  </c:pt>
                  <c:pt idx="2">
                    <c:v>楽天トラベル</c:v>
                  </c:pt>
                  <c:pt idx="3">
                    <c:v>Trip.com</c:v>
                  </c:pt>
                  <c:pt idx="4">
                    <c:v>Booking.com</c:v>
                  </c:pt>
                  <c:pt idx="5">
                    <c:v>Agoda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9.62</c:v>
                </c:pt>
                <c:pt idx="1">
                  <c:v>9.27</c:v>
                </c:pt>
                <c:pt idx="2">
                  <c:v>9.22</c:v>
                </c:pt>
                <c:pt idx="3">
                  <c:v>9.12</c:v>
                </c:pt>
                <c:pt idx="4">
                  <c:v>8.7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111</c:v>
                </c:pt>
                <c:pt idx="1">
                  <c:v>20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3点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</c:v>
                </c:pt>
                <c:pt idx="1">
                  <c:v>22</c:v>
                </c:pt>
                <c:pt idx="2">
                  <c:v>27</c:v>
                </c:pt>
                <c:pt idx="3">
                  <c:v>11</c:v>
                </c:pt>
                <c:pt idx="4">
                  <c:v>7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分析対象期間：2025年12月〜2026年4月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レビュー総数：132件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作成日：2026年4月12日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84.1%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客室の快適性・設備の充実度への好評（71件）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客室・共用部の清潔さへの高評価（51件）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駅近・交通利便性に関する好評価（43件）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騒音問題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部屋狭小感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通信環境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2件の指摘あり。改善対応を推奨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9.62点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8.83点（10pt換算）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111件（84.1%）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20件（15.2%）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1件（0.8%）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「は近代的な設備、快適な浴場があり、近隣には様々なコンビニエン」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「清潔、タオルがふわふわ、タオルの用意がたくさんある」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「駅からのアクセスが良く、朝食も美味しかったです。 大浴場の」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「。ホテルのスタッフはいつも親切でフレンドリーなので、全体的に」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「、全体的に満足のいく滞在となるでしょう。」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「スが良く、朝食も美味しかったです。 大浴場のシャワーが少なく」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騒音問題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騒音があった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部屋狭小感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値段割に部屋が狭い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通信環境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WiFiが弱かった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朝食が値段の割に貧相。つけないほうが良いと思う。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女性用のアメニティが少ないかも？化粧水と乳液は持参しないとないです。大浴場利用時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駐車場・立地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近くの駐車場はかなり高額なので、将来的にはレストランが駐車場と提携してくれるとい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騒音対策の即時対応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防音対策済み部屋の積極的案内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チェックイン時の防音耳栓提供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騒音クレーム対応マニュアルの整備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防音性能の高い部屋への優先アサイン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部屋利用満足度の最大化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収納スペースの整理・最適化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荷物預かりサービスの案内強化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部屋タイプ別の使い勝手改善ガイド作成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コンパクトな部屋の魅力を訴求するOTA説明文改訂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Wi-Fi品質の即時改善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Wi-Fi接続手順の案内改善（館内掲示・サイト明記）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接続不具合時の対応フロー整備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フロントスタッフへのWi-Fi対応スクリプト共有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速度測定と問題箇所の特定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朝食品質の即時改善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朝食メニューへのフィードバック収集と改善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食材品質の見直しと産地表示の充実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混雑緩和のための時間帯分散対策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朝食スタッフへのホスピタリティ研修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防音設備の強化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防音カーテン・防音パネルの設置計画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騒音の多い部屋の用途転換検討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建物外部騒音対策の工事計画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部屋改装計画の検討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上位グレード部屋への誘導施策導入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スペース効率化家具への入替計画立案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客室タイプ構成の見直し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通信インフラ強化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Wi-Fiルーター増設・アップグレード計画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帯域幅の拡大検討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5G対応設備への移行ロードマップ策定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「部屋・設備」の競争優位性強化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8.83点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4.81/5点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月次でOTA評価スコアを確認し、騒音問題改善の進捗をトラッキングします。四半期ごとに目標値を見直し、継続的な改善サイクルを確立してください。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ホテルコメント横浜関内の2025年12月〜2026年4月口コミ分析（132件）では、総合評価8.83点（10pt換算）、高評価率84.1%という結果が得られました。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「部屋・設備」が最大の強みとして確認され、本レポートの3フェーズ改善施策の実施により、さらなる評価向上が期待されます。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6ヶ月以内に全体平均9.1点以上、高評価率89%以上を目指し、継続的な改善サイクルを確立することを推奨します。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ホテルコメント横浜関内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2026-04-12T23:43:38Z</dcterms:created>
  <dcterms:modified xsi:type="dcterms:W3CDTF">2026-04-12T23:43:38Z</dcterms:modified>
</cp:coreProperties>
</file>