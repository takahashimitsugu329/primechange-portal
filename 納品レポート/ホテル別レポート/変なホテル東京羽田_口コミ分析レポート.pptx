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楽天トラベル</c:v>
                  </c:pt>
                  <c:pt idx="2">
                    <c:v>じゃらん</c:v>
                  </c:pt>
                  <c:pt idx="3">
                    <c:v>Agoda</c:v>
                  </c:pt>
                  <c:pt idx="4">
                    <c:v>Booking.com</c:v>
                  </c:pt>
                  <c:pt idx="5">
                    <c:v>Google</c:v>
                  </c:pt>
                </c:lvl>
              </c:multiLvlStrCache>
            </c:multiLvlStrRef>
          </c:cat>
          <c:val>
            <c:numRef>
              <c:f>Sheet1!$B$2:$B$7</c:f>
              <c:numCache>
                <c:formatCode>General</c:formatCode>
                <c:ptCount val="6"/>
                <c:pt idx="0">
                  <c:v>9.43</c:v>
                </c:pt>
                <c:pt idx="1">
                  <c:v>8.57</c:v>
                </c:pt>
                <c:pt idx="2">
                  <c:v>8.38</c:v>
                </c:pt>
                <c:pt idx="3">
                  <c:v>8.14</c:v>
                </c:pt>
                <c:pt idx="4">
                  <c:v>8.14</c:v>
                </c:pt>
                <c:pt idx="5">
                  <c:v>8.12</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16A34A"/>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258</c:v>
                </c:pt>
                <c:pt idx="1">
                  <c:v>69</c:v>
                </c:pt>
                <c:pt idx="2">
                  <c:v>11</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cat>
            <c:multiLvlStrRef>
              <c:f>Sheet1!$A$2:$A$7</c:f>
              <c:multiLvlStrCache>
                <c:ptCount val="6"/>
                <c:lvl>
                  <c:pt idx="0">
                    <c:v>10点</c:v>
                  </c:pt>
                  <c:pt idx="1">
                    <c:v>9点</c:v>
                  </c:pt>
                  <c:pt idx="2">
                    <c:v>8点</c:v>
                  </c:pt>
                  <c:pt idx="3">
                    <c:v>7点</c:v>
                  </c:pt>
                  <c:pt idx="4">
                    <c:v>6点</c:v>
                  </c:pt>
                  <c:pt idx="5">
                    <c:v>5点以下</c:v>
                  </c:pt>
                </c:lvl>
              </c:multiLvlStrCache>
            </c:multiLvlStrRef>
          </c:cat>
          <c:val>
            <c:numRef>
              <c:f>Sheet1!$B$2:$B$7</c:f>
              <c:numCache>
                <c:formatCode>General</c:formatCode>
                <c:ptCount val="6"/>
                <c:pt idx="0">
                  <c:v>117</c:v>
                </c:pt>
                <c:pt idx="1">
                  <c:v>43</c:v>
                </c:pt>
                <c:pt idx="2">
                  <c:v>98</c:v>
                </c:pt>
                <c:pt idx="3">
                  <c:v>31</c:v>
                </c:pt>
                <c:pt idx="4">
                  <c:v>29</c:v>
                </c:pt>
                <c:pt idx="5">
                  <c:v>20</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変なホテル東京羽田</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レビュー総数：338件（6サイト）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作成日：2026年3月28日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8.30</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76.3%</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3.3%</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338件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ロボット・テクノロジー体験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恐竜ロボットチェックイン・セルフ手続きが国内外で話題。唯一無二の体験価値</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羽田空港立地・シャトルバス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無料空港シャトルバスが時間通り運行。トランジット需要に最適</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清潔感・客室設備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コンパクトながら清潔な客室・快適なベッド・バスルームが高評価</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8件言及。2人利用時の狭さが指摘される。事前コミュニケーション強化が必要</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低評価率3.3%（11件）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スコア2点が7件存在。個別対応と設備改善が急務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アメニティ不足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コンプリメンタリーウォーター未提供等（2件）。コスパ設計との両立が課題</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サイト別インサイト</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Trip.comが突出した高評価（9.43点）</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インバウンド市場での強い競争力。ロボット体験への国際的な評価の高さを示す</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全6サイトが8.1点以上で安定</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Booking.com 145件（最多）が8.14点で安定。広範な国際ゲストからの支持を確認</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国内5点満点サイト（じゃらん/楽天/Google）は×2で10点換算</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9.43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4.19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8.38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145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4.06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258件（76.3%）</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69件（20.4%）</a:t>
            </a:r>
            <a:endParaRPr lang="en-US" sz="1100" dirty="0"/>
          </a:p>
        </p:txBody>
      </p:sp>
      <p:sp>
        <p:nvSpPr>
          <p:cNvPr id="13" name="Shape 9"/>
          <p:cNvSpPr/>
          <p:nvPr/>
        </p:nvSpPr>
        <p:spPr>
          <a:xfrm>
            <a:off x="6126480" y="4160520"/>
            <a:ext cx="2651760" cy="502920"/>
          </a:xfrm>
          <a:prstGeom prst="rect">
            <a:avLst/>
          </a:prstGeom>
          <a:solidFill>
            <a:srgbClr val="FEF3C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EA580C"/>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EA580C"/>
                </a:solidFill>
                <a:latin typeface="Arial" pitchFamily="34" charset="0"/>
                <a:ea typeface="Arial" pitchFamily="34" charset="-122"/>
                <a:cs typeface="Arial" pitchFamily="34" charset="-120"/>
              </a:rPr>
              <a:t>11件（3.3%）</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20件以上</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ロボット・テクノロジー</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恐竜ロボットチェックイン・セルフ手続きが国内外で高評価</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「A DINOSAUR CHECKS YOU IN. The rooms are small but have everything you need.」</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客室・設備</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コンパクトながら必要な設備が揃った機能的な客室設計</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「部屋は小さいですが、必要なものはすべて揃っています。快適なベッド、ベッドサイドの照明」</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15件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清潔で静かな環境がゲストの信頼を獲得</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「とても清潔で快適で、スタッフも親切でした」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早朝フライト向け朝食ボックス対応等の柔軟なサービス</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「hotel staff were very helpful in allowing us to take a breakfast box to the airport」</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11件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立地・空港アクセス</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羽田空港至近・無料シャトルバスがトランジット需要を満たす</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「設備が素晴らしく、サービスも最高で、空港にもとても近い」</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価格と品質のバランスへの好意的評価</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「2人で一泊14620円と安かったので予約しましたが、部屋がとても綺麗なのとチェックアウトが11時まで」</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部屋の狭さ認知</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8件言及。コンパクト設計の事前明示が不十分で期待値ギャップが発生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8件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低評価（スコア2点）集中</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11件の低評価のうちスコア2点が7件。個別クレーム対応と原因特定が急務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アメニティ不足</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コンプリメンタリーウォーター未提供・基本アメニティへの言及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一部設備の古さへの指摘。計画的な更新が必要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朝食の充実度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朝食バラエティへの期待（概ね満足だが更なる充実を希望）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ロボット対応の限界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自動ロボットが少ない・ロボット対応への戸惑いの声（軽微）</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軽微</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部屋サイズの事前コミュニケーション</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OTAページに客室サイズ・写真を明示</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予約確認メールにコンパクトルーム説明追記</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2人利用向けおすすめ客室タイプ案内</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「コンパクトだが快適」のメッセージ整備</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ロボット体験のSNS訴求強化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恐竜ロボット動画をOTAページに掲載</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フォトスポット・ハッシュタグの整備</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SNSシェアを促す掲示物設置</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インフルエンサー招待による口コミ拡散</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低評価への迅速対応</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全サイト48時間以内返信ルール確立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スコア2点の低評価を個別分析・対応</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Google口コミ返信の強化</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アメニティ改善</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コンプリメンタリーウォーターの提供開始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自販機・売店の充実化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基本アメニティの選択式提供検討</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朝食サービス強化</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インバウンド向け多様なメニュー追加</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早朝フライト向け朝食ボックスの標準化・充実化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朝食付きプランの価格競争力強化</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テクノロジー体験の拡充</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ロボット多言語対応強化（英語・中国語・韓国語）</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シャトルバス運行情報のリアルタイム表示システム</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スマートフォンチェックイン対応</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評価モニタリング強化</a:t>
            </a:r>
            <a:endParaRPr lang="en-US" sz="1000" dirty="0"/>
          </a:p>
        </p:txBody>
      </p:sp>
      <p:sp>
        <p:nvSpPr>
          <p:cNvPr id="13" name="Text 11"/>
          <p:cNvSpPr/>
          <p:nvPr/>
        </p:nvSpPr>
        <p:spPr>
          <a:xfrm>
            <a:off x="640080" y="3803904"/>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週次全サイト評価集計・分析</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低評価パターン分析による予防的改善</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次世代テクノロジーの導入</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ロボットフロントの機能拡充（AI観光案内）</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スマートルーム化（音声コントロール）</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客室IoTデバイスのアップデート</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客室リノベーション</a:t>
            </a:r>
            <a:endParaRPr lang="en-US" sz="1000" dirty="0"/>
          </a:p>
        </p:txBody>
      </p:sp>
      <p:sp>
        <p:nvSpPr>
          <p:cNvPr id="20" name="Text 18"/>
          <p:cNvSpPr/>
          <p:nvPr/>
        </p:nvSpPr>
        <p:spPr>
          <a:xfrm>
            <a:off x="489204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狭さを感じさせない空間デザイン改善（収納最適化）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設備老朽化部分の重点的更新</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プレミアムルームタイプの新設（差別化展開）</a:t>
            </a:r>
            <a:endParaRPr lang="en-US" sz="900" dirty="0"/>
          </a:p>
        </p:txBody>
      </p:sp>
      <p:sp>
        <p:nvSpPr>
          <p:cNvPr id="21" name="Text 19"/>
          <p:cNvSpPr/>
          <p:nvPr/>
        </p:nvSpPr>
        <p:spPr>
          <a:xfrm>
            <a:off x="489204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ブランド強化戦略</a:t>
            </a:r>
            <a:endParaRPr lang="en-US" sz="1000" dirty="0"/>
          </a:p>
        </p:txBody>
      </p:sp>
      <p:sp>
        <p:nvSpPr>
          <p:cNvPr id="22" name="Text 20"/>
          <p:cNvSpPr/>
          <p:nvPr/>
        </p:nvSpPr>
        <p:spPr>
          <a:xfrm>
            <a:off x="489204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「変なホテル」ロボット体験をグローバルブランドとして確立</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テクノロジーと環境配慮（省エネ）の組み合わせPR</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インバウンド特化パッケージの開発</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8.30点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76.3%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80%以上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3.3%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2%以下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9.43/10点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4.06/5点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4.2/5点以上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2026年5月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低評価クレーム件数</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11件/2ヶ月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5件以下/2ヶ月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338件という豊富な口コミを活用した月次トレンド分析を実施。低評価率3.3%を2%以下に下げることを最優先KPIとし、低評価コメントの個別追跡と改善進捗を四半期レポートに反映する。テクノロジー体験への言及件数も定期的にカウントすること。</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変なホテル東京羽田は、338件という豊富な口コミを持つ高需要ホテルです。「恐竜ロボットによるチェックイン」「無料空港シャトルバス」というテクノロジー活用が独自の競争優位性を形成し、Trip.com（9.43点）をはじめ全6サイトで8.1点以上の安定評価を獲得してい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部屋の狭さ（8件）は最大の改善課題ですが、コンパクト設計の明示的な事前コミュニケーションにより期待値ギャップを解消することが最も効果的かつ低コストなアプローチです。低評価率3.3%（11件）の解消には、低評価口コミへの個別追跡対応が急務で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インバウンド需要（Booking.com 145件・Trip.com 9.43点）が特に旺盛であり、羽田空港立地とロボット体験の組み合わせを活かしたインバウンドマーケティングの強化が最大の成長機会です。多言語対応の拡充と次世代テクノロジーへの投資が推奨されま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「テクノロジーで変えるホテル体験」という独自ポジショニングを進化させながら、全体平均8.5点以上・高評価率80%以上・低評価率2%以下の達成を目指してください。</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変なホテル東京羽田 口コミ分析改善レポート</dc:title>
  <dc:subject>PptxGenJS Presentation</dc:subject>
  <dc:creator>Hotel Consulting</dc:creator>
  <cp:lastModifiedBy>Hotel Consulting</cp:lastModifiedBy>
  <cp:revision>1</cp:revision>
  <dcterms:created xsi:type="dcterms:W3CDTF">2026-03-28T23:30:32Z</dcterms:created>
  <dcterms:modified xsi:type="dcterms:W3CDTF">2026-03-28T23:30:32Z</dcterms:modified>
</cp:coreProperties>
</file>