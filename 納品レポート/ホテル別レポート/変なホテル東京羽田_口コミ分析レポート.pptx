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じゃらん</c:v>
                  </c:pt>
                  <c:pt idx="2">
                    <c:v>楽天トラベル</c:v>
                  </c:pt>
                  <c:pt idx="3">
                    <c:v>Agoda</c:v>
                  </c:pt>
                  <c:pt idx="4">
                    <c:v>Booking.com</c:v>
                  </c:pt>
                  <c:pt idx="5">
                    <c:v>Google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9.56</c:v>
                </c:pt>
                <c:pt idx="1">
                  <c:v>8.75</c:v>
                </c:pt>
                <c:pt idx="2">
                  <c:v>8.63</c:v>
                </c:pt>
                <c:pt idx="3">
                  <c:v>8.4</c:v>
                </c:pt>
                <c:pt idx="4">
                  <c:v>8.23</c:v>
                </c:pt>
                <c:pt idx="5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高評価(8-10)</c:v>
                </c:pt>
                <c:pt idx="1">
                  <c:v>中評価(5-7)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126</c:v>
                </c:pt>
                <c:pt idx="1">
                  <c:v>31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3点</c:v>
                  </c:pt>
                  <c:pt idx="8">
                    <c:v>2点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61</c:v>
                </c:pt>
                <c:pt idx="1">
                  <c:v>23</c:v>
                </c:pt>
                <c:pt idx="2">
                  <c:v>42</c:v>
                </c:pt>
                <c:pt idx="3">
                  <c:v>16</c:v>
                </c:pt>
                <c:pt idx="4">
                  <c:v>11</c:v>
                </c:pt>
                <c:pt idx="5">
                  <c:v>4</c:v>
                </c:pt>
                <c:pt idx="6">
                  <c:v>2</c:v>
                </c:pt>
                <c:pt idx="7">
                  <c:v>1</c:v>
                </c:pt>
                <c:pt idx="8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分析対象期間：2025年12月〜2026年4月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レビュー総数：164件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作成日：2026年4月12日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8.35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76.8%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4.3%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164件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部屋・設備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客室の快適性・設備の充実度への好評（81件）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駅近・交通利便性に関する好評価（50件）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フロントスタッフの丁寧な対応への好評（46件）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2件の指摘あり。改善対応を推奨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騒音問題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1件の指摘あり。改善対応を推奨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朝食品質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1件の指摘あり。改善対応を推奨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サイト別評価インサイト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最高評価サイト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Trip.com: 9.56点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8.35点（10pt換算）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海外OTAは/10、国内サイトは/5×2換算</a:t>
            </a:r>
            <a:endParaRPr lang="en-US" sz="11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8.40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8.40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126件（76.8%）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31件（18.9%）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7件（4.3%）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81件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部屋・設備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客室の快適性・設備の充実度への好評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「部屋は広々としていてとても快適です。ホテルにはロボ」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50件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駅近・交通利便性に関する好評価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「近い便利な立地。」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46件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スタッフ対応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フロントスタッフの丁寧な対応への好評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「せば人間も対応してくださいます（笑）。  最新の人気マンガが」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43件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清潔感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客室・共用部の清潔さへの高評価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「館内はきれいに清掃されていて気持ちよく過ごせました。チェ」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朝食の品質・バリエーションへの高評価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「Good breakfast, room was as ad」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13件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コスパ・リピート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価格対価値の高さとリピート意向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「子供が大変満足していました。  ぜひまた利用したいと思います」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化粧水等あればよかった。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騒音問題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システムは見た目ほど単純ではなく、人間のオペレーターを使わざるを得ませんでした。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朝食品質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朝食は種類が限られている割に値段が高い。スパや公衆浴場はない。シャトルバスには一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駐車場・立地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私のように名前が長い場合（名字が3つと長い姓が1つ）、自動チェックイン機能は全く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 水回り不具合の即時対応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水回り点検チェックリストの強化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排水・給水トラブルの優先対応フロー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浴室清潔度の定期巡回チェック強化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不具合報告専用の内線番号周知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 騒音対策の即時対応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防音対策済み部屋の積極的案内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チェックイン時の防音耳栓提供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騒音クレーム対応マニュアルの整備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防音性能の高い部屋への優先アサイン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(3) 朝食品質の即時改善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朝食メニューへのフィードバック収集と改善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食材品質の見直しと産地表示の充実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混雑緩和のための時間帯分散対策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朝食スタッフへのホスピタリティ研修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6344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0060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(4) 口コミ返信率100%の実現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全OTAサイトの口コミへの返信ルール策定（48時間以内）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ネガティブ口コミへの丁寧な対応テンプレート作成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フロントマネージャーによる週次口コミモニタリング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水回り設備の計画的更新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老朽化した給排水設備の交換計画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シャワーヘッド・蛇口等の節水型設備導入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定期メンテナンス契約の見直し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防音設備の強化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防音カーテン・防音パネルの設置計画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騒音の多い部屋の用途転換検討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建物外部騒音対策の工事計画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朝食体験の抜本的改善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メニュー拡充と季節限定品の導入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朝食会場レイアウト改善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地産地消食材の導入による差別化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「部屋・設備」の競争優位性強化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部屋・設備を訴求したブランディング戦略の策定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SNS・口コミサイトでの強み積極的発信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旅行代理店・法人営業への強み訴求資料作成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客室リノベーション計画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客室設備の全面的な見直しと更新計画策定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最新のスマートホテル機能の導入検討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環境に配慮したサステナブル客室改装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デジタル接客・サービス高度化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803904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AIチャットボットによる24時間問合せ対応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モバイルチェックイン/アウトシステムの導入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顧客データ分析によるパーソナライズサービスの実現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8.35点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2026年10月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76.8%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2026年10月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3.3%以下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2026年10月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2026年7月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9.56/10点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9.8/10点以上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2026年10月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4.38/5点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4.6/5点以上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2026年10月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8862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8862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8862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月次でOTA評価スコアを確認し、水回り改善の進捗をトラッキングします。四半期ごとに目標値を見直し、継続的な改善サイクルを確立してください。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731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7680960" cy="256032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463040"/>
            <a:ext cx="73152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変なホテル東京羽田の2025年12月〜2026年4月口コミ分析（164件）では、総合評価8.35点（10pt換算）、高評価率76.8%という結果が得られました。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「部屋・設備」が最大の強みとして確認され、本レポートの3フェーズ改善施策の実施により、さらなる評価向上が期待されます。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6ヶ月以内に全体平均8.7点以上、高評価率82%以上を目指し、継続的な改善サイクルを確立することを推奨します。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プライムチェンジは引き続き改善施策の実施をサポートいたします。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731520" y="411480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4206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ご清聴ありがとうございました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変なホテル東京羽田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2026-04-12T23:43:39Z</dcterms:created>
  <dcterms:modified xsi:type="dcterms:W3CDTF">2026-04-12T23:43:39Z</dcterms:modified>
</cp:coreProperties>
</file>