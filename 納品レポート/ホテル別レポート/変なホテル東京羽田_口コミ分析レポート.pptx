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8.57</c:v>
                </c:pt>
                <c:pt idx="2">
                  <c:v>8.38</c:v>
                </c:pt>
                <c:pt idx="3">
                  <c:v>8.2</c:v>
                </c:pt>
                <c:pt idx="4">
                  <c:v>8.15</c:v>
                </c:pt>
                <c:pt idx="5">
                  <c:v>8.15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268</c:v>
                </c:pt>
                <c:pt idx="1">
                  <c:v>71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121</c:v>
                </c:pt>
                <c:pt idx="1">
                  <c:v>45</c:v>
                </c:pt>
                <c:pt idx="2">
                  <c:v>102</c:v>
                </c:pt>
                <c:pt idx="3">
                  <c:v>33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レビュー総数：350件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客室の快適性・設備の充実度への好評（196件）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駅近・交通利便性に関する好評価（127件）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フロントスタッフの丁寧な対応への好評（109件）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9.40点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268件（76.6%）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71件（20.3%）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11件（3.1%）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「部屋は広々としていてとても快適です。ホテルにはロボ」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「近い便利な立地。」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「せば人間も対応してくださいます（笑）。  最新の人気マンガが」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「館内はきれいに清掃されていて気持ちよく過ごせました。チェ」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breakfast, room was as ad」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「子供が大変満足していました。  ぜひまた利用したいと思います」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化粧水等あればよかった。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システムは見た目ほど単純ではなく、人間のオペレーターを使わざるを得ませんでした。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朝食は種類が限られている割に値段が高い。スパや公衆浴場はない。シャトルバスには一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部屋狭小感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狭い部屋スペース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清潔感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排水口付近の浴槽にカビが生えている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私のように名前が長い場合（名字が3つと長い姓が1つ）、自動チェックイン機能は全く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水回り不具合の即時対応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騒音対策の即時対応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朝食品質の即時改善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部屋利用満足度の最大化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収納スペースの整理・最適化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荷物預かりサービスの案内強化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部屋タイプ別の使い勝手改善ガイド作成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コンパクトな部屋の魅力を訴求するOTA説明文改訂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月次でOTA評価スコアを確認し、水回り改善の進捗をトラッキングします。四半期ごとに目標値を見直し、継続的な改善サイクルを確立してください。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変なホテル東京羽田の2025年12月〜2026年3月口コミ分析（350件）では、総合評価8.31点（10pt換算）、高評価率76.6%という結果が得られました。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6ヶ月以内に全体平均8.6点以上、高評価率82%以上を目指し、継続的な改善サイクルを確立することを推奨します。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2026-04-04T01:16:16Z</dcterms:created>
  <dcterms:modified xsi:type="dcterms:W3CDTF">2026-04-04T01:16:16Z</dcterms:modified>
</cp:coreProperties>
</file>