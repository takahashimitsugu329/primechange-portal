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じゃらん</c:v>
                  </c:pt>
                  <c:pt idx="1">
                    <c:v>Google</c:v>
                  </c:pt>
                  <c:pt idx="2">
                    <c:v>Trip.com</c:v>
                  </c:pt>
                  <c:pt idx="3">
                    <c:v>Booking.com</c:v>
                  </c:pt>
                  <c:pt idx="4">
                    <c:v>Agoda</c:v>
                  </c:pt>
                  <c:pt idx="5">
                    <c:v>楽天トラベル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8.91</c:v>
                </c:pt>
                <c:pt idx="1">
                  <c:v>8.67</c:v>
                </c:pt>
                <c:pt idx="2">
                  <c:v>8.67</c:v>
                </c:pt>
                <c:pt idx="3">
                  <c:v>8</c:v>
                </c:pt>
                <c:pt idx="4">
                  <c:v>7.88</c:v>
                </c:pt>
                <c:pt idx="5">
                  <c:v>7.71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18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5</c:v>
                </c:pt>
                <c:pt idx="2">
                  <c:v>20</c:v>
                </c:pt>
                <c:pt idx="3">
                  <c:v>8</c:v>
                </c:pt>
                <c:pt idx="4">
                  <c:v>8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分析対象期間：2026年2月〜3月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レビュー総数：64件（6サイト）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作成日：2026年3月28日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70.3%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客室・設備の充実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大浴場・広めのシングル・快適なベッドが圧倒的評価。38件言及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スタッフ対応の質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深夜チェックインにも丁寧に対応。親切・誠実な接客が高評価（19件）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清潔感の高さ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客室・浴場ともに清潔感が徹底されており安心感を創出（15件）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電車の騒音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線路沿いの立地特性による騒音が複数件で言及。防音対策が必要（4件）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朝食の品揃え不足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洋風メニュー・パンの種類が少ないとの指摘。改善余地あり（2件）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大浴場の混雑・運用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男女入替制と混雑による利用機会損失が一部ゲストの不満要因（2件）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サイト別パフォーマンス分析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全サイト良好水準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全6サイトで7.7点以上を維持。特にじゃらん・Google・Trip.comで8.6点超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改善余地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楽天トラベル（7.71点）とAgoda（7.88点）をさらに引き上げるための施策が効果的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国内サイト（5点満点）は10点換算で比較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45件（70.3%）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18件（28.1%）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1件（1.6%）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橋本駅徒歩5分。相模原エリアの交通結節点として利便性が高い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「橋本駅徒歩5分の好立地。ビジネス客に便利」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客室・大浴場ともに清潔感が徹底されており安心感を醸成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「清潔感があり、スタッフの対応が良く立地も便利です」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深夜チェックインにも丁寧に対応。一貫した親切・誠実なサービス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「チェックインが23時でも丁寧に対応していただけました」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客室・設備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大浴場・快適なベッド・広めのシングルが競合との差別化要因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「大浴場は快適でシャワーの水圧も十分です」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朝食の内容・コスパが一定の評価を得ており継続的な価値を提供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「カレーはおいしかった」「朝食も充実していました」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全体的な満足度の高さからリピート意向が高い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「機会があればリピートしてもいいホテルでした」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電車の騒音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線路沿いの立地特性。「仕方がないが電車の音は聞こえる」との声が複数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朝食の品揃え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洋風メニュー・パンの種類が少ない。コーヒー用カップも不足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大浴場の運用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男女入替制と混雑時の入浴制限が利用機会損失を生んでいる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アメニティの形態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クレンジング等のフロント提供型への変更を複数ゲストが要望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駐車場の不足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敷地内4〜5台のみ。自家用車利用者には不便な状況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防音・遮音対策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部屋の遮音性向上。特に線路側客室での根本的な対策が求められる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朝食メニューの多様化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洋風メニュー（スクランブルエッグ・ソーセージ）の追加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パンの種類を3種類以上に拡充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客室内コーヒー用カップの設置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季節限定メニューの導入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大浴場の運用改善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混雑状況のリアルタイム表示システム導入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男女入替時間帯の事前周知強化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繁忙時間帯の整理券・予約制の検討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アメニティ提供方式の改善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フロント提供型アメニティへの移行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クレンジング・洗顔料・化粧水の常備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廃棄削減によるコスト最適化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口コミ返信体制の整備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全サイト48時間以内返信ルール化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騒音に関する返信での対策情報の共有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ネガティブ口コミへの改善回答の徹底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線路側客室の防音対策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防音カーテン・二重窓の設置（線路側客室優先）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騒音懸念ゲストへの反対側客室への優先アサイン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OTAでの客室タイプ別騒音情報の事前開示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朝食エリアの拡充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席数増加または回転率向上施策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メニュー数拡充によるビュッフェ形式の充実化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アレルギー対応メニューの導入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近隣提携駐車場の確保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近隣駐車場との提携契約締結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宿泊者向け割引駐車券の導入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大浴場の拡張・設備改善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収容人数拡大または時間制利用システムの導入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サウナ設備の追加検討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女性専用ラウンジ・アメニティコーナーの整備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駐車場拡充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隣接地の取得または立体駐車場の建設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バレットパーキングサービスの導入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客室の高グレード化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上位グレードルームの設定による単価向上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スマートロック・IoT設備の導入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8.17点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4.45/5点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騒音クレーム件数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2件以下/2ヶ月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毎月末に全サイトの口コミを収集・集計し、KPI達成状況を確認。朝食・大浴場改善後の満足度変化を重点的にモニタリングします。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は全体平均8.17点・高評価率70.3%という優秀な評価水準を維持しており、大浴場・スタッフ対応・清潔感という三つの強みが相乗効果を生んでいます。グループ内でも最高水準のパフォーマンスを誇り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車の騒音（4件）は立地特性上の課題ですが、防音カーテンの設置とOTAでの事前情報開示により期待値を適正化できます。朝食の多様化と大浴場の運用改善はオペレーションレベルで即座に対応可能な施策で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現在の高満足度水準をベースに、Phase 1の即効施策（朝食改善・大浴場運用改善・アメニティ拡充）を速やかに実行することで、2026年9月末までに全体平均8.5点・高評価率75%の達成が見込まれます。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相模原エリアのNo.1ビジネスホテルとしての地位をさらに強固なものとし、リピーター基盤を拡大していきましょう。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アパホテル相模原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2026-03-28T23:27:04Z</dcterms:created>
  <dcterms:modified xsi:type="dcterms:W3CDTF">2026-03-28T23:27:04Z</dcterms:modified>
</cp:coreProperties>
</file>