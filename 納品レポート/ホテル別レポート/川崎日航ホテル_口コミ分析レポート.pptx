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Trip.com</c:v>
                  </c:pt>
                  <c:pt idx="1">
                    <c:v>じゃらん</c:v>
                  </c:pt>
                  <c:pt idx="2">
                    <c:v>Booking.com</c:v>
                  </c:pt>
                  <c:pt idx="3">
                    <c:v>楽天トラベル</c:v>
                  </c:pt>
                  <c:pt idx="4">
                    <c:v>Google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</c:v>
                </c:pt>
                <c:pt idx="1">
                  <c:v>9.43</c:v>
                </c:pt>
                <c:pt idx="2">
                  <c:v>8.63</c:v>
                </c:pt>
                <c:pt idx="3">
                  <c:v>8.44</c:v>
                </c:pt>
                <c:pt idx="4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110</c:v>
                </c:pt>
                <c:pt idx="1">
                  <c:v>23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2点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</c:v>
                </c:pt>
                <c:pt idx="1">
                  <c:v>24</c:v>
                </c:pt>
                <c:pt idx="2">
                  <c:v>28</c:v>
                </c:pt>
                <c:pt idx="3">
                  <c:v>10</c:v>
                </c:pt>
                <c:pt idx="4">
                  <c:v>12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川崎日航ホテル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レビュー総数：136件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作成日：2026年4月3日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80.9%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駅近・交通利便性に関する好評価（73件）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客室の快適性・設備の充実度への好評（60件）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フロントスタッフの丁寧な対応への好評（35件）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エレベーター待ち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7件の指摘あり。改善対応を推奨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部屋狭小感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Trip.com: 9.50点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8.64点（10pt換算）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110件（80.9%）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23件（16.9%）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3件（2.2%）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「ぐ横にあり立地も良く、周りに飲食店も多く大変便利です。 ホテ」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「部屋の空調は全館空調が機能せず（間違いなく老朽化）」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「フロントの対応も良く、客室設備は清潔で整頓されており、快適な」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「ています。朝食は種類豊富で、サービスも良く、部屋は静かで、立」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「ホテル内も綺麗でセキュリティも良く安心です。」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「、全体的に満足できる内容です。星付きホテルとしては調理済み食」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エレベーター待ち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エレベーターがなかなか来ないことがあった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部屋狭小感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部屋が狭い、ロケーションが悪い、入り口がわかりにくい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化粧水などあればもっとよい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・個人情報の管理が危うい点 ・全体的に設備が古い点(そんなに気にはならない)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騒音問題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すべてが今となっては時代遅れに感じられますが、最悪だったのは以下の点です。- 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エレベーター待ち時間の改善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ピーク時間帯の案内と階段利用促進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チェックアウト時間分散の促進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エレベーター近くの待機スペース改善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待ち時間の見える化掲示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部屋利用満足度の最大化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収納スペースの整理・最適化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荷物預かりサービスの案内強化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部屋タイプ別の使い勝手改善ガイド作成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コンパクトな部屋の魅力を訴求するOTA説明文改訂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水回り不具合の即時対応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水回り点検チェックリストの強化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排水・給水トラブルの優先対応フロー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浴室清潔度の定期巡回チェック強化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不具合報告専用の内線番号周知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設備老朽化への即時対応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緊急修繕リストの作成と優先対応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老朽化設備の在庫把握と交換計画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スタッフによる日常点検の徹底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故障時のバックアップ体制整備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エレベーター運用改善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エレベーター制御プログラムの最適化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増設可否の建物調査実施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荷物専用エレベーターの時間帯設定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部屋改装計画の検討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上位グレード部屋への誘導施策導入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スペース効率化家具への入替計画立案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客室タイプ構成の見直し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水回り設備の計画的更新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老朽化した給排水設備の交換計画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シャワーヘッド・蛇口等の節水型設備導入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定期メンテナンス契約の見直し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8.64点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4.71/5点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月次でOTA評価スコアを確認し、エレベーター待ち改善の進捗をトラッキングします。四半期ごとに目標値を見直し、継続的な改善サイクルを確立してください。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川崎日航ホテルの2025年12月〜2026年3月口コミ分析（136件）では、総合評価8.64点（10pt換算）、高評価率80.9%という結果が得られました。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6ヶ月以内に全体平均8.9点以上、高評価率86%以上を目指し、継続的な改善サイクルを確立することを推奨します。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川崎日航ホテル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2026-04-04T01:16:16Z</dcterms:created>
  <dcterms:modified xsi:type="dcterms:W3CDTF">2026-04-04T01:16:16Z</dcterms:modified>
</cp:coreProperties>
</file>