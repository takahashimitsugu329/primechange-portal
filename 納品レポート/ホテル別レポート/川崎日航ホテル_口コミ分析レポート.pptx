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9.33</c:v>
                </c:pt>
                <c:pt idx="1">
                  <c:v>9.33</c:v>
                </c:pt>
                <c:pt idx="2">
                  <c:v>8.72</c:v>
                </c:pt>
                <c:pt idx="3">
                  <c:v>8.57</c:v>
                </c:pt>
                <c:pt idx="4">
                  <c:v>6.25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58</c:v>
                </c:pt>
                <c:pt idx="1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</c:v>
                </c:pt>
                <c:pt idx="1">
                  <c:v>11</c:v>
                </c:pt>
                <c:pt idx="2">
                  <c:v>14</c:v>
                </c:pt>
                <c:pt idx="3">
                  <c:v>6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駅近・交通利便性に関する好評価（45件）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客室の快適性・設備の充実度への好評（36件）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朝食の品質・バリエーションへの高評価（27件）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部屋狭小感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エレベーター待ち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2件の指摘あり。改善対応を推奨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Trip.com: 9.33点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58件（81.7%）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「ぐ横にあり立地も良く、周りに飲食店も多く大変便利です。 ホテ」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「部屋の空調は全館空調が機能せず（間違いなく老朽化）」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「ています。朝食は種類豊富で、サービスも良く、部屋は静かで、立」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「ホテル内も綺麗でセキュリティも良く安心です。」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「フロントの対応も良く、客室設備は清潔で整頓されており、快適な」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「、全体的に満足できる内容です。星付きホテルとしては調理済み食」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部屋狭小感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部屋が狭い、ロケーションが悪い、入り口がわかりにくい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エレベーター待ち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エレベーターがなかなか来ないことがあった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・個人情報の管理が危うい点 ・全体的に設備が古い点(そんなに気にはならない)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部屋利用満足度の最大化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収納スペースの整理・最適化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荷物預かりサービスの案内強化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部屋タイプ別の使い勝手改善ガイド作成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コンパクトな部屋の魅力を訴求するOTA説明文改訂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エレベーター待ち時間の改善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ピーク時間帯の案内と階段利用促進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チェックアウト時間分散の促進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エレベーター近くの待機スペース改善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待ち時間の見える化掲示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設備老朽化への即時対応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緊急修繕リストの作成と優先対応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老朽化設備の在庫把握と交換計画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スタッフによる日常点検の徹底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故障時のバックアップ体制整備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口コミ返信率100%の実現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部屋改装計画の検討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上位グレード部屋への誘導施策導入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スペース効率化家具への入替計画立案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客室タイプ構成の見直し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エレベーター運用改善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エレベーター制御プログラムの最適化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増設可否の建物調査実施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荷物専用エレベーターの時間帯設定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設備更新の計画的実施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中長期設備更新ロードマップの策定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高頻度使用備品の計画的交換サイクル確立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省エネ設備への転換による維持費削減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月次でOTA評価スコアを確認し、部屋狭小感改善の進捗をトラッキングします。四半期ごとに目標値を見直し、継続的な改善サイクルを確立してください。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川崎日航ホテルの2025年12月〜2026年4月口コミ分析（71件）では、総合評価8.66点（10pt換算）、高評価率81.7%という結果が得られました。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6ヶ月以内に全体平均9.0点以上、高評価率87%以上を目指し、継続的な改善サイクルを確立することを推奨します。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2026-04-12T23:43:38Z</dcterms:created>
  <dcterms:modified xsi:type="dcterms:W3CDTF">2026-04-12T23:43:38Z</dcterms:modified>
</cp:coreProperties>
</file>