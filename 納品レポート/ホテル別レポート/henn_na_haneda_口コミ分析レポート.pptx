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8.57</c:v>
                </c:pt>
                <c:pt idx="2">
                  <c:v>8.38</c:v>
                </c:pt>
                <c:pt idx="3">
                  <c:v>8.2</c:v>
                </c:pt>
                <c:pt idx="4">
                  <c:v>8.15</c:v>
                </c:pt>
                <c:pt idx="5">
                  <c:v>8.15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121</c:v>
                </c:pt>
                <c:pt idx="1">
                  <c:v>45</c:v>
                </c:pt>
                <c:pt idx="2">
                  <c:v>102</c:v>
                </c:pt>
                <c:pt idx="3">
                  <c:v>33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レビュー総数：350件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268件（76.6%）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76.6% → 目標 81.6%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3.1% → 目標 1.1%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