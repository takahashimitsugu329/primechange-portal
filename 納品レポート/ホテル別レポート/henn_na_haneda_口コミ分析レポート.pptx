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楽天トラベル</c:v>
                  </c:pt>
                  <c:pt idx="2">
                    <c:v>じゃらん</c:v>
                  </c:pt>
                  <c:pt idx="3">
                    <c:v>Agoda</c:v>
                  </c:pt>
                  <c:pt idx="4">
                    <c:v>Booking.com</c:v>
                  </c:pt>
                  <c:pt idx="5">
                    <c:v>Google</c:v>
                  </c:pt>
                </c:lvl>
              </c:multiLvlStrCache>
            </c:multiLvlStrRef>
          </c:cat>
          <c:val>
            <c:numRef>
              <c:f>Sheet1!$B$2:$B$7</c:f>
              <c:numCache>
                <c:formatCode>General</c:formatCode>
                <c:ptCount val="6"/>
                <c:pt idx="0">
                  <c:v>9.43</c:v>
                </c:pt>
                <c:pt idx="1">
                  <c:v>8.57</c:v>
                </c:pt>
                <c:pt idx="2">
                  <c:v>8.32</c:v>
                </c:pt>
                <c:pt idx="3">
                  <c:v>8.14</c:v>
                </c:pt>
                <c:pt idx="4">
                  <c:v>8.11</c:v>
                </c:pt>
                <c:pt idx="5">
                  <c:v>8.11</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246</c:v>
                </c:pt>
                <c:pt idx="1">
                  <c:v>69</c:v>
                </c:pt>
                <c:pt idx="2">
                  <c:v>9</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dPt>
            <c:idx val="8"/>
            <c:invertIfNegative val="0"/>
            <c:bubble3D val="0"/>
            <c:spPr>
              <a:solidFill>
                <a:srgbClr val="DC2626"/>
              </a:solidFill>
              <a:effectLst/>
            </c:spPr>
          </c:dPt>
          <c:cat>
            <c:multiLvlStrRef>
              <c:f>Sheet1!$A$2:$A$10</c:f>
              <c:multiLvlStrCache>
                <c:ptCount val="9"/>
                <c:lvl>
                  <c:pt idx="0">
                    <c:v>10点</c:v>
                  </c:pt>
                  <c:pt idx="1">
                    <c:v>9点</c:v>
                  </c:pt>
                  <c:pt idx="2">
                    <c:v>8点</c:v>
                  </c:pt>
                  <c:pt idx="3">
                    <c:v>7点</c:v>
                  </c:pt>
                  <c:pt idx="4">
                    <c:v>6点</c:v>
                  </c:pt>
                  <c:pt idx="5">
                    <c:v>5点</c:v>
                  </c:pt>
                  <c:pt idx="6">
                    <c:v>4点</c:v>
                  </c:pt>
                  <c:pt idx="7">
                    <c:v>3点</c:v>
                  </c:pt>
                  <c:pt idx="8">
                    <c:v>2点</c:v>
                  </c:pt>
                </c:lvl>
              </c:multiLvlStrCache>
            </c:multiLvlStrRef>
          </c:cat>
          <c:val>
            <c:numRef>
              <c:f>Sheet1!$B$2:$B$10</c:f>
              <c:numCache>
                <c:formatCode>General</c:formatCode>
                <c:ptCount val="9"/>
                <c:pt idx="0">
                  <c:v>107</c:v>
                </c:pt>
                <c:pt idx="1">
                  <c:v>42</c:v>
                </c:pt>
                <c:pt idx="2">
                  <c:v>97</c:v>
                </c:pt>
                <c:pt idx="3">
                  <c:v>31</c:v>
                </c:pt>
                <c:pt idx="4">
                  <c:v>29</c:v>
                </c:pt>
                <c:pt idx="5">
                  <c:v>9</c:v>
                </c:pt>
                <c:pt idx="6">
                  <c:v>2</c:v>
                </c:pt>
                <c:pt idx="7">
                  <c:v>2</c:v>
                </c:pt>
                <c:pt idx="8">
                  <c:v>5</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変なホテル東京羽田</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レビュー総数：324件（6サイト）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作成日：2026年3月25日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8.28</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75.9%</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2.8%</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324件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立地がよい</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チェックイン手続きは全体的にスムーズでしたが、自動ロボットによる対応が少し気になりました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とても清潔でコンパクト、そして快適でした</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無料シャトルバスは時間通りに運行していました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Le Check in avec l’accueil par des robots dinosaures et l...</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was small but good enough for us to rest well</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8.28</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75.9%</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2.8%</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324件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Trip.com(9.43)が最高スコア。</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9.43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9.43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4.16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8.32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8.14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8.14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141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8.11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8.11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4.05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8.11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246件（75.9%）</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69件（21.3%）</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9件（2.8%）</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立地がよい</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「立地に関しては、東京中心部への電車が30分に1本しかないため、東京滞在の拠点として利用するのはお勧めしません」</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チェックイン手続きは全体的にスムーズでしたが、自動ロボットによる対応が少し気になりました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「スタッフが親切」</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とても清潔でコンパクト、そして快適でした</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「部屋もプロジェクター付きでとても綺麗でした」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とても清潔でコンパクト、そして快適でした</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「Great amenities (laundry, free toothbrushes, etc), nice r...」</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場所も大鳥居駅から近く、周りにもコンビニやテイクアウトできるレストランがあったので便利でした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「素泊まりでしたが近くにスーパーがあり便利でした」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We didn’t have breakfast there</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「近くの洋食レストランがとっても美味しかったので是非オススメします」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無料シャトルバスは時間通りに運行していました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96件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Le Check in avec l’accueil par des robots dinosaures et l...</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was small but good enough for us to rest well</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早朝出発の人などの音が気になるのと、お風呂の排水口の臭いが気になる〜後は快適に過ごせた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どうして朝のシャトルバスがなくなったのか分かりませんが、結構残念でした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Also, I booked this hotel because I thought the shuttle b...</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早朝出発の人などの音が気になるのと、お風呂の排水口の臭いが気になる〜後は快適に過ごせた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初めて宿泊させていただきました 話に聞いてた通り恐竜がお出迎えしてくれるフロントにはやっぱりビックリさせられました...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・ベッドのシーツには前の利用者が汚したものか…シミが付いていて気になりましたがチェックインが22時過ぎと遅く疲れて...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8.28点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8.6点以上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75.9%</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81%以上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2.8%</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約96件/期間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48件以下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Shape 3"/>
          <p:cNvSpPr/>
          <p:nvPr/>
        </p:nvSpPr>
        <p:spPr>
          <a:xfrm>
            <a:off x="457200" y="310896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108960"/>
            <a:ext cx="54864" cy="640080"/>
          </a:xfrm>
          <a:prstGeom prst="rect">
            <a:avLst/>
          </a:prstGeom>
          <a:solidFill>
            <a:srgbClr val="3B7DD8"/>
          </a:solidFill>
          <a:ln/>
        </p:spPr>
      </p:sp>
      <p:sp>
        <p:nvSpPr>
          <p:cNvPr id="8" name="Text 5"/>
          <p:cNvSpPr/>
          <p:nvPr/>
        </p:nvSpPr>
        <p:spPr>
          <a:xfrm>
            <a:off x="640080" y="310896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変なホテル東京羽田 口コミ分析改善レポート</dc:title>
  <dc:subject>PptxGenJS Presentation</dc:subject>
  <dc:creator>Hotel Consulting</dc:creator>
  <cp:lastModifiedBy>Hotel Consulting</cp:lastModifiedBy>
  <cp:revision>1</cp:revision>
  <dcterms:created xsi:type="dcterms:W3CDTF">2026-03-25T11:12:27Z</dcterms:created>
  <dcterms:modified xsi:type="dcterms:W3CDTF">2026-03-25T11:12:27Z</dcterms:modified>
</cp:coreProperties>
</file>