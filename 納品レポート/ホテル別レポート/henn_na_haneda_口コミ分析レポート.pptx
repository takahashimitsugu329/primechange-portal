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9.35</c:v>
                </c:pt>
                <c:pt idx="1">
                  <c:v>8.59</c:v>
                </c:pt>
                <c:pt idx="2">
                  <c:v>8.35</c:v>
                </c:pt>
                <c:pt idx="3">
                  <c:v>8.15</c:v>
                </c:pt>
                <c:pt idx="4">
                  <c:v>8.09</c:v>
                </c:pt>
                <c:pt idx="5">
                  <c:v>8.08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216</c:v>
                </c:pt>
                <c:pt idx="1">
                  <c:v>60</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95</c:v>
                </c:pt>
                <c:pt idx="1">
                  <c:v>35</c:v>
                </c:pt>
                <c:pt idx="2">
                  <c:v>86</c:v>
                </c:pt>
                <c:pt idx="3">
                  <c:v>27</c:v>
                </c:pt>
                <c:pt idx="4">
                  <c:v>26</c:v>
                </c:pt>
                <c:pt idx="5">
                  <c:v>7</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75.8%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Я смотрела как автобусы из других отелей по третьему круг...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他のホテルからのバスが3度も到着するのを見ましたが、このホテルは何の対応もしてくれませんでした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初めて宿泊させていただきました 話に聞いてた通り恐竜がお出迎えしてくれるフロントにはやっぱりビックリさせられました...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夕方のシャトルバスの時間がもう少し早い時間があったらもっと良かったです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Proximité des moyens de transport pour accéder à L aéropo...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 chose was a little small for our luggages, and...</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75.8%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216件（75.8%）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60件（21.1%）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9件（3.2%）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Я смотрела как автобусы из других отелей по третьему круг...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他のホテルからのバスが3度も到着するのを見ましたが、このホテルは何の対応もしてくれませんでした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「子どもたちがフロントの恐竜🦖🦕に驚き、お部屋のロボットを気に入り、物語をせがんでいました」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「部屋は広めで清潔、とても快適です」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部屋は広めで清潔、とても快適です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「必要最低限​​の設備は整っているホテルですが、特筆すべき点はありません」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「良いとこ ・宿泊費がリーズナブル ・１Fに冷凍食品、アイス、生活用品、アルコール類の自販機があって買い物して行かな...」</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朝食も美味しくまた利用したいです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夕方のシャトルバスの時間がもう少し早い時間があったらもっと良かったです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Proximité des moyens de transport pour accéder à L aéropo...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 chose was a little small for our luggages, and...</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but clean room Too expensive and too noisy at 2am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 was forced to put my global roaming on my phone and get...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カーペットも綺麗でタバコの臭いがなく、トイレに浴槽もあってよかったです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2026-03-19T01:52:13Z</dcterms:created>
  <dcterms:modified xsi:type="dcterms:W3CDTF">2026-03-19T01:52:13Z</dcterms:modified>
</cp:coreProperties>
</file>