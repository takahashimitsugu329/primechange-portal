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390件　全体平均: 8.34/10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全390件分析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8.34/10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18.7%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8.34/10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高評価(8点以上)が全体の75.9%を占めています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低評価(5点以下)は5.4%で管理可能な水準です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Google / 楽天トラベル / Agoda / じゃらん / Trip.com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3.96/5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7.91/10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4.29/5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8.14/10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8.14/10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4.19/5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8.38/10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 (33.6%)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2387212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575932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57件 (14.6%)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4523139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5711859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 (27.7%)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1800879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989599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 (11.0%)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256427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445147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 (7.7%)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50257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691291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 (3.1%)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83762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272482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(0.5%)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83762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272482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(0.5%)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209405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398125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 (1.3%)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恐竜がチェックインの手続きをしてくれます。部屋は小さいですが、必要なものはすべて揃っています。快適なベッド、ベッドサイドの照明、十分な広さのバスルーム、室温調節機能などが備わっています。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立地は最高でしたし、空港からホテルまでの送迎サービスも大変便利でした！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綺麗広かった。朝食がバラエティーで美味しかった。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羽田空港との無料シャトルバスを提供 清潔で静か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最初はチェックインが難しかったけど、スタッフが手伝ってくれたよ！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特になし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設備が素晴らしく、サービスも最高で、空港にもとても近い。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2026-03-28T22:44:19Z</dcterms:created>
  <dcterms:modified xsi:type="dcterms:W3CDTF">2026-03-28T22:44:19Z</dcterms:modified>
</cp:coreProperties>
</file>