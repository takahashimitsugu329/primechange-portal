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Agoda</c:v>
                  </c:pt>
                  <c:pt idx="4">
                    <c:v>Booking.com</c:v>
                  </c:pt>
                  <c:pt idx="5">
                    <c:v>Google</c:v>
                  </c:pt>
                </c:lvl>
              </c:multiLvlStrCache>
            </c:multiLvlStrRef>
          </c:cat>
          <c:val>
            <c:numRef>
              <c:f>Sheet1!$B$2:$B$7</c:f>
              <c:numCache>
                <c:formatCode>General</c:formatCode>
                <c:ptCount val="6"/>
                <c:pt idx="0">
                  <c:v>9.56</c:v>
                </c:pt>
                <c:pt idx="1">
                  <c:v>8.75</c:v>
                </c:pt>
                <c:pt idx="2">
                  <c:v>8.63</c:v>
                </c:pt>
                <c:pt idx="3">
                  <c:v>8.4</c:v>
                </c:pt>
                <c:pt idx="4">
                  <c:v>8.23</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126</c:v>
                </c:pt>
                <c:pt idx="1">
                  <c:v>31</c:v>
                </c:pt>
                <c:pt idx="2">
                  <c:v>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61</c:v>
                </c:pt>
                <c:pt idx="1">
                  <c:v>23</c:v>
                </c:pt>
                <c:pt idx="2">
                  <c:v>42</c:v>
                </c:pt>
                <c:pt idx="3">
                  <c:v>16</c:v>
                </c:pt>
                <c:pt idx="4">
                  <c:v>11</c:v>
                </c:pt>
                <c:pt idx="5">
                  <c:v>4</c:v>
                </c:pt>
                <c:pt idx="6">
                  <c:v>2</c:v>
                </c:pt>
                <c:pt idx="7">
                  <c:v>1</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レビュー総数：164件（6サイト）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126件（76.8%）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31件（18.9%）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7件（4.3%）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2026-04-20T23:44:05Z</dcterms:created>
  <dcterms:modified xsi:type="dcterms:W3CDTF">2026-04-20T23:44:05Z</dcterms:modified>
</cp:coreProperties>
</file>