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9.17</c:v>
                </c:pt>
                <c:pt idx="1">
                  <c:v>8.78</c:v>
                </c:pt>
                <c:pt idx="2">
                  <c:v>8.67</c:v>
                </c:pt>
                <c:pt idx="3">
                  <c:v>8.43</c:v>
                </c:pt>
                <c:pt idx="4">
                  <c:v>8.09</c:v>
                </c:pt>
                <c:pt idx="5">
                  <c:v>7.76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147</c:v>
                </c:pt>
                <c:pt idx="1">
                  <c:v>41</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70</c:v>
                </c:pt>
                <c:pt idx="1">
                  <c:v>26</c:v>
                </c:pt>
                <c:pt idx="2">
                  <c:v>51</c:v>
                </c:pt>
                <c:pt idx="3">
                  <c:v>20</c:v>
                </c:pt>
                <c:pt idx="4">
                  <c:v>15</c:v>
                </c:pt>
                <c:pt idx="5">
                  <c:v>6</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レビュー総数：197件（6サイト）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74.6%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197件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location</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スタッフが常時いるのではなく、電話でやりとりするスタイル</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部屋は清潔で整頓されており、アメニティは写真の通りです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荷物が複数個ある場合や、大きな荷物をお持ちの場合は、シャトルバスの手配を拒否されるため、ここに宿泊しないでください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Although its not super close to the airport there's more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Restaurant small and appeared to cater for Indian guests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74.6%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197件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Trip.com(9.17)が最高スコア。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147件（74.6%）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41件（20.8%）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9件（4.6%）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location</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「Location n」</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スタッフが常時いるのではなく、電話でやりとりするスタイル</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「何か質問があれば、スタッフが対応してくれます」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部屋は清潔で整頓されており、アメニティは写真の通りです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「設備も部屋も新しくきれいだったので、機会があればまた利用したいです」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ベッドは快適ではなかった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「部屋は清潔で整頓されており、アメニティは写真の通りです」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空港からそれほど近くはないものの、日本のホテルの多くよりも広々としており、インド風の朝食ビュッフェを提供している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「Although its not super close to the airport there's more ...」</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ホテルは比較的静かな住宅街に位置しており、大通りを少し外れたところにコンビニ、牛丼屋、NOTORIレストランなどが...</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「最寄駅周りは飲食店も多く良いと思います」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荷物が複数個ある場合や、大きな荷物をお持ちの場合は、シャトルバスの手配を拒否されるため、ここに宿泊しないでください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Although its not super close to the airport there's more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Restaurant small and appeared to cater for Indian guests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フロントが無人で聞きたいことが聞けないのが残念でした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2026-04-08T00:30:52Z</dcterms:created>
  <dcterms:modified xsi:type="dcterms:W3CDTF">2026-04-08T00:30:52Z</dcterms:modified>
</cp:coreProperties>
</file>