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9.38</c:v>
                </c:pt>
                <c:pt idx="1">
                  <c:v>8.63</c:v>
                </c:pt>
                <c:pt idx="2">
                  <c:v>8.32</c:v>
                </c:pt>
                <c:pt idx="3">
                  <c:v>8.15</c:v>
                </c:pt>
                <c:pt idx="4">
                  <c:v>8.09</c:v>
                </c:pt>
                <c:pt idx="5">
                  <c:v>8.08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226</c:v>
                </c:pt>
                <c:pt idx="1">
                  <c:v>63</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99</c:v>
                </c:pt>
                <c:pt idx="1">
                  <c:v>37</c:v>
                </c:pt>
                <c:pt idx="2">
                  <c:v>90</c:v>
                </c:pt>
                <c:pt idx="3">
                  <c:v>28</c:v>
                </c:pt>
                <c:pt idx="4">
                  <c:v>27</c:v>
                </c:pt>
                <c:pt idx="5">
                  <c:v>8</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レビュー総数：298件（6サイト）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75.8%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298件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朝のシャトルバスは10分前に行ったらもぅいっぱいでしたが、駅へもすぐなので電車で行けば問題なくすぐ着きます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バスのスタッフさんやお部屋からの電話対応をしてくださったスタッフさん、とても親切でした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2人で一泊14620円と安かったので予約しましたが、部屋がとても綺麗なのとチェックアウトが11時までなのがとてもあ...</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空港迄のバスがある事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hotel shuttle, which departed at 4:45 am, was very co...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狭いながらも清潔なお部屋で安心して過ごせました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75.8%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298件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226件（75.8%）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63件（21.1%）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9件（3.0%）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朝のシャトルバスは10分前に行ったらもぅいっぱいでしたが、駅へもすぐなので電車で行けば問題なくすぐ着きます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バスのスタッフさんやお部屋からの電話対応をしてくださったスタッフさん、とても親切でした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「他のホテルからのバスが3度も到着するのを見ましたが、このホテルは何の対応もしてくれませんでした」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2人で一泊14620円と安かったので予約しましたが、部屋がとても綺麗なのとチェックアウトが11時までなのがとてもあ...</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「狭いながらも清潔なお部屋で安心して過ごせました」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各ベッドに枕がもう一つ必要です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「朝食も美味しくまた利用したいです」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空港迄のバスがある事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hotel shuttle, which departed at 4:45 am, was very co...</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狭いながらも清潔なお部屋で安心して過ごせました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 was forced to put my global roaming on my phone and get...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2026-03-21T00:16:55Z</dcterms:created>
  <dcterms:modified xsi:type="dcterms:W3CDTF">2026-03-21T00:16:55Z</dcterms:modified>
</cp:coreProperties>
</file>