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変なホテル東京羽田</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422件  |  総合評価: 8.34点 (概ね良好)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422件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3B7DD8"/>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8.34点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76.3%</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2.8%</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変なホテル東京羽田は分析対象422件の口コミで、10点換算平均8.34点（概ね良好）を記録。高評価（8〜10点）が322件（76.3%）、低評価（1〜4点）が12件（2.8%）。6サイトにわたる評価傾向を分析しました。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225件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4.08/5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8.15点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4.18/5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8.37点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9.43/10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35.1%</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148件</a:t>
            </a:r>
            <a:endParaRPr lang="en-US" sz="800" dirty="0"/>
          </a:p>
        </p:txBody>
      </p:sp>
      <p:sp>
        <p:nvSpPr>
          <p:cNvPr id="12" name="Shape 10"/>
          <p:cNvSpPr/>
          <p:nvPr/>
        </p:nvSpPr>
        <p:spPr>
          <a:xfrm>
            <a:off x="1325880" y="3385751"/>
            <a:ext cx="685800" cy="1003369"/>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157151"/>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13.7%</a:t>
            </a:r>
            <a:endParaRPr lang="en-US" sz="800" dirty="0"/>
          </a:p>
        </p:txBody>
      </p:sp>
      <p:sp>
        <p:nvSpPr>
          <p:cNvPr id="15" name="Text 13"/>
          <p:cNvSpPr/>
          <p:nvPr/>
        </p:nvSpPr>
        <p:spPr>
          <a:xfrm>
            <a:off x="1234440" y="2928551"/>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58件</a:t>
            </a:r>
            <a:endParaRPr lang="en-US" sz="800" dirty="0"/>
          </a:p>
        </p:txBody>
      </p:sp>
      <p:sp>
        <p:nvSpPr>
          <p:cNvPr id="16" name="Shape 14"/>
          <p:cNvSpPr/>
          <p:nvPr/>
        </p:nvSpPr>
        <p:spPr>
          <a:xfrm>
            <a:off x="2194560" y="2382383"/>
            <a:ext cx="685800" cy="2006737"/>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215378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27.5%</a:t>
            </a:r>
            <a:endParaRPr lang="en-US" sz="800" dirty="0"/>
          </a:p>
        </p:txBody>
      </p:sp>
      <p:sp>
        <p:nvSpPr>
          <p:cNvPr id="19" name="Text 17"/>
          <p:cNvSpPr/>
          <p:nvPr/>
        </p:nvSpPr>
        <p:spPr>
          <a:xfrm>
            <a:off x="2103120" y="192518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116件</a:t>
            </a:r>
            <a:endParaRPr lang="en-US" sz="800" dirty="0"/>
          </a:p>
        </p:txBody>
      </p:sp>
      <p:sp>
        <p:nvSpPr>
          <p:cNvPr id="20" name="Shape 18"/>
          <p:cNvSpPr/>
          <p:nvPr/>
        </p:nvSpPr>
        <p:spPr>
          <a:xfrm>
            <a:off x="3063240" y="3627944"/>
            <a:ext cx="685800" cy="761176"/>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399344"/>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10.4%</a:t>
            </a:r>
            <a:endParaRPr lang="en-US" sz="800" dirty="0"/>
          </a:p>
        </p:txBody>
      </p:sp>
      <p:sp>
        <p:nvSpPr>
          <p:cNvPr id="23" name="Text 21"/>
          <p:cNvSpPr/>
          <p:nvPr/>
        </p:nvSpPr>
        <p:spPr>
          <a:xfrm>
            <a:off x="2971800" y="3170744"/>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44件</a:t>
            </a:r>
            <a:endParaRPr lang="en-US" sz="800" dirty="0"/>
          </a:p>
        </p:txBody>
      </p:sp>
      <p:sp>
        <p:nvSpPr>
          <p:cNvPr id="24" name="Shape 22"/>
          <p:cNvSpPr/>
          <p:nvPr/>
        </p:nvSpPr>
        <p:spPr>
          <a:xfrm>
            <a:off x="3931920" y="3852837"/>
            <a:ext cx="685800" cy="536283"/>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624237"/>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7.3%</a:t>
            </a:r>
            <a:endParaRPr lang="en-US" sz="800" dirty="0"/>
          </a:p>
        </p:txBody>
      </p:sp>
      <p:sp>
        <p:nvSpPr>
          <p:cNvPr id="27" name="Text 25"/>
          <p:cNvSpPr/>
          <p:nvPr/>
        </p:nvSpPr>
        <p:spPr>
          <a:xfrm>
            <a:off x="3840480" y="3395637"/>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31件</a:t>
            </a:r>
            <a:endParaRPr lang="en-US" sz="800" dirty="0"/>
          </a:p>
        </p:txBody>
      </p:sp>
      <p:sp>
        <p:nvSpPr>
          <p:cNvPr id="28" name="Shape 26"/>
          <p:cNvSpPr/>
          <p:nvPr/>
        </p:nvSpPr>
        <p:spPr>
          <a:xfrm>
            <a:off x="4800600" y="4164227"/>
            <a:ext cx="685800" cy="224893"/>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3935627"/>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3.1%</a:t>
            </a:r>
            <a:endParaRPr lang="en-US" sz="800" dirty="0"/>
          </a:p>
        </p:txBody>
      </p:sp>
      <p:sp>
        <p:nvSpPr>
          <p:cNvPr id="31" name="Text 29"/>
          <p:cNvSpPr/>
          <p:nvPr/>
        </p:nvSpPr>
        <p:spPr>
          <a:xfrm>
            <a:off x="4709160" y="3707027"/>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13件</a:t>
            </a:r>
            <a:endParaRPr lang="en-US" sz="800" dirty="0"/>
          </a:p>
        </p:txBody>
      </p:sp>
      <p:sp>
        <p:nvSpPr>
          <p:cNvPr id="32" name="Shape 30"/>
          <p:cNvSpPr/>
          <p:nvPr/>
        </p:nvSpPr>
        <p:spPr>
          <a:xfrm>
            <a:off x="5669280" y="4343400"/>
            <a:ext cx="685800" cy="45720"/>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0.5%</a:t>
            </a:r>
            <a:endParaRPr lang="en-US" sz="800" dirty="0"/>
          </a:p>
        </p:txBody>
      </p:sp>
      <p:sp>
        <p:nvSpPr>
          <p:cNvPr id="35" name="Text 33"/>
          <p:cNvSpPr/>
          <p:nvPr/>
        </p:nvSpPr>
        <p:spPr>
          <a:xfrm>
            <a:off x="557784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2件</a:t>
            </a:r>
            <a:endParaRPr lang="en-US" sz="800" dirty="0"/>
          </a:p>
        </p:txBody>
      </p:sp>
      <p:sp>
        <p:nvSpPr>
          <p:cNvPr id="36" name="Shape 34"/>
          <p:cNvSpPr/>
          <p:nvPr/>
        </p:nvSpPr>
        <p:spPr>
          <a:xfrm>
            <a:off x="6537960" y="4337222"/>
            <a:ext cx="685800" cy="51898"/>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410862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9" name="Text 37"/>
          <p:cNvSpPr/>
          <p:nvPr/>
        </p:nvSpPr>
        <p:spPr>
          <a:xfrm>
            <a:off x="6446520" y="388002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恐竜がチェックインの手続きをしてくれます。部屋は小さいですが、必要なものはすべて揃っています。快適なベッド、ベッドサイドの照明、十分な広さのバスルーム、室温調節機能などが備わっています。</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立地は最高でしたし、空港からホテルまでの送迎サービスも大変便利でした！</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恐竜がチェックインの手続きをしてくれます。部屋は小さいですが、必要なものはすべて揃っています。快適なベッド、ベッドサイドの照明、十分な広さのバスルーム、室温調節機能などが備わっています。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お手頃価格</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8.34点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8.8点以上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76.3%</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81.3%以上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2.8%</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変なホテル東京羽田の口コミ分析の結果、10点換算で平均8.34点（概ね良好）を記録しました。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分析対象422件のうち、高評価（8〜10点）が76.3%を占めており、継続的なサービス改善により更なる満足度向上が期待できます。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2026-03-28T22:02:51Z</dcterms:created>
  <dcterms:modified xsi:type="dcterms:W3CDTF">2026-03-28T22:02:51Z</dcterms:modified>
</cp:coreProperties>
</file>