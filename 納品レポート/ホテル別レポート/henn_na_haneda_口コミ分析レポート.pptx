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9.43</c:v>
                </c:pt>
                <c:pt idx="1">
                  <c:v>8.57</c:v>
                </c:pt>
                <c:pt idx="2">
                  <c:v>8.38</c:v>
                </c:pt>
                <c:pt idx="3">
                  <c:v>8.14</c:v>
                </c:pt>
                <c:pt idx="4">
                  <c:v>8.14</c:v>
                </c:pt>
                <c:pt idx="5">
                  <c:v>8.12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258</c:v>
                </c:pt>
                <c:pt idx="1">
                  <c:v>69</c:v>
                </c:pt>
                <c:pt idx="2">
                  <c:v>11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117</c:v>
                </c:pt>
                <c:pt idx="1">
                  <c:v>43</c:v>
                </c:pt>
                <c:pt idx="2">
                  <c:v>98</c:v>
                </c:pt>
                <c:pt idx="3">
                  <c:v>31</c:v>
                </c:pt>
                <c:pt idx="4">
                  <c:v>29</c:v>
                </c:pt>
                <c:pt idx="5">
                  <c:v>9</c:v>
                </c:pt>
                <c:pt idx="6">
                  <c:v>2</c:v>
                </c:pt>
                <c:pt idx="7">
                  <c:v>2</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設備が素晴らしく、サービスも最高で、空港にもとても近い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設備が素晴らしく、サービスも最高で、空港にもとても近い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綺麗広かった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快適なベッド、ベッドサイドの照明、十分な広さのバスルーム、室温調節機能などが備わっています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Comfortable beds, access to the lights bedside, good size...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258件（76.3%）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69件（20.4%）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11件（3.3%）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「Sorprendentemente attrezzato ottimo servizio vicinissimo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「Had an early flight, and hotel staff were very helpful in...」</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綺麗広かった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「羽田空港との無料シャトルバスを提供 清潔で静か 羽田空港との無料シャトルバスを提供 清潔で静か」</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快適なベッド、ベッドサイドの照明、十分な広さのバスルーム、室温調節機能などが備わっています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朝食がバラエティーで美味しかった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「Had an early flight, and hotel staff were very helpful in...」</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快適なベッド、ベッドサイドの照明、十分な広さのバスルーム、室温調節機能などが備わっています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Comfortable beds, access to the lights bedside, good size...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約103件/期間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2026-03-29T07:52:09Z</dcterms:created>
  <dcterms:modified xsi:type="dcterms:W3CDTF">2026-03-29T07:52:09Z</dcterms:modified>
</cp:coreProperties>
</file>