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8.75</c:v>
                </c:pt>
                <c:pt idx="2">
                  <c:v>8.63</c:v>
                </c:pt>
                <c:pt idx="3">
                  <c:v>8.4</c:v>
                </c:pt>
                <c:pt idx="4">
                  <c:v>8.23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</c:v>
                </c:pt>
                <c:pt idx="1">
                  <c:v>23</c:v>
                </c:pt>
                <c:pt idx="2">
                  <c:v>42</c:v>
                </c:pt>
                <c:pt idx="3">
                  <c:v>16</c:v>
                </c:pt>
                <c:pt idx="4">
                  <c:v>11</c:v>
                </c:pt>
                <c:pt idx="5">
                  <c:v>4</c:v>
                </c:pt>
                <c:pt idx="6">
                  <c:v>2</c:v>
                </c:pt>
                <c:pt idx="7">
                  <c:v>1</c:v>
                </c:pt>
                <c:pt idx="8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レビュー総数：164件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126件（76.8%）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31件（18.9%）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7件（4.3%）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低評価・中評価レビュー（38件）から改善課題を優先度別に整理しています。S/A/B/Cの4段階で優先度を設定し、計画的な改善を推進します。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8.35点 → 目標 8.85点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76.8% → 目標 81.8%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4.3% → 目標 2.3%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変なホテル東京羽田は全体平均8.35点（10pt換算）、高評価率76.8%を達成しています。本レポートで示した改善施策を段階的に実施することで、さらなる顧客満足度向上が期待できます。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