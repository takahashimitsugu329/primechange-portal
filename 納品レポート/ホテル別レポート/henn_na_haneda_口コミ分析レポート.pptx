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変なホテル東京羽田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8.30点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76.3%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3.3%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338件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変なホテル東京羽田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9.43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9.43/10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4.29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4.19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8.38/10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8.14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8.14/10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8.14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8.14/10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4.06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8.12/10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117件 (34.6%)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43件 (12.7%)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98件 (29.0%)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31件 (9.2%)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29件 (8.6%)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9件 (2.7%)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2件 (0.6%)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3点: 2件 (0.6%)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7件 (2.1%)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