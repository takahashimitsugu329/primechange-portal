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楽天トラベル</c:v>
                  </c:pt>
                  <c:pt idx="2">
                    <c:v>じゃらん</c:v>
                  </c:pt>
                  <c:pt idx="3">
                    <c:v>Agoda</c:v>
                  </c:pt>
                  <c:pt idx="4">
                    <c:v>Booking.com</c:v>
                  </c:pt>
                  <c:pt idx="5">
                    <c:v>Google</c:v>
                  </c:pt>
                </c:lvl>
              </c:multiLvlStrCache>
            </c:multiLvlStrRef>
          </c:cat>
          <c:val>
            <c:numRef>
              <c:f>Sheet1!$B$2:$B$7</c:f>
              <c:numCache>
                <c:formatCode>General</c:formatCode>
                <c:ptCount val="6"/>
                <c:pt idx="0">
                  <c:v>9.17</c:v>
                </c:pt>
                <c:pt idx="1">
                  <c:v>8.78</c:v>
                </c:pt>
                <c:pt idx="2">
                  <c:v>8.67</c:v>
                </c:pt>
                <c:pt idx="3">
                  <c:v>8.43</c:v>
                </c:pt>
                <c:pt idx="4">
                  <c:v>8.12</c:v>
                </c:pt>
                <c:pt idx="5">
                  <c:v>7.94</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146</c:v>
                </c:pt>
                <c:pt idx="1">
                  <c:v>39</c:v>
                </c:pt>
                <c:pt idx="2">
                  <c:v>8</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70</c:v>
                </c:pt>
                <c:pt idx="1">
                  <c:v>26</c:v>
                </c:pt>
                <c:pt idx="2">
                  <c:v>50</c:v>
                </c:pt>
                <c:pt idx="3">
                  <c:v>19</c:v>
                </c:pt>
                <c:pt idx="4">
                  <c:v>14</c:v>
                </c:pt>
                <c:pt idx="5">
                  <c:v>6</c:v>
                </c:pt>
                <c:pt idx="6">
                  <c:v>2</c:v>
                </c:pt>
                <c:pt idx="7">
                  <c:v>2</c:v>
                </c:pt>
                <c:pt idx="8">
                  <c:v>4</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変なホテル東京羽田</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分析対象期間：2026年3月〜4月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レビュー総数：193件（6サイト）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作成日：2026年4月6日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8.31</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75.6%</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4.1%</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193件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駅から近かった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何か質問があれば、スタッフが対応してくれます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部屋は清潔で整頓されており、アメニティは写真の通りです</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羽田空港に近いのは大きな利点で、無料シャトルバスサービスがあり、車で約15分です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Although its not super close to the airport there's more ...</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Restaurant small and appeared to cater for Indian guests ...</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8.31</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75.6%</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4.1%</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193件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Trip.com(9.17)が最高スコア。</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3.97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7.94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146件（75.6%）</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39件（20.2%）</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8件（4.1%）</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駅から近かった</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「最寄りの駅は大鳥居駅です」</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何か質問があれば、スタッフが対応してくれます</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「フロントが無人で聞きたいことが聞けないのが残念でした」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部屋は清潔で整頓されており、アメニティは写真の通りです</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「設備も部屋も新しくきれいだったので、機会があればまた利用したいです」</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部屋は清潔で整頓されており、アメニティは写真の通りです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「設備も部屋も新しくきれいだったので、機会があればまた利用したいです」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空港からそれほど近くはないものの、日本のホテルの多くよりも広々としており、インド風の朝食ビュッフェを提供している</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「Although its not super close to the airport there's more ...」</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ホテルは比較的静かな住宅街に位置しており、大通りを少し外れたところにコンビニ、牛丼屋、NOTORIレストランなどが...</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「最寄駅周りは飲食店も多く良いと思います」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羽田空港に近いのは大きな利点で、無料シャトルバスサービスがあり、車で約15分です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Although its not super close to the airport there's more ...</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Restaurant small and appeared to cater for Indian guests ...</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フロントが無人で聞きたいことが聞けないのが残念でした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早朝出発の人などの音が気になるのと、お風呂の排水口の臭いが気になる〜後は快適に過ごせた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Also, I booked this hotel because I thought the shuttle b...</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早朝出発の人などの音が気になるのと、お風呂の排水口の臭いが気になる〜後は快適に過ごせた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初めて宿泊させていただきました 話に聞いてた通り恐竜がお出迎えしてくれるフロントにはやっぱりビックリさせられました...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8.31点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8.6点以上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75.6%</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81%以上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4.1%</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約60件/期間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30件以下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Shape 3"/>
          <p:cNvSpPr/>
          <p:nvPr/>
        </p:nvSpPr>
        <p:spPr>
          <a:xfrm>
            <a:off x="457200" y="310896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108960"/>
            <a:ext cx="54864" cy="640080"/>
          </a:xfrm>
          <a:prstGeom prst="rect">
            <a:avLst/>
          </a:prstGeom>
          <a:solidFill>
            <a:srgbClr val="3B7DD8"/>
          </a:solidFill>
          <a:ln/>
        </p:spPr>
      </p:sp>
      <p:sp>
        <p:nvSpPr>
          <p:cNvPr id="8" name="Text 5"/>
          <p:cNvSpPr/>
          <p:nvPr/>
        </p:nvSpPr>
        <p:spPr>
          <a:xfrm>
            <a:off x="640080" y="310896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変なホテル東京羽田 口コミ分析改善レポート</dc:title>
  <dc:subject>PptxGenJS Presentation</dc:subject>
  <dc:creator>Hotel Consulting</dc:creator>
  <cp:lastModifiedBy>Hotel Consulting</cp:lastModifiedBy>
  <cp:revision>1</cp:revision>
  <dcterms:created xsi:type="dcterms:W3CDTF">2026-04-06T04:03:19Z</dcterms:created>
  <dcterms:modified xsi:type="dcterms:W3CDTF">2026-04-06T04:03:19Z</dcterms:modified>
</cp:coreProperties>
</file>