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Agoda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9.46</c:v>
                </c:pt>
                <c:pt idx="1">
                  <c:v>8.57</c:v>
                </c:pt>
                <c:pt idx="2">
                  <c:v>8.38</c:v>
                </c:pt>
                <c:pt idx="3">
                  <c:v>8.15</c:v>
                </c:pt>
                <c:pt idx="4">
                  <c:v>8.14</c:v>
                </c:pt>
                <c:pt idx="5">
                  <c:v>8.14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119</c:v>
                </c:pt>
                <c:pt idx="1">
                  <c:v>44</c:v>
                </c:pt>
                <c:pt idx="2">
                  <c:v>99</c:v>
                </c:pt>
                <c:pt idx="3">
                  <c:v>32</c:v>
                </c:pt>
                <c:pt idx="4">
                  <c:v>29</c:v>
                </c:pt>
                <c:pt idx="5">
                  <c:v>9</c:v>
                </c:pt>
                <c:pt idx="6">
                  <c:v>2</c:v>
                </c:pt>
                <c:pt idx="7">
                  <c:v>2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262件（76.4%）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70件（20.4%）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11件（3.2%）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262件）の分析から、主要な強みテーマを抽出しています。立地・アクセス、客室清潔感、スタッフ対応が高評価の中心的テーマです。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低評価・中評価レビュー（81件）から改善課題を優先度別に整理しています。S/A/B/Cの4段階で優先度を設定し、計画的な改善を推進します。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8.31点 → 目標 8.81点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76.4% → 目標 81.4%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3.2% → 目標 1.2%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変なホテル東京羽田は全体平均8.31点（10pt換算）、高評価率76.4%を達成しています。本レポートで示した改善施策を段階的に実施することで、さらなる顧客満足度向上が期待できます。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口コミ分析レポート</dc:title>
  <dc:subject>PptxGenJS Presentation</dc:subject>
  <dc:creator>PptxGenJS</dc:creator>
  <cp:lastModifiedBy>PptxGenJS</cp:lastModifiedBy>
  <cp:revision>1</cp:revision>
  <dcterms:created xsi:type="dcterms:W3CDTF">2026-03-31T02:49:00Z</dcterms:created>
  <dcterms:modified xsi:type="dcterms:W3CDTF">2026-03-31T02:49:00Z</dcterms:modified>
</cp:coreProperties>
</file>