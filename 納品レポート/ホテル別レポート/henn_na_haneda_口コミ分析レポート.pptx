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8.57</c:v>
                </c:pt>
                <c:pt idx="2">
                  <c:v>8.38</c:v>
                </c:pt>
                <c:pt idx="3">
                  <c:v>8.14</c:v>
                </c:pt>
                <c:pt idx="4">
                  <c:v>8.14</c:v>
                </c:pt>
                <c:pt idx="5">
                  <c:v>8.12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117</c:v>
                </c:pt>
                <c:pt idx="1">
                  <c:v>43</c:v>
                </c:pt>
                <c:pt idx="2">
                  <c:v>98</c:v>
                </c:pt>
                <c:pt idx="3">
                  <c:v>31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レビュー総数：338件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258件（76.3%）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69件（20.4%）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8.30点 → 目標 8.80点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76.3% → 目標 81.3%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3.3% → 目標 1.3%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変なホテル東京羽田は全体平均8.30点（10pt換算）、高評価率76.3%を達成しています。本レポートで示した改善施策を段階的に実施することで、さらなる顧客満足度向上が期待できます。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