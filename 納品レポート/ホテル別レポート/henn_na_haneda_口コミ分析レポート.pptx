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Google</c:v>
                  </c:pt>
                  <c:pt idx="4">
                    <c:v>Agoda</c:v>
                  </c:pt>
                  <c:pt idx="5">
                    <c:v>Booking.com</c:v>
                  </c:pt>
                </c:lvl>
              </c:multiLvlStrCache>
            </c:multiLvlStrRef>
          </c:cat>
          <c:val>
            <c:numRef>
              <c:f>Sheet1!$B$2:$B$7</c:f>
              <c:numCache>
                <c:formatCode>General</c:formatCode>
                <c:ptCount val="6"/>
                <c:pt idx="0">
                  <c:v>9.43</c:v>
                </c:pt>
                <c:pt idx="1">
                  <c:v>8.57</c:v>
                </c:pt>
                <c:pt idx="2">
                  <c:v>8.32</c:v>
                </c:pt>
                <c:pt idx="3">
                  <c:v>8.15</c:v>
                </c:pt>
                <c:pt idx="4">
                  <c:v>8.14</c:v>
                </c:pt>
                <c:pt idx="5">
                  <c:v>8.12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242</c:v>
                </c:pt>
                <c:pt idx="1">
                  <c:v>66</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106</c:v>
                </c:pt>
                <c:pt idx="1">
                  <c:v>41</c:v>
                </c:pt>
                <c:pt idx="2">
                  <c:v>95</c:v>
                </c:pt>
                <c:pt idx="3">
                  <c:v>30</c:v>
                </c:pt>
                <c:pt idx="4">
                  <c:v>28</c:v>
                </c:pt>
                <c:pt idx="5">
                  <c:v>8</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レビュー総数：317件（6サイト）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317件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We only stayed one night and we wanted someplace close to...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チェックイン手続きは全体的にスムーズでしたが、自動ロボットによる対応が少し気になりました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とても清潔でコンパクト、そして快適でした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無料シャトルバスは時間通りに運行していました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compact and comfy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was small but good enough for us to rest well</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317件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242件（76.3%）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66件（20.8%）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9件（2.8%）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We only stayed one night and we wanted someplace close to...</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チェックイン手続きは全体的にスムーズでしたが、自動ロボットによる対応が少し気になりました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「スタッフさんの対応もよかったです」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「部屋はきれいに清掃されていて少し狭いですが前泊で泊まるには問題ありません」</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「部屋自体は概ね清潔で（トイレと床に髪の毛が少し落ちていましたが）、快適で、料金に見合った価値があります」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「駅からも近くまわりには多くの飲食店やスーパーもあります」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We didn’t have breakfast there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無料シャトルバスは時間通りに運行していました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compact and comfy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was small but good enough for us to rest well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2026-03-24T01:12:44Z</dcterms:created>
  <dcterms:modified xsi:type="dcterms:W3CDTF">2026-03-24T01:12:44Z</dcterms:modified>
</cp:coreProperties>
</file>