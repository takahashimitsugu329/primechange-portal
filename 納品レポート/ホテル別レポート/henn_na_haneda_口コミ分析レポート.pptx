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レビュー総数：422件（6サイト）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422件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17420"/>
            <a:ext cx="1188720" cy="18973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73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251710"/>
            <a:ext cx="1188720" cy="186309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93167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1959102"/>
            <a:ext cx="1188720" cy="215569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63906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201418"/>
            <a:ext cx="1188720" cy="191338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88137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157984"/>
            <a:ext cx="1188720" cy="19568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8379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全体平均評価：8.34点 / 高評価率：76.3% / 低評価率：2.8%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2026-03-28T22:02:37Z</dcterms:created>
  <dcterms:modified xsi:type="dcterms:W3CDTF">2026-03-28T22:02:37Z</dcterms:modified>
</cp:coreProperties>
</file>