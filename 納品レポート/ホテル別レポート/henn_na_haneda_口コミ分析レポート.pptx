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Google</c:v>
                  </c:pt>
                  <c:pt idx="5">
                    <c:v>Booking.com</c:v>
                  </c:pt>
                </c:lvl>
              </c:multiLvlStrCache>
            </c:multiLvlStrRef>
          </c:cat>
          <c:val>
            <c:numRef>
              <c:f>Sheet1!$B$2:$B$7</c:f>
              <c:numCache>
                <c:formatCode>General</c:formatCode>
                <c:ptCount val="6"/>
                <c:pt idx="0">
                  <c:v>9.43</c:v>
                </c:pt>
                <c:pt idx="1">
                  <c:v>8.57</c:v>
                </c:pt>
                <c:pt idx="2">
                  <c:v>8.32</c:v>
                </c:pt>
                <c:pt idx="3">
                  <c:v>8.14</c:v>
                </c:pt>
                <c:pt idx="4">
                  <c:v>8.14</c:v>
                </c:pt>
                <c:pt idx="5">
                  <c:v>8.11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247</c:v>
                </c:pt>
                <c:pt idx="1">
                  <c:v>69</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108</c:v>
                </c:pt>
                <c:pt idx="1">
                  <c:v>42</c:v>
                </c:pt>
                <c:pt idx="2">
                  <c:v>97</c:v>
                </c:pt>
                <c:pt idx="3">
                  <c:v>31</c:v>
                </c:pt>
                <c:pt idx="4">
                  <c:v>29</c:v>
                </c:pt>
                <c:pt idx="5">
                  <c:v>9</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レビュー総数：325件（6サイト）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325件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立地がよい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とても清潔で快適で、スタッフも親切でした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とても清潔で快適で、スタッフも親切でした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特に気に入ったのは、空港までのシャトルバスです☺️ とても清潔で快適で、スタッフも親切でした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Le Check in avec l’accueil par des robots dinosaures et l...</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was small but good enough for us to rest well</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325件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247件（76.0%）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69件（21.2%）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9件（2.8%）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立地がよい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「立地に関しては、東京中心部への電車が30分に1本しかないため、東京滞在の拠点として利用するのはお勧めしません」</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とても清潔で快適で、スタッフも親切でした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「チェックイン手続きは全体的にスムーズでしたが、自動ロボットによる対応が少し気になりました」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とても清潔で快適で、スタッフも親切でした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「とても清潔でコンパクト、そして快適でした」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とても清潔で快適で、スタッフも親切でした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「とても清潔でコンパクト、そして快適でした」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We didn’t have breakfast there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特に気に入ったのは、空港までのシャトルバスです☺️ とても清潔で快適で、スタッフも親切でした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Le Check in avec l’accueil par des robots dinosaures et l...</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was small but good enough for us to rest well</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2026-03-25T22:27:26Z</dcterms:created>
  <dcterms:modified xsi:type="dcterms:W3CDTF">2026-03-25T22:27:26Z</dcterms:modified>
</cp:coreProperties>
</file>