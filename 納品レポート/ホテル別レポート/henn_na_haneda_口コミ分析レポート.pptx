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9.17</c:v>
                </c:pt>
                <c:pt idx="1">
                  <c:v>8.73</c:v>
                </c:pt>
                <c:pt idx="2">
                  <c:v>8.67</c:v>
                </c:pt>
                <c:pt idx="3">
                  <c:v>8.36</c:v>
                </c:pt>
                <c:pt idx="4">
                  <c:v>8.17</c:v>
                </c:pt>
                <c:pt idx="5">
                  <c:v>7.94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144</c:v>
                </c:pt>
                <c:pt idx="1">
                  <c:v>37</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68</c:v>
                </c:pt>
                <c:pt idx="1">
                  <c:v>26</c:v>
                </c:pt>
                <c:pt idx="2">
                  <c:v>50</c:v>
                </c:pt>
                <c:pt idx="3">
                  <c:v>18</c:v>
                </c:pt>
                <c:pt idx="4">
                  <c:v>14</c:v>
                </c:pt>
                <c:pt idx="5">
                  <c:v>5</c:v>
                </c:pt>
                <c:pt idx="6">
                  <c:v>2</c:v>
                </c:pt>
                <c:pt idx="7">
                  <c:v>2</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レビュー総数：189件（6サイト）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189件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何か質問があれば、スタッフが対応してくれます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部屋は清潔で整頓されており、アメニティは写真の通りです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羽田空港に近いのは大きな利点で、無料シャトルバスサービスがあり、車で約15分です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Although its not super close to the airport there's more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Restaurant small and appeared to cater for Indian guests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189件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Trip.com(9.17)が最高スコア。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144件（76.2%）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37件（19.6%）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駅から近かった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「最寄りの駅は大鳥居駅です」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何か質問があれば、スタッフが対応してくれます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「フロントが無人で聞きたいことが聞けないのが残念でした」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部屋は清潔で整頓されており、アメニティは写真の通りです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「設備も部屋も新しくきれいだったので、機会があればまた利用したいです」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空港からそれほど近くはないものの、日本のホテルの多くよりも広々としており、インド風の朝食ビュッフェを提供している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「Although its not super close to the airport there's more ...」</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ホテルは比較的静かな住宅街に位置しており、大通りを少し外れたところにコンビニ、牛丼屋、NOTORIレストランなどが...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「最寄駅周りは飲食店も多く良いと思います」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羽田空港に近いのは大きな利点で、無料シャトルバスサービスがあり、車で約15分です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Although its not super close to the airport there's more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Restaurant small and appeared to cater for Indian guests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フロントが無人で聞きたいことが聞けないのが残念でした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2026-04-05T10:02:50Z</dcterms:created>
  <dcterms:modified xsi:type="dcterms:W3CDTF">2026-04-05T10:02:50Z</dcterms:modified>
</cp:coreProperties>
</file>