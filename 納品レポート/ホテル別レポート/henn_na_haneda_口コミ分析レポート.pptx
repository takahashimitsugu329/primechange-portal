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楽天トラベル</c:v>
                  </c:pt>
                  <c:pt idx="2">
                    <c:v>じゃらん</c:v>
                  </c:pt>
                  <c:pt idx="3">
                    <c:v>Agoda</c:v>
                  </c:pt>
                  <c:pt idx="4">
                    <c:v>Booking.com</c:v>
                  </c:pt>
                  <c:pt idx="5">
                    <c:v>Google</c:v>
                  </c:pt>
                </c:lvl>
              </c:multiLvlStrCache>
            </c:multiLvlStrRef>
          </c:cat>
          <c:val>
            <c:numRef>
              <c:f>Sheet1!$B$2:$B$7</c:f>
              <c:numCache>
                <c:formatCode>General</c:formatCode>
                <c:ptCount val="6"/>
                <c:pt idx="0">
                  <c:v>9.35</c:v>
                </c:pt>
                <c:pt idx="1">
                  <c:v>8.57</c:v>
                </c:pt>
                <c:pt idx="2">
                  <c:v>8.35</c:v>
                </c:pt>
                <c:pt idx="3">
                  <c:v>8.15</c:v>
                </c:pt>
                <c:pt idx="4">
                  <c:v>8.11</c:v>
                </c:pt>
                <c:pt idx="5">
                  <c:v>8.04</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212</c:v>
                </c:pt>
                <c:pt idx="1">
                  <c:v>59</c:v>
                </c:pt>
                <c:pt idx="2">
                  <c:v>9</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93</c:v>
                </c:pt>
                <c:pt idx="1">
                  <c:v>35</c:v>
                </c:pt>
                <c:pt idx="2">
                  <c:v>84</c:v>
                </c:pt>
                <c:pt idx="3">
                  <c:v>27</c:v>
                </c:pt>
                <c:pt idx="4">
                  <c:v>25</c:v>
                </c:pt>
                <c:pt idx="5">
                  <c:v>7</c:v>
                </c:pt>
                <c:pt idx="6">
                  <c:v>2</c:v>
                </c:pt>
                <c:pt idx="7">
                  <c:v>2</c:v>
                </c:pt>
                <c:pt idx="8">
                  <c:v>5</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変なホテル東京羽田</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レビュー総数：280件（6サイト）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作成日：2026年3月18日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8.27</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75.7%</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3.2%</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280件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Я смотрела как автобусы из других отелей по третьему круг...</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他のホテルからのバスが3度も到着するのを見ましたが、このホテルは何の対応もしてくれませんでした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初めて宿泊させていただきました 話に聞いてた通り恐竜がお出迎えしてくれるフロントにはやっぱりビックリさせられました...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Я смотрела как автобусы из других отелей по третьему круг...</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Proximité des moyens de transport pour accéder à L aéropo...</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the room i chose was a little small for our luggages, and...</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8.27</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75.7%</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3.2%</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280件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Trip.com(9.35)が最高スコア。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4.02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8.04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212件（75.7%）</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59件（21.1%）</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9件（3.2%）</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Я смотрела как автобусы из других отелей по третьему круг...</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「初めて宿泊させていただきました 話に聞いてた通り恐竜がお出迎えしてくれるフロントにはやっぱりビックリさせられました...」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他のホテルからのバスが3度も到着するのを見ましたが、このホテルは何の対応もしてくれませんでした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「子どもたちがフロントの恐竜🦖🦕に驚き、お部屋のロボットを気に入り、物語をせがんでいました」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初めて宿泊させていただきました 話に聞いてた通り恐竜がお出迎えしてくれるフロントにはやっぱりビックリさせられました...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「部屋は広めで清潔、とても快適です」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部屋は広めで清潔、とても快適です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「必要最低限​​の設備は整っているホテルですが、特筆すべき点はありません」</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初めて宿泊させていただきました 話に聞いてた通り恐竜がお出迎えしてくれるフロントにはやっぱりビックリさせられました...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「良いとこ ・宿泊費がリーズナブル ・１Fに冷凍食品、アイス、生活用品、アルコール類の自販機があって買い物して行かな...」</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朝食も美味しくまた利用したいです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「朝食も美味しい」</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Я смотрела как автобусы из других отелей по третьему круг...</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Proximité des moyens de transport pour accéder à L aéropo...</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the room i chose was a little small for our luggages, and...</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Small but clean room Too expensive and too noisy at 2am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初めて宿泊させていただきました 話に聞いてた通り恐竜がお出迎えしてくれるフロントにはやっぱりビックリさせられました...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初めて宿泊させていただきました 話に聞いてた通り恐竜がお出迎えしてくれるフロントにはやっぱりビックリさせられました...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I was forced to put my global roaming on my phone and get...</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カーペットも綺麗でタバコの臭いがなく、トイレに浴槽もあってよかったです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・ベッドのシーツには前の利用者が汚したものか…シミが付いていて気になりましたがチェックインが22時過ぎと遅く疲れて...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8.27点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8.6点以上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75.7%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81%以上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3.2%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約78件/期間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39件以下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変なホテル東京羽田 口コミ分析改善レポート</dc:title>
  <dc:subject>PptxGenJS Presentation</dc:subject>
  <dc:creator>Hotel Consulting</dc:creator>
  <cp:lastModifiedBy>Hotel Consulting</cp:lastModifiedBy>
  <cp:revision>1</cp:revision>
  <dcterms:created xsi:type="dcterms:W3CDTF">2026-03-18T01:37:45Z</dcterms:created>
  <dcterms:modified xsi:type="dcterms:W3CDTF">2026-03-18T01:37:45Z</dcterms:modified>
</cp:coreProperties>
</file>