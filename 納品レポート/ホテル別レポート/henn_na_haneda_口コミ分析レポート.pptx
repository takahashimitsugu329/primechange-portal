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Booking.com</c:v>
                  </c:pt>
                  <c:pt idx="5">
                    <c:v>Google</c:v>
                  </c:pt>
                </c:lvl>
              </c:multiLvlStrCache>
            </c:multiLvlStrRef>
          </c:cat>
          <c:val>
            <c:numRef>
              <c:f>Sheet1!$B$2:$B$7</c:f>
              <c:numCache>
                <c:formatCode>General</c:formatCode>
                <c:ptCount val="6"/>
                <c:pt idx="0">
                  <c:v>9.38</c:v>
                </c:pt>
                <c:pt idx="1">
                  <c:v>8.59</c:v>
                </c:pt>
                <c:pt idx="2">
                  <c:v>8.32</c:v>
                </c:pt>
                <c:pt idx="3">
                  <c:v>8.15</c:v>
                </c:pt>
                <c:pt idx="4">
                  <c:v>8.11</c:v>
                </c:pt>
                <c:pt idx="5">
                  <c:v>8.08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223</c:v>
                </c:pt>
                <c:pt idx="1">
                  <c:v>60</c:v>
                </c:pt>
                <c:pt idx="2">
                  <c:v>9</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97</c:v>
                </c:pt>
                <c:pt idx="1">
                  <c:v>36</c:v>
                </c:pt>
                <c:pt idx="2">
                  <c:v>90</c:v>
                </c:pt>
                <c:pt idx="3">
                  <c:v>27</c:v>
                </c:pt>
                <c:pt idx="4">
                  <c:v>26</c:v>
                </c:pt>
                <c:pt idx="5">
                  <c:v>7</c:v>
                </c:pt>
                <c:pt idx="6">
                  <c:v>2</c:v>
                </c:pt>
                <c:pt idx="7">
                  <c:v>2</c:v>
                </c:pt>
                <c:pt idx="8">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レビュー総数：292件（6サイト）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76.4%</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292件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朝のシャトルバスは10分前に行ったらもぅいっぱいでしたが、駅へもすぐなので電車で行けば問題なくすぐ着きます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バスのスタッフさんやお部屋からの電話対応をしてくださったスタッフさん、とても親切でした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狭いながらも清潔なお部屋で安心して過ごせました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朝のシャトルバスは10分前に行ったらもぅいっぱいでしたが、駅へもすぐなので電車で行けば問題なくすぐ着きます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Needs another pillow on each bed</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狭いながらも清潔なお部屋で安心して過ごせました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76.4%</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292件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Trip.com(9.38)が最高スコア。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223件（76.4%）</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60件（20.5%）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9件（3.1%）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朝のシャトルバスは10分前に行ったらもぅいっぱいでしたが、駅へもすぐなので電車で行けば問題なくすぐ着きます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バスのスタッフさんやお部屋からの電話対応をしてくださったスタッフさん、とても親切でした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「他のホテルからのバスが3度も到着するのを見ましたが、このホテルは何の対応もしてくれませんでした」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狭いながらも清潔なお部屋で安心して過ごせました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各ベッドに枕がもう一つ必要です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近くの洋食レストランがとっても美味しかったので是非オススメします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近くの洋食レストランがとっても美味しかったので是非オススメします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「朝食も美味しくまた利用したいです」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朝のシャトルバスは10分前に行ったらもぅいっぱいでしたが、駅へもすぐなので電車で行けば問題なくすぐ着きます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Needs another pillow on each bed</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狭いながらも清潔なお部屋で安心して過ごせました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 was forced to put my global roaming on my phone and get...</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・ベッドのシーツには前の利用者が汚したものか…シミが付いていて気になりましたがチェックインが22時過ぎと遅く疲れて...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約83件/期間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2026-03-19T23:27:41Z</dcterms:created>
  <dcterms:modified xsi:type="dcterms:W3CDTF">2026-03-19T23:27:41Z</dcterms:modified>
</cp:coreProperties>
</file>