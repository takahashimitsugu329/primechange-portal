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Agoda</c:v>
                  </c:pt>
                  <c:pt idx="4">
                    <c:v>Booking.com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9.37</c:v>
                </c:pt>
                <c:pt idx="1">
                  <c:v>8.59</c:v>
                </c:pt>
                <c:pt idx="2">
                  <c:v>8.35</c:v>
                </c:pt>
                <c:pt idx="3">
                  <c:v>8.1</c:v>
                </c:pt>
                <c:pt idx="4">
                  <c:v>8.1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204</c:v>
                </c:pt>
                <c:pt idx="1">
                  <c:v>57</c:v>
                </c:pt>
                <c:pt idx="2">
                  <c:v>9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90</c:v>
                </c:pt>
                <c:pt idx="1">
                  <c:v>32</c:v>
                </c:pt>
                <c:pt idx="2">
                  <c:v>82</c:v>
                </c:pt>
                <c:pt idx="3">
                  <c:v>25</c:v>
                </c:pt>
                <c:pt idx="4">
                  <c:v>25</c:v>
                </c:pt>
                <c:pt idx="5">
                  <c:v>7</c:v>
                </c:pt>
                <c:pt idx="6">
                  <c:v>2</c:v>
                </c:pt>
                <c:pt idx="7">
                  <c:v>2</c:v>
                </c:pt>
                <c:pt idx="8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レビュー総数：270件（6サイト）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作成日：2026年3月17日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8.25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75.6%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空港に近いという立地が決め手でした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フロントでは恐竜がお出迎え❤️ 空港までの無料バスもあり、とても有難かったです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中は綺麗で、大変満足できました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フロントでは恐竜がお出迎え❤️ 空港までの無料バスもあり、とても有難かったです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Prima hotel als je dichtbij het vliegveld wil/moet overna...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room i chose was a little small for our luggages, and...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8.25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75.6%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Trip.com(9.37)が最高スコア。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204件（75.6%）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57件（21.1%）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9件（3.3%）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空港に近いという立地が決め手でした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「Naar het vliegveld met of de Shuttle bus van het hotel, e...」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フロントでは恐竜がお出迎え❤️ 空港までの無料バスもあり、とても有難かったです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「Staff were helpful when i requested for extra pillow」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中は綺麗で、大変満足できました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「It did make me feel that more cleaning was necessary トイレと...」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必要最低限​​の設備は整っているホテルですが、特筆すべき点はありません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「部屋は静かで快適だった」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良いとこ ・宿泊費がリーズナブル ・１Fに冷凍食品、アイス、生活用品、アルコール類の自販機があって買い物して行かな...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「駅からもそんなに遠くなく 途中にファミレスや居酒屋レストランなどもあり　スーパーもあり便利でした 冷蔵庫は小さかっ...」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Breakfast was also very amazing, accommodating to everyon...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「Les chambres sont grandes et bien insonorisées  Un servic...」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フロントでは恐竜がお出迎え❤️ 空港までの無料バスもあり、とても有難かったです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Prima hotel als je dichtbij het vliegveld wil/moet overna...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room i chose was a little small for our luggages, and...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Small but clean room Too expensive and too noisy at 2am  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ヒューマノイドを使った実験としては、これは本当に残念なことです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was forced to put my global roaming on my phone and get...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カーペットも綺麗でタバコの臭いがなく、トイレに浴槽もあってよかったです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部屋はちょっと狭いけど明るく良かったですが、バスルームが狭くて残念です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・ベッドのシーツには前の利用者が汚したものか…シミが付いていて気になりましたがチェックインが22時過ぎと遅く疲れて...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約76件/期間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変なホテル東京羽田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2026-03-16T22:42:41Z</dcterms:created>
  <dcterms:modified xsi:type="dcterms:W3CDTF">2026-03-16T22:42:41Z</dcterms:modified>
</cp:coreProperties>
</file>