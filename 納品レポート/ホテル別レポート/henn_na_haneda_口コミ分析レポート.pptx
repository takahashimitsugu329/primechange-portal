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9.43</c:v>
                </c:pt>
                <c:pt idx="1">
                  <c:v>8.57</c:v>
                </c:pt>
                <c:pt idx="2">
                  <c:v>8.38</c:v>
                </c:pt>
                <c:pt idx="3">
                  <c:v>8.14</c:v>
                </c:pt>
                <c:pt idx="4">
                  <c:v>8.13</c:v>
                </c:pt>
                <c:pt idx="5">
                  <c:v>8.06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254</c:v>
                </c:pt>
                <c:pt idx="1">
                  <c:v>69</c:v>
                </c:pt>
                <c:pt idx="2">
                  <c:v>11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114</c:v>
                </c:pt>
                <c:pt idx="1">
                  <c:v>43</c:v>
                </c:pt>
                <c:pt idx="2">
                  <c:v>97</c:v>
                </c:pt>
                <c:pt idx="3">
                  <c:v>31</c:v>
                </c:pt>
                <c:pt idx="4">
                  <c:v>29</c:v>
                </c:pt>
                <c:pt idx="5">
                  <c:v>9</c:v>
                </c:pt>
                <c:pt idx="6">
                  <c:v>2</c:v>
                </c:pt>
                <c:pt idx="7">
                  <c:v>2</c:v>
                </c:pt>
                <c:pt idx="8">
                  <c:v>7</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レビュー総数：334件（6サイト）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334件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設備が素晴らしく、サービスも最高で、空港にもとても近い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設備が素晴らしく、サービスも最高で、空港にもとても近い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綺麗広かった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羽田空港との無料シャトルバスを提供 清潔で静か 羽田空港との無料シャトルバスを提供 清潔で静か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Had an early flight, and hotel staff were very helpful in...</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was small but good enough for us to rest well</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334件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254件（76.0%）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69件（20.7%）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11件（3.3%）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設備が素晴らしく、サービスも最高で、空港にもとても近い</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「Sorprendentemente attrezzato ottimo servizio vicinissimo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設備が素晴らしく、サービスも最高で、空港にもとても近い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「Had an early flight, and hotel staff were very helpful in...」</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綺麗広かった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「羽田空港との無料シャトルバスを提供 清潔で静か 羽田空港との無料シャトルバスを提供 清潔で静か」</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設備が素晴らしく、サービスも最高で、空港にもとても近い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「Sorprendentemente attrezzato ottimo servizio vicinissimo ...」</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「素泊まりでしたが近くにスーパーがあり便利でした」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朝食がバラエティーで美味しかった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「Had an early flight, and hotel staff were very helpful in...」</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羽田空港との無料シャトルバスを提供 清潔で静か 羽田空港との無料シャトルバスを提供 清潔で静か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Had an early flight, and hotel staff were very helpful in...</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was small but good enough for us to rest well</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・ベッドのシーツには前の利用者が汚したものか…シミが付いていて気になりましたがチェックインが22時過ぎと遅く疲れて...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約101件/期間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2026-03-27T00:19:00Z</dcterms:created>
  <dcterms:modified xsi:type="dcterms:W3CDTF">2026-03-27T00:19:00Z</dcterms:modified>
</cp:coreProperties>
</file>