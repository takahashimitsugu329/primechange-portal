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Trip.com</c:v>
                  </c:pt>
                  <c:pt idx="2">
                    <c:v>楽天トラベル</c:v>
                  </c:pt>
                  <c:pt idx="3">
                    <c:v>Booking.com</c:v>
                  </c:pt>
                  <c:pt idx="4">
                    <c:v>Agoda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9.57</c:v>
                </c:pt>
                <c:pt idx="2">
                  <c:v>9</c:v>
                </c:pt>
                <c:pt idx="3">
                  <c:v>8.09</c:v>
                </c:pt>
                <c:pt idx="4">
                  <c:v>7.5</c:v>
                </c:pt>
                <c:pt idx="5">
                  <c:v>7.45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55</c:v>
                </c:pt>
                <c:pt idx="1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2点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</c:v>
                </c:pt>
                <c:pt idx="1">
                  <c:v>9</c:v>
                </c:pt>
                <c:pt idx="2">
                  <c:v>27</c:v>
                </c:pt>
                <c:pt idx="3">
                  <c:v>5</c:v>
                </c:pt>
                <c:pt idx="4">
                  <c:v>8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レビュー総数：70件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客室の快適性・設備の充実度への好評（42件）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駅近・交通利便性に関する好評価（34件）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フロントスタッフの丁寧な対応への好評（28件）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じゃらん: 10.00点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8.24点（10pt換算）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55件（78.6%）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14件（20.0%）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1件（1.4%）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「のですが、部屋がとにかく狭すぎました。大きなスーツケースと機」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「坪：六本木駅のすぐ隣のコスパの良いホテル。   場所：六本木」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「ワーなど、スタッフもサービスも最高だったのですが、部屋がとに」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「かったし、朝食はタイ料理でした。  サービス：スタッフはとて」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「のすぐ隣のコスパの良いホテル。   場所：六本木駅のすぐ隣で」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「しましたが綺麗ですね、臭いとかこんなこともありませんでした。」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清潔感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洗面ボール中のカビ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朝食はタイ料理です。とても美味しかったのですが、他の朝食メニューもあればよかった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ホテルが道路に近づいていて、夜に鋭敏な方は耳栓を持って来なければならないようです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清潔感向上の即時対応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客室清掃チェックリストの強化・再徹底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気になる箇所の即時補修対応フロー整備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消臭・換気プロトコルの見直し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清潔感評価の定期モニタリング開始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朝食品質の即時改善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設備老朽化への即時対応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口コミ返信率100%の実現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全OTAサイトの口コミへの返信ルール策定（48時間以内）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ネガティブ口コミへの丁寧な対応テンプレート作成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フロントマネージャーによる週次口コミモニタリング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設備清潔維持の中期施策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定期的な深掃除スケジュールの策定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カーペット・カーテン等の計画的な交換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清掃品質向上のためのスタッフ研修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朝食体験の抜本的改善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メニュー拡充と季節限定品の導入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朝食会場レイアウト改善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地産地消食材の導入による差別化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設備更新の計画的実施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中長期設備更新ロードマップの策定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高頻度使用備品の計画的交換サイクル確立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省エネ設備への転換による維持費削減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月次でOTA評価スコアを確認し、清潔感改善の進捗をトラッキングします。四半期ごとに目標値を見直し、継続的な改善サイクルを確立してください。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コンフォートイン六本木の2025年12月〜2026年3月口コミ分析（70件）では、総合評価8.24点（10pt換算）、高評価率78.6%という結果が得られました。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「部屋・設備」が最大の強みとして確認され、本レポートの3フェーズ改善施策の実施により、さらなる評価向上が期待されます。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6ヶ月以内に全体平均8.5点以上、高評価率84%以上を目指し、継続的な改善サイクルを確立することを推奨します。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コンフォートイン六本木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2026-04-04T01:16:13Z</dcterms:created>
  <dcterms:modified xsi:type="dcterms:W3CDTF">2026-04-04T01:16:13Z</dcterms:modified>
</cp:coreProperties>
</file>