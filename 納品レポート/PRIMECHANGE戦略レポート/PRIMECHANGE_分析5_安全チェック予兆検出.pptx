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安全チェック×予兆検出分析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19ホテルの安全チェックデータに基づく予兆検出レポート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対象ホテル数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全ホテル実施済み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平均安全スコア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5点満点中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要改善項目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安全vs口コミ相関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r=0.224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全ホテルで安全チェック実施。「整理整頓」「現場運営」に課題が集中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安全スコアと口コミに弱い正の相関。安全管理の充実が品質向上に寄与する可能性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ホテル別安全スコアランキング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412480" cy="3200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1097280"/>
                <a:gridCol w="914400"/>
                <a:gridCol w="1097280"/>
                <a:gridCol w="91440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順位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問題件数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コートH.新横浜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問題領域の分析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整理整頓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72.6%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10896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310896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安全管理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0896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10896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93.3%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4360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衛生管理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94360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87.5%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現場運営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39件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7432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66.9%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0896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2E75B6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現場ルール・マナー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0896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10896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90.7%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問題項目合計: 68件 / 最頻出: 「棚に物が積みあがっていないか」(全19ホテル)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安全チェック実施率の向上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月1回の安全チェック実施を全ホテルに義務化 / チェックリストのデジタル化による入力率向上 / チェック結果の本社共有と改善追跡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問題項目の重点改善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△・✖評価の項目への是正措置と期限設定 / 改善前後の写真記録による可視化 / 四半期での改善進捗レビュー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安全スコアと品質KPIの連動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安全スコアの低下→クレーム増加の早期警戒指標化 / 月次ダッシュボードへの安全チェックスコア統合 / ベストプラクティスホテルの安全管理手法の横展開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2026-03-19T23:27:42Z</dcterms:created>
  <dcterms:modified xsi:type="dcterms:W3CDTF">2026-03-19T23:27:42Z</dcterms:modified>
</cp:coreProperties>
</file>