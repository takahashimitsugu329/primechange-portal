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PRIMECHANGE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分析5: 安全チェック×予兆検出分析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19ホテルの安全チェックデータに基づく予兆検出レポート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主要KPI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対象ホテル数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737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全ホテル実施済み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平均安全スコア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23160" y="1737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23160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5点満点中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問題項目数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737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0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要改善項目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F9800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安全vs口コミ相関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20840" y="1737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r=0.224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20840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弱い正の相関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全ホテルで安全チェック実施。「整理整頓」「現場運営」に課題が集中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安全スコアと口コミに弱い正の相関。安全管理の充実が品質向上に寄与する可能性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ホテル別安全スコアランキング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412480" cy="3200400"/>
        </p:xfrm>
        <a:graphic>
          <a:graphicData uri="http://schemas.openxmlformats.org/drawingml/2006/table">
            <a:tbl>
              <a:tblPr/>
              <a:tblGrid>
                <a:gridCol w="548640"/>
                <a:gridCol w="2926080"/>
                <a:gridCol w="1097280"/>
                <a:gridCol w="914400"/>
                <a:gridCol w="1097280"/>
                <a:gridCol w="914400"/>
              </a:tblGrid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順位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ホテル名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安全スコア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クレーム率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問題件数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コンフォートH.ERA東神田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変なH.東京羽田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アパH.相模原橋本駅東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川崎日航H.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コンフォートイン六本木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コンフォートスイーツ東京ベイ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10.79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ダイワロイネットH.東京大崎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コートH.新横浜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H.コメント横浜関内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京成リッチモンドH.東京錦糸町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13.93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チサンH.浜松町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ハートンH.東品川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問題領域の分析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188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整理整頓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23件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965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 72.6%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108960" y="10972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F9800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0" y="1188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安全管理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0件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08960" y="1965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 93.3%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0" y="10972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00695C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188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衛生管理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6件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43600" y="1965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 87.5%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60604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697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現場運営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39件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4320" y="3474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 66.9%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08960" y="260604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3108960" y="2697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現場ルール・マナー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0件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108960" y="3474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 90.7%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問題項目合計: 68件 / 最頻出: 「棚に物が積みあがっていないか」(全19ホテル)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提言とアクションプラン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安全チェック実施率の向上  [最優先]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月1回の安全チェック実施を全ホテルに義務化 / チェックリストのデジタル化による入力率向上 / チェック結果の本社共有と改善追跡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219456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40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問題項目の重点改善  [高]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△・✖評価の項目への是正措置と期限設定 / 改善前後の写真記録による可視化 / 四半期での改善進捗レビュー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29184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00695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37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安全スコアと品質KPIの連動  [中]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安全スコアの低下→クレーム増加の早期警戒指標化 / 月次ダッシュボードへの安全チェックスコア統合 / ベストプラクティスホテルの安全管理手法の横展開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2026-03-19T01:52:14Z</dcterms:created>
  <dcterms:modified xsi:type="dcterms:W3CDTF">2026-03-19T01:52:14Z</dcterms:modified>
</cp:coreProperties>
</file>