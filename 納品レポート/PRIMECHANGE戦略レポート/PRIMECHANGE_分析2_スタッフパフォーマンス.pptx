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19ホテル・312名のスタッフパフォーマンスデータに基づく分析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312名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最高26.0室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31.0日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高出勤251名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モハン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ブラトキ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コイララ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26.0室/日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2026-04-06T04:03:20Z</dcterms:created>
  <dcterms:modified xsi:type="dcterms:W3CDTF">2026-04-06T04:03:20Z</dcterms:modified>
</cp:coreProperties>
</file>