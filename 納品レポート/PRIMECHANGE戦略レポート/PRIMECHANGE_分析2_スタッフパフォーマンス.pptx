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19ホテル・510名のスタッフパフォーマンスデータに基づく分析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分析対象スタッフ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クレーム発生メイド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個別研修対象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平均清掃室数/日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最高24.3室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平均出勤日数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19.3日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高出勤243名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クレーム2件以上のメイド13名に個別研修が急務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チェッカー不在時のクレーム9件 — チェック体制の見直しが必要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ホテル別クレーム分析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件/メイド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川崎日航H.・ダイワロイネットH.東京大崎が件/メイド比で要改善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生産性比較（清掃室数/日）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18288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914400"/>
                <a:gridCol w="1097280"/>
                <a:gridCol w="914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名前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出勤日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清掃室数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室/日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スーザン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グルン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アルチャナ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10.2室/日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92608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10.1室/日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39496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539496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24.3室/日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クレーム多発スタッフへの個別研修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クレーム2件以上のメイドへの個別フィードバック面談 / 清掃手順の再確認と実技研修 / 改善後のフォローアップ（1ヶ月後再評価）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チェッカー品質管理力の強化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チェッカー間のクレーム発見率比較と是正 / ベストチェッカーの手法共有会の開催 / チェック項目の統一と漏れ防止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生産性指標の導入と目標管理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日あたり清掃室数の個人別トラッキング / 効率と品質のバランス指標の設定 / トップパフォーマーのベストプラクティス抽出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2026-03-24T01:12:45Z</dcterms:created>
  <dcterms:modified xsi:type="dcterms:W3CDTF">2026-03-24T01:12:45Z</dcterms:modified>
</cp:coreProperties>
</file>