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分析1: クレーム類型×口コミスコア連動分析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Type × Review Score Correlation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19ホテル | 総クレーム: 87件 | 13類型分析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主要な発見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19ホテル×13クレーム類型の統合分析から得られた重要な洞察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総クレーム件数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130,709室中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万室あたりクレーム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6.1件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19ホテル平均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最多類型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セット漏れ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 (25件)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ゼロクレーム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3ホテル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達成率 15.8%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「客室準備系」クレームが全体の55.2%を占有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上位2類型（セット漏れ・残置）で全体の55.9%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クレーム50%削減で年間約¥41,789,401の改善ポテンシャル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クレーム類型別頻度ランキング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41148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914400"/>
                <a:gridCol w="1097280"/>
              </a:tblGrid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構成比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影響ホテル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セット漏れ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その他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汚れ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髪の毛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巻き込み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ドア閉め忘れ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手配ミス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破損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28016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客室準備系  48件 (55.2%)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残置、セット漏れ、手配ミス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846320" y="210312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FF9800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清潔性系  22件 (25.3%)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髪の毛、汚れ、清掃不備、未清掃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846320" y="292608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00695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  12件 (13.8%)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3291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私物破棄、その他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46320" y="374904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666666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安全・設備系  5件 (5.7%)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巻き込み、誤入室、ドア閉め忘れ、破損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クレーム率×スコア相関分析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全体相関: r=0.2982 (弱い相関)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45720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731520"/>
                <a:gridCol w="109728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相関 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|r|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汚れ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弱い相関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弱い相関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破損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弱い相関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巻き込み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弱い相関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手配ミス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弱い相関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ドア閉め忘れ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弱い相関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セット漏れ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ほぼ無相関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髪の毛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ほぼ無相関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80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分析上の考察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全ホテルのクレーム率が極めて低水準（0〜0.15%）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30352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高品質ホテルほど検知力が高い可能性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「汚れ」が最高相関（r=0.42）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352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データ蓄積で分析精度向上が見込まれる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0352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N=19のため参考値として活用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ホテル別クレームプロファイル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50292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914400"/>
                <a:gridCol w="1097280"/>
              </a:tblGrid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ホテル名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万室あたり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主要類型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川崎日航H.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セット漏れ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コンフォートH.博多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京成リッチモンドH.東京錦糸町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セット漏れ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アパH.蒲田駅東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セット漏れ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コンフォートスイーツ東京ベイ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残置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第一イン池袋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汚れ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ダイワロイネットH.東京大崎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残置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ハートンH.東品川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残置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コンフォートH.ERA東神田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汚れ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アパH.相模原橋本駅東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セット漏れ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109728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27AE60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ゼロクレーム達成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60720" y="1600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リッチモンドホテル東京目白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コンフォートホテル成田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コンフォートホテル横浜関内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2514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成功手法の横展開推奨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収益インパクト試算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分析6の弾力性を活用したクレーム削減→売上改善の連鎖効果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25%削減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 ¥1,741,225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 ¥20,894,701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50%削減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 ¥3,482,450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 ¥41,789,401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75%削減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 ¥5,223,675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 ¥62,684,102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類型別インパクト（50%削減時）: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セット漏れ: 25件→12件 ¥925,259/月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残置: 22件→11件 ¥814,228/月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その他: 12件→6件 ¥444,125/月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汚れ: 9件→4件 ¥333,093/月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清掃不備: 7件→3件 ¥259,073/月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改善優先度と提言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残置  (22件, |r|=0.315)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98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汚れ  (9件, |r|=0.365)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57F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セット漏れ  (25件, |r|=0.081)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 その他  (12件, |r|=0.033)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 髪の毛  (6件, |r|=0.048)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0F4F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実施ロードマップ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(1-2月)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残置・セット漏れ対策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チェックリスト強化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350008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395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(3-4月)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23500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清潔性系対策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研修プログラム導入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3008376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054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(5-6月)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300837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ゼロクレームホテル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ベストプラクティス横展開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666744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(7-12月)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92240" y="366674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統一予防体制確立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効果測定・PDCA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分析1: クレーム類型×スコア連動分析</dc:subject>
  <dc:creator>PRIMECHANGE</dc:creator>
  <cp:lastModifiedBy>PRIMECHANGE</cp:lastModifiedBy>
  <cp:revision>1</cp:revision>
  <dcterms:created xsi:type="dcterms:W3CDTF">2026-04-05T00:17:47Z</dcterms:created>
  <dcterms:modified xsi:type="dcterms:W3CDTF">2026-04-05T00:17:47Z</dcterms:modified>
</cp:coreProperties>
</file>