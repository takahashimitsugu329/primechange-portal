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分析3: 人員配置×品質 相関分析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19ホテル日報データに基づくスタッフ配置と品質の関連分析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M:C比率 vs スコア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r=-0.441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中程度の負の相関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r=0.302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66666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 vs スコア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r=-0.005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ほぼ無相関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 vs クレーム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r=0.436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中程度の正の相関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3200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「数」よりも「質」と「チェック体制」が品質を決定する重要な要因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35661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メイド:チェッカー比率の最適化がスコア向上の最も効果的なレバー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ホテル別人員配置と品質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8229600" cy="3200400"/>
        </p:xfrm>
        <a:graphic>
          <a:graphicData uri="http://schemas.openxmlformats.org/drawingml/2006/table">
            <a:tbl>
              <a:tblPr/>
              <a:tblGrid>
                <a:gridCol w="2743200"/>
                <a:gridCol w="1097280"/>
                <a:gridCol w="1097280"/>
                <a:gridCol w="1097280"/>
                <a:gridCol w="1097280"/>
              </a:tblGrid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メイド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チェッカー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M:C比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スコア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4.1:1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H.ケヤキゲート東京府中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H.コメント横浜関内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リッチモンドH.東京目白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コンフォートH.成田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4618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変なH.東京羽田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4.2:1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配置水準別の品質比較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低配置グループ (9ホテル)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7.0名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8.45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315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5.9/万室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0" y="1280160"/>
            <a:ext cx="3840480" cy="2011680"/>
          </a:xfrm>
          <a:prstGeom prst="roundRect">
            <a:avLst>
              <a:gd name="adj" fmla="val 4545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4572000" y="1371600"/>
            <a:ext cx="3840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高配置グループ (10ホテル)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8288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平均メイド: 12.5名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846320" y="219456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平均スコア: 8.26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846320" y="26517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6.2/万室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メイド「数」の多寡よりも、チェッカー配置と比率の最適化が品質を左右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メイド・チェッカー比率の最適化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メイド3〜5名に対しチェッカー1名の配置基準を設定 / 高稼働日（150室超）は追加チェッカーの配置を検討 / チェッカー不在ホテルへの配置導入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チェッカー配置とスコアの連動強化  [最優先]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チェッカー配置率100%を目標に採用・配置計画を策定 / チェッカー研修プログラムの統一と強化 / チェッカー不在時の代替チェック体制の確立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データ入力の標準化と充実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日報必須入力項目の明確化（メイド数・チェッカー数・完了時間） / 翌日稼働数の数値入力フォーマット統一 / 月次での入力率チェックと改善フィードバック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2026-04-02T08:56:38Z</dcterms:created>
  <dcterms:modified xsi:type="dcterms:W3CDTF">2026-04-02T08:56:38Z</dcterms:modified>
</cp:coreProperties>
</file>