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PRIMECHANGE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分析3: 人員配置×品質 相関分析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19ホテル日報データに基づくスタッフ配置と品質の関連分析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主要な発見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12801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M:C比率 vs スコア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737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r=-0.441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286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中程度の負の相関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23160" y="12801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2423160" y="13716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チェッカー vs スコア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23160" y="1737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r=0.302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23160" y="2286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弱い正の相関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66666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3716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メイド vs スコア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737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r=-0.005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0" y="2286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ほぼ無相関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20840" y="12801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FF9800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13716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 vs クレーム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20840" y="1737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r=0.436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720840" y="2286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中程度の正の相関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「数」よりも「質」と「チェック体制」が品質を決定する重要な要因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メイド:チェッカー比率の最適化がスコア向上の最も効果的なレバー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ホテル別人員配置と品質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  <a:gridCol w="1097280"/>
                <a:gridCol w="1097280"/>
                <a:gridCol w="1097280"/>
              </a:tblGrid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ホテル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メイド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チェッカー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M:C比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スコア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コンフォートスイーツ東京ベイ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4.0:1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第一イン池袋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1.5:1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京成リッチモンドH.東京錦糸町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2.7:1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コンフォートH.ERA東神田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ダイワロイネットH.東京大崎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4.1:1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H.ケヤキゲート東京府中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6.0:1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H.コメント横浜関内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3.3:1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リッチモンドH.東京目白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2.0:1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ハートンH.東品川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8.0:1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川崎日航H.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1.8:1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コンフォートH.成田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8.2:1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変なH.東京羽田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4.2:1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配置水準別の品質比較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FF9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低配置グループ (9ホテル)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平均メイド: 7.0名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平均スコア: 8.45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クレーム率: 5.9/万室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28016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高配置グループ (10ホテル)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828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平均メイド: 12.5名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2194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平均スコア: 8.26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2651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クレーム率: 6.2/万室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メイド「数」の多寡よりも、チェッカー配置と比率の最適化が品質を左右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提言とアクションプラン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メイド・チェッカー比率の最適化  [高]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メイド3〜5名に対しチェッカー1名の配置基準を設定 / 高稼働日（150室超）は追加チェッカーの配置を検討 / チェッカー不在ホテルへの配置導入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219456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40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チェッカー配置とスコアの連動強化  [最優先]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チェッカー配置率100%を目標に採用・配置計画を策定 / チェッカー研修プログラムの統一と強化 / チェッカー不在時の代替チェック体制の確立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329184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00695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337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データ入力の標準化と充実  [中]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日報必須入力項目の明確化（メイド数・チェッカー数・完了時間） / 翌日稼働数の数値入力フォーマット統一 / 月次での入力率チェックと改善フィードバック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2026-03-27T00:19:01Z</dcterms:created>
  <dcterms:modified xsi:type="dcterms:W3CDTF">2026-03-27T00:19:01Z</dcterms:modified>
</cp:coreProperties>
</file>