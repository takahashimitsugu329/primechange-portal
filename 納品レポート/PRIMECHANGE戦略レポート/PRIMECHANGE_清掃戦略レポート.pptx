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2026年3月25日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レビュー：2389件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78.7%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2389件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上位5ホテル平均8.7点超。コンフォートスイーツ東京ベイが9.21点で最高評価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5ホテルがURGENT。清掃クレーム率4.4%（業界平均2-3%超過）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9.21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91.3%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89.8%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75.9%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ダイワロイネットホテル東京大崎（8.83点）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(9)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コンフォートホテルERA東京東神田（8.92点）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コンフォートスイーツ東京ベイ（9.21点）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7.39点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7.83点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【URGENT】コンフォートホテル横浜関内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7.43点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喫煙室との動線分離確認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シミ発見時の即時報告・対処フロー構築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7.09点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#5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対象：3ホテル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8.23点 → 9点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8.87点 → 9.2点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主要課題：清掃品質全般(6件)、臭気・異臭(2件)、タバコ関連(1件)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8.83点 → 9.1点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主要課題：清掃品質全般(3件)、シミ・汚れ跡(2件)、害虫(2件)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8.91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4.4%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78.7%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83.7%以上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4.8%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2.4%以下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8.23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2026-03-25T11:12:27Z</dcterms:created>
  <dcterms:modified xsi:type="dcterms:W3CDTF">2026-03-25T11:12:27Z</dcterms:modified>
</cp:coreProperties>
</file>