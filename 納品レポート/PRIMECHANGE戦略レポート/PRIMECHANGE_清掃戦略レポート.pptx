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2026年4月2日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レビュー：2290件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8.35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77.8%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2290件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上位5ホテル平均8.7点超。第一イン池袋が9.48点で最高評価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4ホテルがURGENT。清掃クレーム率4.6%（業界平均2-3%超過）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9.48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93.3%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9.24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93.0%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95.1%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80.6%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87.0%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80.9%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8.48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8.46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80.9%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8.31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76.6%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7.73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63.6%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7.57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7.38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63.3%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6.57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46.6%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要緊急対応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17/19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カーペット汚れ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ゴミ残置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シミ・汚れ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タバコ関連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ほこり・塵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カビ・モー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(4)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コンフォートホテル博多（7.73点）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チサンホテル浜松町（6.57点）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(4)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コンフォートホテル横浜関内（7.57点）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コンフォートイン六本木（8.15点）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ハートンホテル東品川（8.48点）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川崎日航ホテル（8.64点）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(10)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ダイワロイネットホテル東京大崎（8.84点）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コンフォートホテル成田（8.46点）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アパホテル相模原橋本駅東（8.22点）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ホテルケヤキゲート東京府中（8.81点）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変なホテル東京羽田（8.31点）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京成リッチモンドホテル東京錦糸町（9.24点）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第一イン池袋（9.48点）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(1)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コンフォートスイーツ東京ベイ（9.14点）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7.73点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15件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7件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5件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4件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汚損箇所のスポットクリーニング即時実施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四半期ごとのカーペットディープクリーニング導入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7.38点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6.57点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6.57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2件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ベッドメイク後の粘着ローラー仕上げ工程追加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排水口ヘアキャッチャーの毎回清掃・交換強化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バスルーム清掃後の目視チェック強化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清掃チェックリストに毛髪確認項目を明記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白色・黒色素材箇所の重点チェック体制構築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【URGENT】コートホテル新横浜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7.12点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害虫: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対象：4ホテル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7.57点 → 8.5点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主要課題：シミ・汚れ跡(6件)、清掃品質全般(5件)、カビ・モールド(1件)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05740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30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8.15点 → 9点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主要課題：臭気・異臭(4件)、カビ・モールド(2件)、清掃品質全般(2件)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エアコンフィルター・内部のカビ除去と消毒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338328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56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34564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8.48点 → 9点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7033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主要課題：清掃品質全般(5件)、タバコ関連(2件)、臭気・異臭(1件)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74320" y="470916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470916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7823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0" y="478231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8.64点 → 8.9点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主要課題：清掃品質全般(6件)、臭気・異臭(1件)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52578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シミ箇所の特定と専用クリーナーによる除去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シミ発見時の即時報告・対処フロー構築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臭気発生源の特定と即時対処（排水トラップ、換気扇）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消臭・脱臭処理の実施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定期的な換気・消臭ルーティンの標準化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エアコン・排水系の臭気源の根本対策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オゾン脱臭機の導入検討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空気品質モニタリングの導入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8.35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1.8%以下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77.8%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82.8%以上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5.2%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2.6%以下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7.73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8.20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4.5%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7.38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6.57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7.57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8.70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8.48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9.00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8.64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2026-04-02T08:56:37Z</dcterms:created>
  <dcterms:modified xsi:type="dcterms:W3CDTF">2026-04-02T08:56:37Z</dcterms:modified>
</cp:coreProperties>
</file>