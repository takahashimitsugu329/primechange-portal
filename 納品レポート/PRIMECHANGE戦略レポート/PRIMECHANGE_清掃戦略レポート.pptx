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2026年4月5日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レビュー：1762件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1762件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上位5ホテル平均8.7点超。第一イン池袋が9.5点で最高評価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4ホテルがURGENT。清掃クレーム率4.4%（業界平均2-3%超過）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73.8%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コンフォートスイーツ東京ベイ（9.07点）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7.89点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8.62点 → 8.9点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主要課題：清掃品質全般(3件)、害虫(2件)、シミ・汚れ跡(1件)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害虫駆除業者による即時消毒実施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8.64点 → 8.9点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4.4%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2026-04-05T10:02:50Z</dcterms:created>
  <dcterms:modified xsi:type="dcterms:W3CDTF">2026-04-05T10:02:50Z</dcterms:modified>
</cp:coreProperties>
</file>