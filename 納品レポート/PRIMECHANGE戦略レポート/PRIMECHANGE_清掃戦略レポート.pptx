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2026年4月8日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レビュー：1835件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77.3%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1835件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上位5ホテル平均8.7点超。第一イン池袋が9.4点で最高評価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4ホテルがURGENT。清掃クレーム率4.9%（業界平均2-3%超過）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90.6%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9.31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94.6%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74.4%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77.9%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74.6%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7.95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要緊急対応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LOW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毛髪・髪の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ほこり・塵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コンフォートホテル博多（7.95点）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(6)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川崎日航ホテル（8.56点）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コンフォートイン六本木（8.26点）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(8)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コンフォートホテル成田（8.46点）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アパホテル相模原橋本駅東（8.06点）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コンフォートホテルERA東京東神田（8.85点）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変なホテル東京羽田（8.25点）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コンフォートスイーツ東京ベイ（9.06点）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7.38点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7.95点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7.95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換気設備の改善提案（換気扇能力の見直し）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6.52点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排水口ヘアキャッチャーの毎回清掃・交換強化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バスルーム清掃後の目視チェック強化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白色・黒色素材箇所の重点チェック体制構築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対象：6ホテル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7.57点 → 8.5点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主要課題：シミ・汚れ跡(6件)、清掃品質全般(5件)、カビ・モールド(1件)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8.4点 → 9点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主要課題：清掃品質全般(6件)、臭気・異臭(3件)、タバコ関連(3件)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8.63点 → 8.9点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主要課題：清掃品質全般(3件)、害虫(2件)、シミ・汚れ跡(1件)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害虫駆除業者による即時消毒実施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" y="470916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470916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82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0" y="4782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8.56点 → 8.9点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主要課題：清掃品質全般(3件)、毛髪・髪の毛(2件)、臭気・異臭(2件)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2578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74320" y="603504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74320" y="603504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108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0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8.83点 → 9.1点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3550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主要課題：清掃品質全般(5件)、臭気・異臭(2件)、タバコ関連(1件)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65836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74320" y="73609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74320" y="73609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74340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0" y="74340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8.26点 → 9点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76809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主要課題：清掃品質全般(2件)、カビ・モールド(2件)、排水・詰まり(1件)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" y="79095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シミ箇所の特定と専用クリーナーによる除去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シミ発見時の即時報告・対処フロー構築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2.0%以下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77.3%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82.3%以上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2.6%以下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7.95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8.26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2026-04-08T00:30:52Z</dcterms:created>
  <dcterms:modified xsi:type="dcterms:W3CDTF">2026-04-08T00:30:52Z</dcterms:modified>
</cp:coreProperties>
</file>