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2026年3月11日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レビュー：2157件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78.2%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2157件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上位5ホテル平均8.7点超。コンフォートスイーツ東京ベイが9.18点で最高評価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4ホテルがURGENT。清掃クレーム率4.7%（業界平均2-3%超過）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92.6%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68.3%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(4)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コンフォートホテル横浜関内（7.65点）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コンフォートホテルERA東京東神田（8.91点）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コンフォートスイーツ東京ベイ（9.18点）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7.89点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7.34点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対象：4ホテル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7.65点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主要課題：シミ・汚れ跡(6件)、清掃品質全般(5件)、臭気・異臭(2件)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8.11点 → 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8.65点 → 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主要課題：清掃品質全般(6件)、ゴミ残置(1件)、臭気・異臭(1件)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清掃後のゴミ残置チェック項目の追加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70916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70916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82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4782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8.81点 → 9.1点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主要課題：清掃品質全般(4件)、臭気・異臭(2件)、タバコ関連(1件)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257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4.7%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1.9%以下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83.2%以上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2026-03-18T01:38:11Z</dcterms:created>
  <dcterms:modified xsi:type="dcterms:W3CDTF">2026-03-18T01:38:11Z</dcterms:modified>
</cp:coreProperties>
</file>