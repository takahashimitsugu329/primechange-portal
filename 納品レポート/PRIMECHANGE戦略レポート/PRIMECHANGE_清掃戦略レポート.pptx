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2026年3月27日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レビュー：2426件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78.7%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2426件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上位5ホテル平均8.7点超。コンフォートスイーツ東京ベイが9.2点で最高評価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5ホテルがURGENT。清掃クレーム率4.3%（業界平均2-3%超過）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90.1%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86.4%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68.3%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66.4%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7.04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56.6%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チサンホテル浜松町（7.04点）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(2)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(10)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ハートンホテル東品川（8.59点）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7.39点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7.88点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7.46点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喫煙室との動線分離確認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#5 | 現状 7.04点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7.04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対象：2ホテル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8.23点 → 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8.88点 → 9.2点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主要課題：清掃品質全般(6件)、臭気・異臭(2件)、タバコ関連(1件)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8.91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1.7%以下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78.7%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83.7%以上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4.8%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2.4%以下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8.00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7.04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7.50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8.23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2026-03-27T00:19:00Z</dcterms:created>
  <dcterms:modified xsi:type="dcterms:W3CDTF">2026-03-27T00:19:00Z</dcterms:modified>
</cp:coreProperties>
</file>