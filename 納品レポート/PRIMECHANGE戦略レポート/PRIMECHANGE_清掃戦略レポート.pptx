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ホテル清掃戦略レポート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ゲスト口コミデータに基づく清掃品質改善提案書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2026年4月7日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レビュー：1816件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114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提出先：株式会社PRIMECHANGE 代表取締役社長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480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8229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ポートフォリオ平均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8.36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8229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77.6%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8229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8229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1816件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8321040" cy="2560320"/>
          </a:xfrm>
          <a:prstGeom prst="rect">
            <a:avLst/>
          </a:prstGeom>
          <a:solidFill>
            <a:srgbClr val="F0F7FC"/>
          </a:solidFill>
          <a:ln w="1905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5720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22860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上位5ホテル平均8.7点超。第一イン池袋が9.4点で最高評価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926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4ホテルがURGENT。清掃クレーム率4.7%（業界平均2-3%超過）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3566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清掃品質標準化によりURGENTホテル+0.5-1.0pt改善、RevPAR 5-10%向上見込み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ポートフォリオ概況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全19ホテルスコアランキング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685800"/>
          <a:ext cx="877824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108960"/>
                <a:gridCol w="731520"/>
                <a:gridCol w="914400"/>
                <a:gridCol w="1097280"/>
                <a:gridCol w="7315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平均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高評価率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ティア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9.40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90.6%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9.31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93.2%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9.06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94.6%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MAINTENANCE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8.97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88.7%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8.93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87.2%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8.83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84.1%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86.0%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74.4%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85.6%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8.56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78.6%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8.40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81.5%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8.26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77.9%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8.25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74.6%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8.06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67.7%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7.95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70.3%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7.57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67.8%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7.38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63.3%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50.8%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6.52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46.0%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要緊急対応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 Deep Dive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カテゴリ別清掃クレーム分析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256032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25603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清掃クレーム総数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85件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3108960" y="731520"/>
            <a:ext cx="2560320" cy="777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08960" y="731520"/>
            <a:ext cx="25603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10896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10896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943600" y="731520"/>
            <a:ext cx="256032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0" y="731520"/>
            <a:ext cx="25603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カテゴリ数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94360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82880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64592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カテゴリ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言及数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該当ホテル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深刻度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清掃品質全般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53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18/19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臭気・異臭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シミ・汚れ跡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毛髪・髪の毛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排水・詰まり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ほこり・塵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タバコ関連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カビ・モールド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害虫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ホテル別清掃課題マトリクス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ヒートマップ：色が濃いほど件数が多い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4864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合計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清掃品質全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臭気・異臭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シミ・汚れ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毛髪・髪の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排水・詰ま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ほこり・塵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</a:rPr>
              <a:t>凡例: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1-2件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3-5件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6件以上 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920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URGENT（緊急） (4)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アパホテル蒲田駅東（7.38点）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コンフォートホテル博多（7.95点）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コートホテル新横浜（7.12点）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チサンホテル浜松町（6.52点）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114800" cy="1920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HIGH（高） (6)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0060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コンフォートホテル横浜関内（7.57点）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ダイワロイネットホテル東京大崎（8.63点）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ハートンホテル東品川（8.4点）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川崎日航ホテル（8.56点）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コンフォートイン六本木（8.26点）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4320" y="2834640"/>
            <a:ext cx="4114800" cy="16459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834640"/>
            <a:ext cx="41148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STANDARD（標準） (8)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第一イン池袋（9.4点）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ホテルケヤキゲート東京府中（8.97点）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アパホテル相模原橋本駅東（8.06点）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リッチモンドホテル東京目白（8.6点）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コンフォートホテル成田（8.66点）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京成リッチモンドホテル東京錦糸町（9.31点）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変なホテル東京羽田（8.25点）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コンフォートホテルERA東京東神田（8.93点）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63440" y="2834640"/>
            <a:ext cx="4114800" cy="16459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83464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MAINTENANCE（維持） (1)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コンフォートスイーツ東京ベイ（9.06点）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【URGENT】アパホテル蒲田駅東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#1 | 現状 7.38点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7.38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4件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テレビ裏・家具裏の清掃徹底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【URGENT】コンフォートホテル博多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#2 | 現状 7.95点 → 目標 8.5点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7.95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7件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シミ・汚れ跡: 2件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換気設備の改善提案（換気扇能力の見直し）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【URGENT】コートホテル新横浜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#3 | 現状 7.12点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4件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害虫: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禁煙室の残留臭調査と脱臭処理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廊下・共用部の定期脱臭処理スケジュール導入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【URGENT】チサンホテル浜松町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#4 | 現状 6.52点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6.52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毛髪・髪の毛: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2件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テレビ裏・家具裏の清掃徹底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ベッドメイク後の粘着ローラー仕上げ工程追加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排水口ヘアキャッチャーの毎回清掃・交換強化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バスルーム清掃後の目視チェック強化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清掃チェックリストに毛髪確認項目を明記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白色・黒色素材箇所の重点チェック体制構築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HIGHホテル改善サマリー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対象：6ホテル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0" y="8046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7.57点 → 8.5点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0515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主要課題：シミ・汚れ跡(6件)、清掃品質全般(5件)、カビ・モールド(1件)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801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シミ箇所の特定と専用クリーナーによる除去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05740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05740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1305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21305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8.63点 → 8.9点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23774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主要課題：清掃品質全般(3件)、シミ・汚れ跡(2件)、害虫(2件)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260604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シミ箇所の特定と専用クリーナーによる除去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74320" y="338328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338328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4564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0" y="34564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8.4点 → 9点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7033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主要課題：清掃品質全般(4件)、臭気・異臭(2件)、タバコ関連(2件)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74320" y="470916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74320" y="470916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7823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0" y="478231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8.56点 → 8.9点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主要課題：清掃品質全般(3件)、毛髪・髪の毛(2件)、臭気・異臭(2件)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525780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ベッドメイク後の粘着ローラー仕上げ工程追加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274320" y="603504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74320" y="603504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61081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0" y="61081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8.83点 → 9.1点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635508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主要課題：清掃品質全般(5件)、臭気・異臭(2件)、タバコ関連(1件)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57200" y="658368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74320" y="736092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274320" y="736092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74340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0" y="74340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8.26点 → 9点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" y="76809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主要課題：清掃品質全般(2件)、カビ・モールド(2件)、排水・詰まり(1件)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57200" y="79095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エアコンフィルター・内部のカビ除去と消毒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HIGHホテル推奨アクション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Phase別主要施策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228600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1（即時）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2（短期）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3（中期）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シミ箇所の特定と専用クリーナーによる除去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シミ発見時の即時報告・対処フロー構築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1-2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清掃チェックリスト標準化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優先度：HIGH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統一された50項目の清掃チェックリストを全ホテルに導入。客室タイプ別（シングル・ダブル・ツイン）の基準を明確化し、チェック漏れを防止する。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バスルーム清掃チェック（排水口、鏡、タオルラック、アメニティ配置）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ベッド周り清掃チェック（シーツ交換、枕カバー、粘着ローラー仕上げ）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フロア清掃チェック（掃除機、カーペットスポット確認）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エアコン・換気扇チェック（フィルター状態、異臭確認）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水回り動作確認（排水速度、水圧、温度）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品質管理（QC）体制構築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対象：全19ホテル（特にURGENT/HIGHホテル優先） | 優先度：HIGH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ランダム抜き打ち検査と定期品質監査の二層体制を構築。ゲスト口コミデータとの連動により、改善効果を定量的にモニタリングする。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週次ランダム抜き打ち検査（各ホテル最低3室/週）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月次品質監査レポートの作成と共有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ゲスト口コミスコアの月次トラッキング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清掃クレーム発生時の即時フィードバックループ構築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3-4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予防保全プログラム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優先度：MEDIUM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清掃関連設備の定期メンテナンスにより、カビ・排水・臭気等の根本原因を予防する。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エアコンフィルター月次清掃・半年次内部洗浄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排水管四半期高圧洗浄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カーペットディープクリーニング四半期実施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換気扇・排気設備の半年次点検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害虫予防駆除の月次定期契約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テクノロジー活用による清掃DX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対象：パイロット3ホテル → 全展開 | 優先度：MEDIUM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デジタルツールを活用した清掃品質の可視化と効率化。URGENTホテルでパイロット導入し、効果検証後に全展開する。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タブレット型デジタル清掃チェックリスト（写真記録付き）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空気品質モニタリングセンサー（臭気・湿度）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UV-C除菌デバイスの導入（枕・リモコン等の高接触面）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清掃完了報告のリアルタイムダッシュボード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（続き）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ポートフォリオ目標 &amp; ホテル別目標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685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ポートフォリオ全体KPI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60120"/>
          <a:ext cx="8595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45920"/>
                <a:gridCol w="182880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8.36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8.86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清掃関連クレーム率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4.7%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1.9%以下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高評価率（8-10点）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77.6%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82.6%以上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低評価率（1-4点）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5.2%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2.6%以下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274320" y="2468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ホテル別KPI目標（URGENT/HIGH）</a:t>
            </a:r>
            <a:endParaRPr lang="en-US" sz="11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743200"/>
          <a:ext cx="8595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914400"/>
                <a:gridCol w="914400"/>
                <a:gridCol w="118872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現クレーム率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7.38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7.90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7.95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8.40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7.60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6.52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7.00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7.57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8.63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9.10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8.40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8.90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8.56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9.10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8.83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9.30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8.26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8.80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口コミスコア0.1pt改善 ≒ RevPAR約1%向上（業界ベンチマーク）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8595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1371600"/>
                <a:gridCol w="1463040"/>
                <a:gridCol w="14630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シナリオ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概算コスト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期待改善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収益効果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ROI回収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シナリオA: URGENTホテル集中改善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300-500万円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+0.5-1.0pt（対象ホテル平均）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5-10%向上見込み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シナリオB: URGENT + HIGHホテル改善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+0.3-0.7pt（対象ホテル平均）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3-7%向上見込み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8-14ヶ月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シナリオC: 全社品質管理システム導入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800-1,200万円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+0.3-0.5pt（ポートフォリオ全体）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ポートフォリオ全体RevPAR 3-5%向上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12-18ヶ月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27432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2834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推奨：シナリオA（URGENTホテル集中改善）から開始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3200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最も費用対効果が高く、短期間でROI回収が見込めます。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成果を確認後、シナリオBへ拡大し、最終的に全社品質管理システム（シナリオC）へ移行することを推奨いたします。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54864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Shape 4"/>
          <p:cNvSpPr/>
          <p:nvPr/>
        </p:nvSpPr>
        <p:spPr>
          <a:xfrm>
            <a:off x="1554480" y="822960"/>
            <a:ext cx="320040" cy="32004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2651760" cy="29260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371600"/>
            <a:ext cx="265176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即時対応（1-2週間）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臭気発生源の特定と対処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汚損箇所のスポットクリーニング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434840" y="822960"/>
            <a:ext cx="320040" cy="320040"/>
          </a:xfrm>
          <a:prstGeom prst="ellipse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43484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37560" y="1371600"/>
            <a:ext cx="2651760" cy="29260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37560" y="1371600"/>
            <a:ext cx="26517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7" name="Text 15"/>
          <p:cNvSpPr/>
          <p:nvPr/>
        </p:nvSpPr>
        <p:spPr>
          <a:xfrm>
            <a:off x="342900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2900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短期施策（1-3ヶ月）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2900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QCインスペクション体制構築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定期メンテナンスサイクル導入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315200" y="822960"/>
            <a:ext cx="320040" cy="320040"/>
          </a:xfrm>
          <a:prstGeom prst="ellipse">
            <a:avLst/>
          </a:prstGeom>
          <a:solidFill>
            <a:srgbClr val="2196F3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1371600"/>
            <a:ext cx="265176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30936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中期施策（3-6ヶ月）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0936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清掃スタッフ研修プログラム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設備更新計画の策定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空気品質モニタリング導入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71600" y="16459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本レポートの内容について経営層との合意形成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920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423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71600" y="24231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URGENTホテルの現地視察と清掃責任者との改善ミーティング実施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697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200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清掃チェックリストの最終版作成と全ホテルへの展開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34747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1ヶ月以内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39776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71600" y="39776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改善効果の初回レビューとKPIモニタリング開始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71600" y="42519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3ヶ月後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0" y="4572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ホテル清掃戦略レポート</dc:title>
  <dc:subject>PptxGenJS Presentation</dc:subject>
  <dc:creator>PRIMECHANGE Consulting</dc:creator>
  <cp:lastModifiedBy>PRIMECHANGE Consulting</cp:lastModifiedBy>
  <cp:revision>1</cp:revision>
  <dcterms:created xsi:type="dcterms:W3CDTF">2026-04-07T00:35:04Z</dcterms:created>
  <dcterms:modified xsi:type="dcterms:W3CDTF">2026-04-07T00:35:04Z</dcterms:modified>
</cp:coreProperties>
</file>