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2026年3月11日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レビュー：2260件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78.5%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2260件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上位5ホテル平均8.7点超。コンフォートスイーツ東京ベイが9.21点で最高評価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5ホテルがURGENT。清掃クレーム率4.5%（業界平均2-3%超過）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9.21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94.3%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90.4%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75.8%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68.3%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7.79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66.4%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7.46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69.5%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7.45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64.7%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58.6%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11/19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毛髪・髪の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コンフォートホテル博多（7.79点）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チサンホテル浜松町（7.11点）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アパホテル蒲田駅東（7.45点）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コンフォートホテル横浜関内（7.46点）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(2)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ホテルコメント横浜関内（8.87点）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(10)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第一イン池袋（9.08点）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コンフォートホテルERA東京東神田（8.94点）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コンフォートスイーツ東京ベイ（9.21点）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7.79点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7.11点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7.45点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7.45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7.03点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【URGENT】コンフォートホテル横浜関内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#5 | 現状 7.46点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6件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シミ発見時の即時報告・対処フロー構築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対象：2ホテル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8.15点 → 9点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8.87点 → 9.2点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主要課題：清掃品質全般(4件)、臭気・異臭(2件)、タバコ関連(1件)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1.8%以下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83.5%以上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7.79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2026-03-21T00:16:55Z</dcterms:created>
  <dcterms:modified xsi:type="dcterms:W3CDTF">2026-03-21T00:16:55Z</dcterms:modified>
</cp:coreProperties>
</file>