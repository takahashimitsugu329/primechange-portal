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2026年3月23日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レビュー：2323件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78.5%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2323件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上位5ホテル平均8.7点超。コンフォートスイーツ東京ベイが9.24点で最高評価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5ホテルがURGENT。清掃クレーム率4.4%（業界平均2-3%超過）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9.24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95.8%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9.06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89.0%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76.1%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68.9%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7.72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65.7%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7.43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64.8%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7.41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57.3%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ゴミ残置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コンフォートホテル博多（7.72点）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アパホテル蒲田駅東（7.43点）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(3)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ホテルコメント横浜関内（8.88点）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(9)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川崎日航ホテル（8.71点）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コンフォートホテルERA東京東神田（8.95点）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(2)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京成リッチモンドホテル東京錦糸町（9.06点）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コンフォートスイーツ東京ベイ（9.24点）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7.72点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13件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ゴミ残置: 4件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汚損箇所のスポットクリーニング即時実施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四半期ごとのカーペットディープクリーニング導入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7.08点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排水口の徹底清掃と詰まり除去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排水トラップの点検・洗浄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月次排水管高圧洗浄の定期実施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排水口ストレーナーの定期交換サイクル導入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排水管の老朽化調査と更新計画の策定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7.43点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【URGENT】コンフォートホテル横浜関内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7.41点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6件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喫煙室との動線分離確認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シミ発見時の即時報告・対処フロー構築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#5 | 現状 7.03点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8件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対象：3ホテル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8.16点 → 9点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主要課題：臭気・異臭(4件)、カビ・モールド(2件)、清掃品質全般(2件)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8.84点 → 9.1点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主要課題：清掃品質全般(3件)、シミ・汚れ跡(2件)、害虫(2件)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8.88点 → 9.2点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主要課題：清掃品質全般(4件)、臭気・異臭(2件)、タバコ関連(1件)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臭気発生源の特定と即時対処（排水トラップ、換気扇）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消臭・脱臭処理の実施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定期的な換気・消臭ルーティンの標準化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エアコン・排水系の臭気源の根本対策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オゾン脱臭機の導入検討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空気品質モニタリングの導入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4.4%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1.8%以下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83.5%以上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7.72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8.20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7.43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7.41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2026-03-23T00:05:51Z</dcterms:created>
  <dcterms:modified xsi:type="dcterms:W3CDTF">2026-03-23T00:05:51Z</dcterms:modified>
</cp:coreProperties>
</file>