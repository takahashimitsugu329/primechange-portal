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分析4: 清掃完了時間×品質 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平均完了時間: 15:16 | 対象: 19ホテル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平均完了時間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15:16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範囲: 14.4〜16.1時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時間 vs スコア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r=0.235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時間 vs クレーム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r=0.384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最速vs最遅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-0.43点差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8.11 vs 8.54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完了時間帯別の品質比較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2651760" cy="2286000"/>
          </a:xfrm>
          <a:prstGeom prst="roundRect">
            <a:avLst>
              <a:gd name="adj" fmla="val 4000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早期完了（〜14:50）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14:42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スコア: 8.00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2651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4.7/万室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74320" y="3017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6ホテル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154680" y="1280160"/>
            <a:ext cx="2651760" cy="2286000"/>
          </a:xfrm>
          <a:prstGeom prst="roundRect">
            <a:avLst>
              <a:gd name="adj" fmla="val 4000"/>
            </a:avLst>
          </a:prstGeom>
          <a:solidFill>
            <a:srgbClr val="FF9800"/>
          </a:solidFill>
          <a:ln/>
        </p:spPr>
      </p:sp>
      <p:sp>
        <p:nvSpPr>
          <p:cNvPr id="10" name="Text 8"/>
          <p:cNvSpPr/>
          <p:nvPr/>
        </p:nvSpPr>
        <p:spPr>
          <a:xfrm>
            <a:off x="3154680" y="13716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標準完了（14:50〜15:30）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154680" y="1737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15:15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154680" y="22860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スコア: 8.45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154680" y="2651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3.9/万室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154680" y="3017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6ホテル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35040" y="1280160"/>
            <a:ext cx="2651760" cy="2286000"/>
          </a:xfrm>
          <a:prstGeom prst="roundRect">
            <a:avLst>
              <a:gd name="adj" fmla="val 4000"/>
            </a:avLst>
          </a:prstGeom>
          <a:solidFill>
            <a:srgbClr val="E74C3C"/>
          </a:solidFill>
          <a:ln/>
        </p:spPr>
      </p:sp>
      <p:sp>
        <p:nvSpPr>
          <p:cNvPr id="16" name="Text 14"/>
          <p:cNvSpPr/>
          <p:nvPr/>
        </p:nvSpPr>
        <p:spPr>
          <a:xfrm>
            <a:off x="6035040" y="13716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遅延完了（15:30〜）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035040" y="1737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15:47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035040" y="22860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スコア: 8.57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035040" y="2651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9.1/万室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035040" y="3017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7ホテル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清掃完了時間の目標設定  [高]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全ホテル15:00完了を標準目標として設定 / 遅延傾向ホテルへの原因分析と改善支援 / 完了時間トラッキングの日次モニタリング導入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完了時間のばらつき削減  [中]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清掃手順の標準化とタイムスケジュール管理 / 高稼働日の事前人員配置計画の策定 / 完了時間の週次レビューと改善アクション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2E75B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ベンチマーク活用（スコア差-0.43点）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早期完了ホテルのオペレーション手法を調査 / 効率化ベストプラクティスの横展開 / 改善効果の月次追跡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2026-03-18T01:38:12Z</dcterms:created>
  <dcterms:modified xsi:type="dcterms:W3CDTF">2026-03-18T01:38:12Z</dcterms:modified>
</cp:coreProperties>
</file>