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平均完了時間: 15:16 | 対象: 19ホテル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範囲: 14.4〜16.1時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r=0.235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クレーム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r=0.384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最速vs最遅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-0.43点差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 vs 8.54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完了時間帯別の品質比較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早期完了（〜14:50）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4.7/万室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5468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FF9800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標準完了（14:50〜15:30）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5468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15468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8.45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5468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3.9/万室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5468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遅延完了（15:30〜）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15:47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03504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8.57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3504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9.1/万室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3504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7ホテル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清掃完了時間の目標設定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全ホテル15:00完了を標準目標として設定 / 遅延傾向ホテルへの原因分析と改善支援 / 完了時間トラッキングの日次モニタリング導入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完了時間のばらつき削減  [中]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清掃手順の標準化とタイムスケジュール管理 / 高稼働日の事前人員配置計画の策定 / 完了時間の週次レビューと改善アクション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ベンチマーク活用（スコア差-0.43点）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早期完了ホテルのオペレーション手法を調査 / 効率化ベストプラクティスの横展開 / 改善効果の月次追跡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2026-03-25T11:12:28Z</dcterms:created>
  <dcterms:modified xsi:type="dcterms:W3CDTF">2026-03-25T11:12:28Z</dcterms:modified>
</cp:coreProperties>
</file>