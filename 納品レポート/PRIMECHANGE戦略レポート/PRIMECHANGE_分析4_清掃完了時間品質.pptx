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011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分析4: 清掃完了時間×品質 分析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平均完了時間: 15:16 | 対象: 19ホテル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主要な発見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E75B6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平均完了時間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27432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15:16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27432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範囲: 14.4〜16.1時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42316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FF9800"/>
          </a:solidFill>
          <a:ln/>
        </p:spPr>
      </p:sp>
      <p:sp>
        <p:nvSpPr>
          <p:cNvPr id="8" name="Text 6"/>
          <p:cNvSpPr/>
          <p:nvPr/>
        </p:nvSpPr>
        <p:spPr>
          <a:xfrm>
            <a:off x="242316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時間 vs スコア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42316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r=0.235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242316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弱い正の相関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57200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E74C3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時間 vs クレーム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57200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r=0.384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57200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弱い正の相関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720840" y="128016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00695C"/>
          </a:solidFill>
          <a:ln/>
        </p:spPr>
      </p:sp>
      <p:sp>
        <p:nvSpPr>
          <p:cNvPr id="16" name="Text 14"/>
          <p:cNvSpPr/>
          <p:nvPr/>
        </p:nvSpPr>
        <p:spPr>
          <a:xfrm>
            <a:off x="6720840" y="13716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最速vs最遅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720840" y="1737360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-0.43点差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6720840" y="228600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8.11 vs 8.54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完了時間帯別の品質比較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280160"/>
            <a:ext cx="2651760" cy="2286000"/>
          </a:xfrm>
          <a:prstGeom prst="roundRect">
            <a:avLst>
              <a:gd name="adj" fmla="val 4000"/>
            </a:avLst>
          </a:prstGeom>
          <a:solidFill>
            <a:srgbClr val="27AE60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137160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早期完了（〜14:50）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274320" y="173736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14:42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274320" y="228600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スコア: 8.00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274320" y="26517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クレーム率: 4.7/万室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74320" y="30175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6ホテル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154680" y="1280160"/>
            <a:ext cx="2651760" cy="2286000"/>
          </a:xfrm>
          <a:prstGeom prst="roundRect">
            <a:avLst>
              <a:gd name="adj" fmla="val 4000"/>
            </a:avLst>
          </a:prstGeom>
          <a:solidFill>
            <a:srgbClr val="FF9800"/>
          </a:solidFill>
          <a:ln/>
        </p:spPr>
      </p:sp>
      <p:sp>
        <p:nvSpPr>
          <p:cNvPr id="10" name="Text 8"/>
          <p:cNvSpPr/>
          <p:nvPr/>
        </p:nvSpPr>
        <p:spPr>
          <a:xfrm>
            <a:off x="3154680" y="137160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標準完了（14:50〜15:30）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154680" y="173736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15:15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3154680" y="228600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スコア: 8.45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154680" y="26517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クレーム率: 3.9/万室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154680" y="30175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6ホテル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35040" y="1280160"/>
            <a:ext cx="2651760" cy="2286000"/>
          </a:xfrm>
          <a:prstGeom prst="roundRect">
            <a:avLst>
              <a:gd name="adj" fmla="val 4000"/>
            </a:avLst>
          </a:prstGeom>
          <a:solidFill>
            <a:srgbClr val="E74C3C"/>
          </a:solidFill>
          <a:ln/>
        </p:spPr>
      </p:sp>
      <p:sp>
        <p:nvSpPr>
          <p:cNvPr id="16" name="Text 14"/>
          <p:cNvSpPr/>
          <p:nvPr/>
        </p:nvSpPr>
        <p:spPr>
          <a:xfrm>
            <a:off x="6035040" y="137160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遅延完了（15:30〜）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035040" y="1737360"/>
            <a:ext cx="2651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15:47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6035040" y="2286000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スコア: 8.57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035040" y="265176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クレーム率: 9.1/万室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035040" y="30175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7ホテル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提言とアクションプラン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FF9800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14300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清掃完了時間の目標設定  [高]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57200" y="150876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全ホテル15:00完了を標準目標として設定 / 遅延傾向ホテルへの原因分析と改善支援 / 完了時間トラッキングの日次モニタリング導入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274320" y="219456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00695C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224028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完了時間のばらつき削減  [中]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60604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清掃手順の標準化とタイムスケジュール管理 / 高稼働日の事前人員配置計画の策定 / 完了時間の週次レビューと改善アクション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74320" y="3291840"/>
            <a:ext cx="8412480" cy="914400"/>
          </a:xfrm>
          <a:prstGeom prst="roundRect">
            <a:avLst>
              <a:gd name="adj" fmla="val 8000"/>
            </a:avLst>
          </a:prstGeom>
          <a:solidFill>
            <a:srgbClr val="2E75B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3337560"/>
            <a:ext cx="8046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ベンチマーク活用（スコア差-0.43点）  [中]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70332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早期完了ホテルのオペレーション手法を調査 / 効率化ベストプラクティスの横展開 / 改善効果の月次追跡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2026-04-02T08:56:38Z</dcterms:created>
  <dcterms:modified xsi:type="dcterms:W3CDTF">2026-04-02T08:56:38Z</dcterms:modified>
</cp:coreProperties>
</file>