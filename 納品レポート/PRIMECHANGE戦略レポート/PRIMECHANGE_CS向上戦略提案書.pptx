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口コミ：2108件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8.38点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コンフォートスイーツ東京ベイ（9.19点,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ダイワロイネットホテル東京大崎（8.88点,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ホテルコメント横浜関内（8.81点,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ハートンホテル東品川（8.62点,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川崎日航ホテル（8.62点,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変なホテル東京羽田（8.25点,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第一イン池袋（9.03点,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ホテルケヤキゲート東京府中（8.81点,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リッチモンドホテル東京目白（8.65点,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アパホテル相模原橋本駅東（8.12点, ¥2,698,420）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コンフォートイン六本木（8.1点, ¥2,842,630）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コンフォートホテル博多（7.87点,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アパホテル蒲田駅東（7.44点,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コンフォートホテル横浜関内（7.7点,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コンフォートスイーツ東京ベイ（9.19点）
  第一イン池袋（9.03点）
  京成リッチモンドホテル東京錦糸町（9点）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アパホテル蒲田駅東（7.44点）
  コートホテル新横浜（7.03点）
  チサンホテル浜松町（7.02点）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2026-03-16T22:42:42Z</dcterms:created>
  <dcterms:modified xsi:type="dcterms:W3CDTF">2026-03-16T22:42:42Z</dcterms:modified>
</cp:coreProperties>
</file>