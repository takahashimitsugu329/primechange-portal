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口コミ：2260件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8.39点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コンフォートスイーツ東京ベイ（9.21点,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京成リッチモンドホテル東京錦糸町（9.05点,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ダイワロイネットホテル東京大崎（8.87点,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ホテルコメント横浜関内（8.87点,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川崎日航ホテル（8.73点,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ハートンホテル東品川（8.65点,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変なホテル東京羽田（8.27点,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第一イン池袋（9.08点,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コンフォートホテルERA東京東神田（8.94点,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ホテルケヤキゲート東京府中（8.78点,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リッチモンドホテル東京目白（8.69点,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コンフォートホテル成田（8.55点,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コンフォートイン六本木（8.15点,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コンフォートホテル博多（7.79点,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アパホテル蒲田駅東（7.45点,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チサンホテル浜松町（7.11点,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コンフォートホテル横浜関内（7.46点,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コンフォートスイーツ東京ベイ（9.21点）
  第一イン池袋（9.08点）
  京成リッチモンドホテル東京錦糸町（9.05点）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アパホテル蒲田駅東（7.45点）
  チサンホテル浜松町（7.11点）
  コートホテル新横浜（7.03点）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2026-03-21T00:16:56Z</dcterms:created>
  <dcterms:modified xsi:type="dcterms:W3CDTF">2026-03-21T00:16:56Z</dcterms:modified>
</cp:coreProperties>
</file>