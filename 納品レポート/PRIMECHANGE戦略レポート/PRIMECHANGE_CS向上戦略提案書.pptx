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口コミ：1835件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8.33点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京成リッチモンドホテル東京錦糸町（9.31点,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コンフォートスイーツ東京ベイ（9.06点,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ホテルコメント横浜関内（8.83点,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ダイワロイネットホテル東京大崎（8.63点,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川崎日航ホテル（8.56点,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ハートンホテル東品川（8.4点,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変なホテル東京羽田（8.25点,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第一イン池袋（9.4点,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ホテルケヤキゲート東京府中（8.97点,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コンフォートホテルERA東京東神田（8.85点,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コンフォートホテル成田（8.46点,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コンフォートイン六本木（8.26点, ¥2,842,630）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アパホテル相模原橋本駅東（8.06点, ¥2,698,420）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コンフォートホテル博多（7.95点,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アパホテル蒲田駅東（7.38点,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チサンホテル浜松町（6.52点,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コンフォートホテル横浜関内（7.57点,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第一イン池袋（9.4点）
  京成リッチモンドホテル東京錦糸町（9.31点）
  コンフォートスイーツ東京ベイ（9.06点）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アパホテル蒲田駅東（7.38点）
  コートホテル新横浜（7.12点）
  チサンホテル浜松町（6.52点）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2026-04-08T00:30:52Z</dcterms:created>
  <dcterms:modified xsi:type="dcterms:W3CDTF">2026-04-08T00:30:52Z</dcterms:modified>
</cp:coreProperties>
</file>