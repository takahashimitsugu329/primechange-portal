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口コミ：2443件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8.41点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コンフォートスイーツ東京ベイ（9.22点,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京成リッチモンドホテル東京錦糸町（9.12点,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川崎日航ホテル（8.68点,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ハートンホテル東品川（8.59点,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第一イン池袋（9.18点,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リッチモンドホテル東京目白（8.73点,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コンフォートイン六本木（8.19点,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コンフォートホテル博多（7.88点,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アパホテル蒲田駅東（7.34点,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コンフォートホテル横浜関内（7.52点,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コンフォートスイーツ東京ベイ（9.22点）
  第一イン池袋（9.18点）
  京成リッチモンドホテル東京錦糸町（9.12点）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アパホテル蒲田駅東（7.34点）
  コートホテル新横浜（7.12点）
  チサンホテル浜松町（7.02点）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2026-03-27T23:58:20Z</dcterms:created>
  <dcterms:modified xsi:type="dcterms:W3CDTF">2026-03-27T23:58:20Z</dcterms:modified>
</cp:coreProperties>
</file>