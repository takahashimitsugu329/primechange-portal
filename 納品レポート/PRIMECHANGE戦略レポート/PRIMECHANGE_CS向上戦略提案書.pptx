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口コミ：1311件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8.44点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コンフォートスイーツ東京ベイ（9.06点,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ホテルコメント横浜関内（8.83点,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川崎日航ホテル（8.66点,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ダイワロイネットホテル東京大崎（8.62点,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ハートンホテル東品川（8.45点,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変なホテル東京羽田（8.35点,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第一イン池袋（9.49点,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ホテルケヤキゲート東京府中（8.95点,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コンフォートホテルERA東京東神田（8.78点,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コンフォートホテル成田（8.67点,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リッチモンドホテル東京目白（8.49点,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コンフォートイン六本木（8.25点,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コンフォートホテル博多（7.89点,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アパホテル蒲田駅東（7.5点,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コンフォートホテル横浜関内（7.18点,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コートホテル新横浜（0点,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第一イン池袋（9.49点）
  京成リッチモンドホテル東京錦糸町（9.3点）
  コンフォートスイーツ東京ベイ（9.06点）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コンフォートホテル横浜関内（7.18点）
  チサンホテル浜松町（6.52点）
  コートホテル新横浜（0点）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2026-04-05T00:17:47Z</dcterms:created>
  <dcterms:modified xsi:type="dcterms:W3CDTF">2026-04-05T00:17:47Z</dcterms:modified>
</cp:coreProperties>
</file>