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口コミ：2355件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8.39点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コンフォートスイーツ東京ベイ（9.22点,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京成リッチモンドホテル東京錦糸町（9.08点,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ホテルコメント横浜関内（8.9点,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ダイワロイネットホテル東京大崎（8.86点,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ハートンホテル東品川（8.72点,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川崎日航ホテル（8.68点,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第一イン池袋（9.13点,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コンフォートホテルERA東京東神田（8.92点,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コンフォートイン六本木（8.22点,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アパホテル相模原橋本駅東（8.13点,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コンフォートホテル博多（7.73点,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チサンホテル浜松町（7.1点,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コンフォートホテル横浜関内（7.43点,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コンフォートスイーツ東京ベイ（9.22点）
  第一イン池袋（9.13点）
  京成リッチモンドホテル東京錦糸町（9.08点）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チサンホテル浜松町（7.1点）
  コートホテル新横浜（7.03点）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2026-03-24T01:12:45Z</dcterms:created>
  <dcterms:modified xsi:type="dcterms:W3CDTF">2026-03-24T01:12:45Z</dcterms:modified>
</cp:coreProperties>
</file>