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分析7: ベストプラクティス横展開分析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 × 6分析統合 | R8年度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トップ5 口コミ平均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ベストプラクティス群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ボトム5 口コミ平均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統合分析数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全分析を横断統合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ゼロクレーム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クレームゼロ達成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Top5: ホテルケヤキゲート東京府中, チサンホテル浜松町, ホテルコメント横浜関内, ダイワロイネットホテル東京大崎, コートホテル新横浜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Bottom5: ハートンホテル東品川, アパホテル蒲田駅東, 京成リッチモンドホテル東京錦糸町, 川崎日航ホテル, コンフォートホテル博多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ホテル総合ランキング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36576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914400"/>
                <a:gridCol w="914400"/>
                <a:gridCol w="914400"/>
                <a:gridCol w="73152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ホテル名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クレーム率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完了時刻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総合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ホテルケヤキゲート東京府中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チサンホテル浜松町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ホテルコメント横浜関内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ダイワロイネットホテル東京大崎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コートホテル新横浜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変なホテル東京羽田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リッチモンドホテル東京目白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コンフォートホテル横浜関内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アパホテル相模原橋本駅東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コンフォートホテルERA東神田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コンフォートイン六本木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コンフォートホテル成田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第一イン池袋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コンフォートスイーツ東京ベイ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ハートンホテル東品川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アパホテル蒲田駅東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京成リッチモンドホテル東京錦糸町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川崎日航ホテル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コンフォートホテル博多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差別化要因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ゼロクレーム達成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3ホテルがクレームゼロ。チェック体制と研修の質が差別化要因。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リッチモンドホテル東京目白, コンフォートホテル成田, コンフォートホテル横浜関内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清掃完了後の二重チェック手順の標準化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低メイド:チェッカー比率（高チェック密度）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チェッカー1人あたりのメイド数が少ないホテルでスコアが高い傾向。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第一イン池袋, 川崎日航ホテル, リッチモンドホテル東京目白 ...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チェッカー配置基準の全社統一（メイド4名にチェッカー1名）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早期清掃完了（15:00以前）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早期完了ホテルはゲストのチェックイン体験向上に寄与。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チサンホテル浜松町, ホテルケヤキゲート東京府中, ダイワロイネットホテル東京大崎 ...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清掃手順のタイムライン管理導入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高安全チェックスコア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安全チェック高得点ホテルは現場管理体制が成熟。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コンフォートホテルERA東神田, 変なホテル東京羽田, アパホテル相模原橋本駅東 ...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安全チェック結果の月次共有会の実施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実行ロードマップ (12ヶ月)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1（1-2ヶ月）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即効施策の展開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ゼロクレームホテルのチェックリストを全ホテルに導入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セット漏れ・残置対策の標準手順書作成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日報の必須入力項目統一（メイド数・完了時間）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クレーム25%削減、データ品質向上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188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2（3-4ヶ月）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体制強化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チェッカー配置基準の全社統一と採用強化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スタッフ個人別パフォーマンス評価の導入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1460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安全チェックの月次実施義務化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1460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チェッカー配置率100%、個人品質の可視化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188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3（5-6ヶ月）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ナレッジ共有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ベストプラクティスホテル間の相互訪問・研修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344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メンター制度の導入（上位→下位ホテル）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6344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品質KPIダッシュボードの構築と全社共有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6344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全ホテルのスコアばらつき縮小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720840" y="10972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188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4（7-12ヶ月）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持続的改善体制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PDCA サイクルの定着と月次レビュー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1228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品質→売上連動レポートの自動化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1228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年間目標の設定と達成インセンティブ制度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1228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年間売上改善¥1.4億（分析6推定）の実現に向けた基盤確立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提言とアクションプラン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ベストプラクティス横展開プログラムの立ち上げ  [最優先]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上位5ホテルの成功要因の体系的調査 / 標準手順書（SOP）の作成と全社配布 / 月次ベストプラクティス共有会の開催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統合KPIダッシュボードの構築  [高]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品質（スコア・クレーム率）× 効率（完了時間）× 安全（チェックスコア）の統合ビュー / ホテル間比較とベンチマーキングの自動化 / 早期警戒指標（KPIの急変検知）の設定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段階的改善ロードマップの実行  [高]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1-4の四半期ごとの実行管理 / 改善効果の定量測定と報告 / 年間目標達成に向けたPDCA運用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2026-03-19T01:52:14Z</dcterms:created>
  <dcterms:modified xsi:type="dcterms:W3CDTF">2026-03-19T01:52:14Z</dcterms:modified>
</cp:coreProperties>
</file>