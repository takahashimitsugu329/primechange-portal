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分析6: 品質→売上 弾力性分析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82880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51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Quality-to-Revenue Elasticity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19ホテル | 月間総売上: ¥99,847,777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主要な発見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920240" cy="7315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9202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スコア-RevPAR相関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r=0.6382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423160" y="731520"/>
            <a:ext cx="1920240" cy="73152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31520"/>
            <a:ext cx="192024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822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弾力性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2.61%/0.1pt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0" y="731520"/>
            <a:ext cx="1920240" cy="73152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31520"/>
            <a:ext cx="192024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822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vs業界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業界ベンチマーク比 3%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720840" y="731520"/>
            <a:ext cx="1920240" cy="73152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731520"/>
            <a:ext cx="192024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8229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月間改善余地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¥12,677,391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2743200" cy="24688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1828800"/>
            <a:ext cx="274320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正の相関を確認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22860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スコアとRevPARの相関はr=0.6382。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決定係数R²=0.4073で、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RevPAR変動の約41%がスコアで説明可能。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1828800"/>
            <a:ext cx="2743200" cy="24688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1828800"/>
            <a:ext cx="27432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業界以上の弾力性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22860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自社データ: 0.1pt改善→RevPAR 2.61%向上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業界: 0.1pt→1.0%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品質改善の経済効果がベンチマーク以上。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1828800"/>
            <a:ext cx="2743200" cy="246888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1828800"/>
            <a:ext cx="274320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大きな改善余地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228600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全ホテル合計で月間¥12,677,391、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年間¥152,128,692の改善余地。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URGENTホテルが最大のポテンシャル。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分析6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回帰分析結果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スコア1点改善のインパクト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731520"/>
                <a:gridCol w="5029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指標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相関 (r)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解釈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稼働率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9800"/>
                          </a:solidFill>
                        </a:rPr>
                        <a:t>0.385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0.148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スコア1点上昇で稼働率が4.3%ポイント変動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ADR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0.589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0.347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スコア1点上昇でADRが267円変動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RevPAR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0.638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スコア1点上昇でRevPARが245円変動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1室売上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0.638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0.407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スコア1点上昇で1室あたり月間売上が6847円変動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19ホテル: スコア vs RevPAR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31520"/>
                <a:gridCol w="822960"/>
                <a:gridCol w="10972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ホテル名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スコア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稼働率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RevPAR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月間売上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チサンホテル浜松町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7.02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67.8%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¥655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¥5,578,650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コートホテル新横浜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7.03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70.9%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¥693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¥3,705,215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アパホテル蒲田駅東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7.44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74.5%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¥760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¥4,679,520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コンフォートホテル横浜関内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7.70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55.9%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¥596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¥4,051,890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コンフォートホテル博多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7.87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78.1%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¥851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¥5,764,630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コンフォートイン六本木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8.10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72.3%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¥891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¥2,842,630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アパホテル相模原橋本駅東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8.12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66.9%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¥824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¥2,698,420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変なホテル東京羽田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8.25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78.2%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¥957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¥5,358,150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コンフォートホテル成田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8.60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66%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¥668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¥2,655,760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ハートンホテル東品川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8.62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79.7%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¥894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¥11,211,550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川崎日航ホテル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8.62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79.4%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¥1,391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¥7,168,120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リッチモンドホテル東京目白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8.65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81.8%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¥902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¥3,663,440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ホテルケヤキゲート東京府中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8.81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82.4%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¥1,013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¥4,425,395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ホテルコメント横浜関内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8.81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79.2%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¥1,374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¥4,463,320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ダイワロイネットホテル東京大崎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8.88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70.3%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¥958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¥5,203,037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コンフォートホテルERA東京東神田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8.93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65.8%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¥769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¥4,047,280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京成リッチモンドホテル東京錦糸町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9.00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87.2%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¥978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¥4,791,800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第一イン池袋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9.03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76.2%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¥1,108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¥4,310,610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コンフォートスイーツ東京ベイ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000000"/>
                          </a:solidFill>
                        </a:rPr>
                        <a:t>9.19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72.1%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¥1,514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000000"/>
                          </a:solidFill>
                        </a:rPr>
                        <a:t>¥13,228,360</a:t>
                      </a:r>
                      <a:endParaRPr lang="en-US" sz="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5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分析6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閾値分析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スコア帯別の売上パフォーマンス比較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219456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0116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7.0-8.0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5ホテル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稼働率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69.4%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RevPAR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8016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¥711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平均売上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28016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¥4,755,981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コンフォートホテル博多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コンフォートホテル横浜関内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アパホテル蒲田駅東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コートホテル新横浜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チサンホテル浜松町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423160" y="777240"/>
            <a:ext cx="2011680" cy="21945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777240"/>
            <a:ext cx="201168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8.0-8.5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23160" y="1143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3ホテル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稼働率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72.5%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1460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RevPAR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2900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9800"/>
                </a:solidFill>
              </a:rPr>
              <a:t>¥890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1460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平均売上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2900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¥3,633,067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146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変なホテル東京羽田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アパホテル相模原橋本駅東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コンフォートイン六本木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572000" y="777240"/>
            <a:ext cx="2011680" cy="21945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777240"/>
            <a:ext cx="20116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8.5-9.0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1143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8ホテル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稼働率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7784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75.6%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6344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RevPAR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7784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5B6"/>
                </a:solidFill>
              </a:rPr>
              <a:t>¥996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平均売上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7784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¥5,354,738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6344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コンフォートホテルERA東京東神田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ダイワロイネットホテル東京大崎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ホテルケヤキゲート東京府中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ホテルコメント横浜関内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リッチモンドホテル東京目白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ハートンホテル東品川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川崎日航ホテル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コンフォートホテル成田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6720840" y="777240"/>
            <a:ext cx="2011680" cy="21945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20840" y="777240"/>
            <a:ext cx="20116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868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9.0+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20840" y="11430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3ホテル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81228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稼働率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26680" y="141732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78.5%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1228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RevPAR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726680" y="160020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¥1,200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1228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平均売上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26680" y="17830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333333"/>
                </a:solidFill>
              </a:rPr>
              <a:t>¥7,443,590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コンフォートスイーツ東京ベイ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第一イン池袋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京成リッチモンドホテル東京錦糸町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274320" y="3200400"/>
            <a:ext cx="8595360" cy="137160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57200" y="3291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分析の示唆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57200" y="35661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スコア7-8帯と8.5-9帯のRevPAR差: ¥285</a:t>
            </a:r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（40%差）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スコア8.5以上を全ホテルの目標に設定すべき。
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低スコアホテルの改善が最大のRevPAR改善機会。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3" name="Text 5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分析6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業界ベンチマークとの比較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自社データ vs 業界標準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114800" cy="36576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業界ベンチマーク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スコア0.1点改善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RevPAR 1.0%向上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（出典: 業界研究データ）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160520" cy="22860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777240"/>
            <a:ext cx="416052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自社データ（N=19）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スコア0.1点改善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RevPAR 2.61%向上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対ベンチマーク: 業界ベンチマーク比 3%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8595360" cy="1280160"/>
          </a:xfrm>
          <a:prstGeom prst="rect">
            <a:avLst/>
          </a:prstGeom>
          <a:solidFill>
            <a:srgbClr val="F0F7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自社データでも正の相関が確認された。業界ベンチマークと同等以上の弾力性がある可能性。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サンプルサイズN=19のため、弾力性値は参考値。データ蓄積で精度向上。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分析6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収益インパクト試算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3シナリオでの売上改善額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23774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項目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控えめ(+0.1)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標準(+0.3)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積極的(+0.5)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RevPAR変動率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2.6%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7.8%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13.1%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月間売上改善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¥2,607,039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¥7,821,118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¥13,035,195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年間売上改善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¥31,284,468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¥93,853,416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</a:rPr>
                        <a:t>¥156,422,340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286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ホテル別 改善余地 TOP5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914400"/>
                <a:gridCol w="164592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ホテル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現スコア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目標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月間効果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年間効果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ハートンホテル東品川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9.1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¥1,533,707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¥18,404,485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チサンホテル浜松町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7.02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¥1,040,730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¥12,488,758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コンフォートホテル横浜関内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7.70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¥831,899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¥9,982,789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コンフォートホテル博多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7.87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8.4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¥828,476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¥9,941,709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アパホテル蒲田駅東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7.44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7.9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</a:rPr>
                        <a:t>¥753,160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¥9,037,917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23360"/>
            <a:ext cx="8595360" cy="5486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5720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全19ホテル合計: 月間 ¥12,677,391 ／ 年間 ¥152,128,692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分析6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提言と次のステップ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801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984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品質改善=投資として位置づけ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5270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弾力性データを経営会議で共有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E74C3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19842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スコア8.5を全ホテル最低目標に設定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2128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閾値分析に基づく戦略的目標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98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51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6700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URGENT/HIGHホテルに集中投資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8986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改善余地が最も大きい4施設を優先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33375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5A9BE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3558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分析1（クレーム類型）に着手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5844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弾力性データと組み合わせて具体的な改善項目を特定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40233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5A9BE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23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0416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四半期ごとに弾力性を再計算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27024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データ蓄積で統計的精度を向上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4389120"/>
            <a:ext cx="7680960" cy="36576"/>
          </a:xfrm>
          <a:prstGeom prst="rect">
            <a:avLst/>
          </a:prstGeom>
          <a:solidFill>
            <a:srgbClr val="5A9BE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データに基づく品質改善投資で、CS向上→売上増加の好循環を実現する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分析6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分析6: 品質→売上弾力性分析</dc:title>
  <dc:subject>PptxGenJS Presentation</dc:subject>
  <dc:creator>PRIMECHANGE</dc:creator>
  <cp:lastModifiedBy>PRIMECHANGE</cp:lastModifiedBy>
  <cp:revision>1</cp:revision>
  <dcterms:created xsi:type="dcterms:W3CDTF">2026-03-19T23:27:42Z</dcterms:created>
  <dcterms:modified xsi:type="dcterms:W3CDTF">2026-03-19T23:27:42Z</dcterms:modified>
</cp:coreProperties>
</file>