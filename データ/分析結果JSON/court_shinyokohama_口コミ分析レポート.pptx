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</c:v>
                  </c:pt>
                  <c:pt idx="1">
                    <c:v>楽天トラベル</c:v>
                  </c:pt>
                  <c:pt idx="2">
                    <c:v>じゃらん</c:v>
                  </c:pt>
                  <c:pt idx="3">
                    <c:v>Booking.com</c:v>
                  </c:pt>
                  <c:pt idx="4">
                    <c:v>Trip.com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7.71</c:v>
                </c:pt>
                <c:pt idx="1">
                  <c:v>7.67</c:v>
                </c:pt>
                <c:pt idx="2">
                  <c:v>7.27</c:v>
                </c:pt>
                <c:pt idx="3">
                  <c:v>7.03</c:v>
                </c:pt>
                <c:pt idx="4">
                  <c:v>6.67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44</c:v>
                </c:pt>
                <c:pt idx="2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10</c:v>
                </c:pt>
                <c:pt idx="2">
                  <c:v>34</c:v>
                </c:pt>
                <c:pt idx="3">
                  <c:v>18</c:v>
                </c:pt>
                <c:pt idx="4">
                  <c:v>15</c:v>
                </c:pt>
                <c:pt idx="5">
                  <c:v>11</c:v>
                </c:pt>
                <c:pt idx="6">
                  <c:v>8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court_shinyokohama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分析対象期間：2026年1月〜2月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レビュー総数：118件（5サイト）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駅から近いので便利 エアコンが暖房のみだった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スタッフも感じが良い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部屋が綺麗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シャワーの温度調節に苦労します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シャワーの温度調節に苦労します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少し建物古いかも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Google(7.71)が最高スコア。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60件（50.8%）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44件（37.3%）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14件（11.9%）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駅から近いので便利 エアコンが暖房のみだった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「横浜アリーナに近い エアコン設置されてるが温度調整出来ない」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スタッフも感じが良い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「スタッフの方は、丁寧で対応も良かったです」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部屋が綺麗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「部屋も広くきれいで清潔感もあり気持ち良く  過ごせました」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アメニティをケチっている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「お部屋がとても広くきれいで、掃除も行き届いていて、快適に過ごすことができました」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何度かお世話になっていますが、駅からも近く、周辺に食事をする所やコンビニも多いので便利です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「22:00前までならホテルの一階にあるレストランも利用できそう」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値段がそれなりで安い 室内の温度が高くて寝苦しい 窓を開ければ多少緩和されたがそれでもこの時期が寒いとはいえ、室温...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「安い ちょっとバスルームカーテンが雑菌臭で臭いのと、トイレの流す水が少なすぎて、トイレットペーパーが初回では流れな...」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シャワーの温度調節に苦労します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シャワーの温度調節に苦労します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少し建物古いかも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喫煙の部屋でしたが、空気清浄機が無かったので、残念ですが、部屋内は綺麗でした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繁華街や駅に近い トイレの匂いが臭い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値段がそれなりで安い 室内の温度が高くて寝苦しい 窓を開ければ多少緩和されたがそれでもこの時期が寒いとはいえ、室温...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各部屋の騒音がうるさかった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値段がそれなりで安い 室内の温度が高くて寝苦しい 窓を開ければ多少緩和されたがそれでもこの時期が寒いとはいえ、室温...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7.12点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約16件/期間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10896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court_shinyokohama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2026-04-19T23:31:08Z</dcterms:created>
  <dcterms:modified xsi:type="dcterms:W3CDTF">2026-04-19T23:31:08Z</dcterms:modified>
</cp:coreProperties>
</file>