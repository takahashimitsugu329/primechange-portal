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楽天トラベル</c:v>
                  </c:pt>
                  <c:pt idx="2">
                    <c:v>Google</c:v>
                  </c:pt>
                  <c:pt idx="3">
                    <c:v>Trip.com</c:v>
                  </c:pt>
                  <c:pt idx="4">
                    <c:v>Booking.com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</c:v>
                </c:pt>
                <c:pt idx="1">
                  <c:v>9.45</c:v>
                </c:pt>
                <c:pt idx="2">
                  <c:v>9.43</c:v>
                </c:pt>
                <c:pt idx="3">
                  <c:v>9</c:v>
                </c:pt>
                <c:pt idx="4">
                  <c:v>8.76</c:v>
                </c:pt>
                <c:pt idx="5">
                  <c:v>7.88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3点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12</c:v>
                </c:pt>
                <c:pt idx="2">
                  <c:v>14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comment_yokohama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レビュー総数：65件（6サイト）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 清潔、タオルがふわふわ、タオルの用意がたくさんある、布団が寝やすい、ドライヤーがリファ、アメニティに無料ス...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楽天トラベル 駅からのアクセスが良く、朝食も美味しかったです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 ホテルには近代的な設備、快適な浴場があり、近隣には様々なコンビニエンスストアもあります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大浴場のシャワーが少なく、空くのを待たないといけないのが残念でした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部屋は狭いけど(キャリーケースを広げたら通れない)新しいからキレイ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 清潔、タオルがふわふわ、タオルの用意がたくさんある、布団が寝やすい、ドライヤーがリファ、アメニティに無料ス...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じゃらん(9.50)が最高スコア。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Agoda(7.9)が相対的に低い。口コミ返信の強化が急務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56件（86.2%）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8件（12.3%）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清潔、タオルがふわふわ、タオルの用意がたくさんある、布団が寝やすい、ドライヤーがリファ、アメニティに無料ス...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「Google 綺麗なホテルで部屋も雰囲気が良かった」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 駅からのアクセスが良く、朝食も美味しかったです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「Google 孫の卒業記念(祝い）と、関内駅前のベースゲート見学を兼ね、宿泊しました」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ホテルには近代的な設備、快適な浴場があり、近隣には様々なコンビニエンスストアもあります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「com 清潔、タオルがふわふわ、タオルの用意がたくさんある、布団が寝やすい、ドライヤーがリファ、アメニティに無料ス...」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ホテルのスタッフはいつも親切でフレンドリーなので、全体的に満足のいく滞在となるでしょう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「楽天トラベル フロントのお姉さんがカーディガンに可愛いネイルをしていて笑顔も良く、服装がかしこまった感じではなく自...」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の飲みものがおいてあり美味しかった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「楽天トラベル 駅からのアクセスが良く、朝食も美味しかったです」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リーズナブルな時期もあってか、価格帯も大満足です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「シングルルームは少し狭いですが、内装は素晴らしく、東京の桜シーズンと比べると料金もリーズナブルです」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大浴場のシャワーが少なく、空くのを待たないといけないのが残念でした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部屋は狭いけど(キャリーケースを広げたら通れない)新しいからキレイ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清潔、タオルがふわふわ、タオルの用意がたくさんある、布団が寝やすい、ドライヤーがリファ、アメニティに無料ス...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夜部屋が寒かったので、暖房を入れようとしたら、個人では設定できなかったこと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大浴場のシャワーが少なく、空くのを待たないといけないのが残念でした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築年数が浅くおしゃれできれいです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 部屋がタバコ臭かったのですが、こちらのミスで喫煙室を予約してしまっていたようでした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朝食の改善要望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朝食に関しては、ボリューム・品数・美味しさ満点です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景色は向かい側がオフィスビルだから カーテンは開けられない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メニューの定期的な見直しとバリエーション追加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補充頻度の向上と品切れ防止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宿泊客数に応じた朝食準備量の最適化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8.82点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約7件/期間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comment_yokohama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2026-04-19T23:31:08Z</dcterms:created>
  <dcterms:modified xsi:type="dcterms:W3CDTF">2026-04-19T23:31:08Z</dcterms:modified>
</cp:coreProperties>
</file>