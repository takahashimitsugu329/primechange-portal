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じゃらん</c:v>
                  </c:pt>
                  <c:pt idx="1">
                    <c:v>Trip.com</c:v>
                  </c:pt>
                  <c:pt idx="2">
                    <c:v>楽天トラベル</c:v>
                  </c:pt>
                  <c:pt idx="3">
                    <c:v>Booking.com</c:v>
                  </c:pt>
                  <c:pt idx="4">
                    <c:v>Agoda</c:v>
                  </c:pt>
                  <c:pt idx="5">
                    <c:v>Google</c:v>
                  </c:pt>
                </c:lvl>
              </c:multiLvlStrCache>
            </c:multiLvlStrRef>
          </c:cat>
          <c:val>
            <c:numRef>
              <c:f>Sheet1!$B$2:$B$7</c:f>
              <c:numCache>
                <c:formatCode>General</c:formatCode>
                <c:ptCount val="6"/>
                <c:pt idx="0">
                  <c:v>10</c:v>
                </c:pt>
                <c:pt idx="1">
                  <c:v>9.57</c:v>
                </c:pt>
                <c:pt idx="2">
                  <c:v>9</c:v>
                </c:pt>
                <c:pt idx="3">
                  <c:v>8.09</c:v>
                </c:pt>
                <c:pt idx="4">
                  <c:v>7.5</c:v>
                </c:pt>
                <c:pt idx="5">
                  <c:v>7.45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55</c:v>
                </c:pt>
                <c:pt idx="1">
                  <c:v>14</c:v>
                </c:pt>
                <c:pt idx="2">
                  <c:v>1</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cat>
            <c:multiLvlStrRef>
              <c:f>Sheet1!$A$2:$A$8</c:f>
              <c:multiLvlStrCache>
                <c:ptCount val="7"/>
                <c:lvl>
                  <c:pt idx="0">
                    <c:v>10点</c:v>
                  </c:pt>
                  <c:pt idx="1">
                    <c:v>9点</c:v>
                  </c:pt>
                  <c:pt idx="2">
                    <c:v>8点</c:v>
                  </c:pt>
                  <c:pt idx="3">
                    <c:v>7点</c:v>
                  </c:pt>
                  <c:pt idx="4">
                    <c:v>6点</c:v>
                  </c:pt>
                  <c:pt idx="5">
                    <c:v>5点</c:v>
                  </c:pt>
                  <c:pt idx="6">
                    <c:v>2点</c:v>
                  </c:pt>
                </c:lvl>
              </c:multiLvlStrCache>
            </c:multiLvlStrRef>
          </c:cat>
          <c:val>
            <c:numRef>
              <c:f>Sheet1!$B$2:$B$8</c:f>
              <c:numCache>
                <c:formatCode>General</c:formatCode>
                <c:ptCount val="7"/>
                <c:pt idx="0">
                  <c:v>19</c:v>
                </c:pt>
                <c:pt idx="1">
                  <c:v>9</c:v>
                </c:pt>
                <c:pt idx="2">
                  <c:v>27</c:v>
                </c:pt>
                <c:pt idx="3">
                  <c:v>5</c:v>
                </c:pt>
                <c:pt idx="4">
                  <c:v>8</c:v>
                </c:pt>
                <c:pt idx="5">
                  <c:v>1</c:v>
                </c:pt>
                <c:pt idx="6">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comfort_roppongi</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レビュー総数：70件（6サイト）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8.24</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78.6%</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1.4%</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La ubicación del alojamiento es buena porque se encuentra...</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必要なものはすべて揃っていて、紅茶、コーヒー、浄水器、ランドリー、素晴らしいシャワーなど、スタッフもサービスも最高...</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部屋は4ベッドルームでしたが、今までのホテルで一番広くて、ソファもあるので部屋食もゆっくり楽しめました</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La ubicación del alojamiento es buena porque se encuentra...</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 great staff and service, just the room's are just too s...</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必要なものはすべて揃っていて、紅茶、コーヒー、浄水器、ランドリー、素晴らしいシャワーなど、スタッフもサービスも最高...</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8.24</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78.6%</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1.4%</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70件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じゃらん(10.00)が最高スコア。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Google(7.5)が相対的に低い。口コミ返信の強化が急務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3.73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7.45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55件（78.6%）</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14件（20.0%）</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1件（1.4%）</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La ubicación del alojamiento es buena porque se encuentra...</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「Wonderful and responsive staff; great location-  1 min wa...」</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必要なものはすべて揃っていて、紅茶、コーヒー、浄水器、ランドリー、素晴らしいシャワーなど、スタッフもサービスも最高...</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「Wonderful and responsive staff; great location-  1 min wa...」</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部屋は4ベッドルームでしたが、今までのホテルで一番広くて、ソファもあるので部屋食もゆっくり楽しめました</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「シングルツインベッドを予約したのに、ツインベッドが2台あり、部屋の中で歩くスペースすらありませんでした」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他のレビュー見て心配しましたが綺麗ですね、臭いとかこんなこともありませんでした</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「新美術館への道は時期的に桜が綺麗で、ホテルの方に教えていただいた近隣の飲食店もとても良かったです」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朝食はタイ料理です</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「レストランは利用しなかったし、朝食はタイ料理でした」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部屋の広さ</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大きなスーツケースと機内持ち込みバッグをそれぞれ持っていた2人で海外旅行をしたのですが、どこにもバッグを置くスペー...</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「シングルツインベッドを予約したのに、ツインベッドが2台あり、部屋の中で歩くスペースすらありませんでした」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La ubicación del alojamiento es buena porque se encuentra...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 great staff and service, just the room's are just too s...</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必要なものはすべて揃っていて、紅茶、コーヒー、浄水器、ランドリー、素晴らしいシャワーなど、スタッフもサービスも最高...</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10件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そしてバスルームが少し古い点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ただ窓が開けず、中央冷暖房です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窓の外にすぐに高架道路があるので防音がうまくいきません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タイ料理のバイキング朝食、期待しましたが品数が少なく、すべてタイ系ではなく、ただ、小鉢のトムヤクンラーメンとグリー...</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すぐにホテルに連絡したところ、チェックアウト時に「問題ない」と言われ、キャンセルした分の返金はできないと言われました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他のレビュー見て心配しましたが綺麗ですね、臭いとかこんなこともありませんでした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8.24点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8.5点以上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78.6%</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84%以上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1.4%</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0%維持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8.4点以上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エアコン・空調クレーム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約13件/期間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6件以下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comfort_roppongi 口コミ分析改善レポート</dc:title>
  <dc:subject>PptxGenJS Presentation</dc:subject>
  <dc:creator>Hotel Consulting</dc:creator>
  <cp:lastModifiedBy>Hotel Consulting</cp:lastModifiedBy>
  <cp:revision>1</cp:revision>
  <dcterms:created xsi:type="dcterms:W3CDTF">2026-04-19T23:31:03Z</dcterms:created>
  <dcterms:modified xsi:type="dcterms:W3CDTF">2026-04-19T23:31:03Z</dcterms:modified>
</cp:coreProperties>
</file>