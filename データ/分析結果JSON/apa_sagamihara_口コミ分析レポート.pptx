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Google</c:v>
                  </c:pt>
                  <c:pt idx="1">
                    <c:v>Agoda</c:v>
                  </c:pt>
                  <c:pt idx="2">
                    <c:v>じゃらん</c:v>
                  </c:pt>
                  <c:pt idx="3">
                    <c:v>Booking.com</c:v>
                  </c:pt>
                  <c:pt idx="4">
                    <c:v>楽天トラベル</c:v>
                  </c:pt>
                  <c:pt idx="5">
                    <c:v>Trip.com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8.67</c:v>
                </c:pt>
                <c:pt idx="1">
                  <c:v>8.17</c:v>
                </c:pt>
                <c:pt idx="2">
                  <c:v>8</c:v>
                </c:pt>
                <c:pt idx="3">
                  <c:v>7.89</c:v>
                </c:pt>
                <c:pt idx="4">
                  <c:v>7.67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</c:v>
                </c:pt>
                <c:pt idx="1">
                  <c:v>10</c:v>
                </c:pt>
                <c:pt idx="2">
                  <c:v>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11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apa_sagamihara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レビュー総数：30件（6サイト）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部屋は清潔感あるし、浴衣あったりアメニティなども充実してる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駅から比較的近くて便利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部屋は清潔感あるし、浴衣あったりアメニティなども充実してる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対応・サービスの不満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大浴場はあるけど、男女時間交代制なのでタイミング悪く、使用できなかったのは残念だった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大浴場は快適でシャワーの水圧も十分です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駅チカなだけあって、電車の音が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Google(8.67)が最高スコア。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Trip.com(6.0)が相対的に低い。口コミ返信の強化が急務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20件（66.7%）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10件（33.3%）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部屋は清潔感あるし、浴衣あったりアメニティなども充実してる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「大浴場は快適でシャワーの水圧も十分です」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駅から比較的近くて便利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「清潔感があり、スタッフの対応が良く立地も便利です」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部屋は清潔感あるし、浴衣あったりアメニティなども充実してる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「清潔感があり、スタッフの対応が良く立地も便利です」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清潔感があり、スタッフの対応が良く立地も便利です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「フロントの方々の対応がとても丁寧でした」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大浴場もゆったりできてよかったですが、朝食にも大変満足しました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「難点といえば ・EVが１基（混雑時には待ち時間あり） ・大浴場が男女入替え制で時間に制約あり ・朝食がしょぼい ト...」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room with ample amenities for a solo traveller, alt...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「テレビ大きい」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大浴場はあるけど、男女時間交代制なのでタイミング悪く、使用できなかったのは残念だった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大浴場は快適でシャワーの水圧も十分です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駅チカなだけあって、電車の音が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room with ample amenities for a solo traveller, alt...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ユニットバスの水垢などが少し気になりましたが 嫌な匂いなどもなく快適でした ユニットバスの水垢などが少し気になりま...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料金も安く、サウナの温度もちょうど良く快適でした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全サイトの口コミに48時間以内の返信を目標に設定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特に低評価レビューへのフォローアップ強化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客室設備のアップグレード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内装の定期的なリフレッシュ計画の策定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照明・電源周りの設備更新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快適性向上のための設備投資計画の立案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約3件/期間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apa_sagamihara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2026-04-19T23:31:07Z</dcterms:created>
  <dcterms:modified xsi:type="dcterms:W3CDTF">2026-04-19T23:31:07Z</dcterms:modified>
</cp:coreProperties>
</file>