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じゃらん</c:v>
                  </c:pt>
                  <c:pt idx="2">
                    <c:v>Booking.com</c:v>
                  </c:pt>
                  <c:pt idx="3">
                    <c:v>Agoda</c:v>
                  </c:pt>
                  <c:pt idx="4">
                    <c:v>楽天トラベル</c:v>
                  </c:pt>
                  <c:pt idx="5">
                    <c:v>Google</c:v>
                  </c:pt>
                </c:lvl>
              </c:multiLvlStrCache>
            </c:multiLvlStrRef>
          </c:cat>
          <c:val>
            <c:numRef>
              <c:f>Sheet1!$B$2:$B$7</c:f>
              <c:numCache>
                <c:formatCode>General</c:formatCode>
                <c:ptCount val="6"/>
                <c:pt idx="0">
                  <c:v>9.3</c:v>
                </c:pt>
                <c:pt idx="1">
                  <c:v>8.71</c:v>
                </c:pt>
                <c:pt idx="2">
                  <c:v>8.44</c:v>
                </c:pt>
                <c:pt idx="3">
                  <c:v>8.4</c:v>
                </c:pt>
                <c:pt idx="4">
                  <c:v>8.29</c:v>
                </c:pt>
                <c:pt idx="5">
                  <c:v>6.86</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55</c:v>
                </c:pt>
                <c:pt idx="1">
                  <c:v>12</c:v>
                </c:pt>
                <c:pt idx="2">
                  <c:v>1</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cat>
            <c:multiLvlStrRef>
              <c:f>Sheet1!$A$2:$A$7</c:f>
              <c:multiLvlStrCache>
                <c:ptCount val="6"/>
                <c:lvl>
                  <c:pt idx="0">
                    <c:v>10点</c:v>
                  </c:pt>
                  <c:pt idx="1">
                    <c:v>9点</c:v>
                  </c:pt>
                  <c:pt idx="2">
                    <c:v>8点</c:v>
                  </c:pt>
                  <c:pt idx="3">
                    <c:v>7点</c:v>
                  </c:pt>
                  <c:pt idx="4">
                    <c:v>6点</c:v>
                  </c:pt>
                  <c:pt idx="5">
                    <c:v>2点</c:v>
                  </c:pt>
                </c:lvl>
              </c:multiLvlStrCache>
            </c:multiLvlStrRef>
          </c:cat>
          <c:val>
            <c:numRef>
              <c:f>Sheet1!$B$2:$B$7</c:f>
              <c:numCache>
                <c:formatCode>General</c:formatCode>
                <c:ptCount val="6"/>
                <c:pt idx="0">
                  <c:v>23</c:v>
                </c:pt>
                <c:pt idx="1">
                  <c:v>10</c:v>
                </c:pt>
                <c:pt idx="2">
                  <c:v>22</c:v>
                </c:pt>
                <c:pt idx="3">
                  <c:v>3</c:v>
                </c:pt>
                <c:pt idx="4">
                  <c:v>9</c:v>
                </c:pt>
                <c:pt idx="5">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hearton</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レビュー総数：68件（6サイト）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8.43</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80.9%</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1.5%</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68件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朝食が美味しく　駅が近い    対応が　気持ちよく　親切</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清潔さ・清掃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とても清潔感がありました 最寄り駅からすぐで、目の前にショッピングモールがあるのでとても便利でした 特にありません...</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朝食が美味しく　駅が近い    対応が　気持ちよく　親切</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りんかい線の入口もすぐ、空港行きのバス乗り場もすぐ、空港までもすぐ、飲食店、コンビニ、イオンと助かりました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Very clean place, good place to stay the night after long...</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対応・サービスの不満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こちらの確認不足で仕方ないことなのですが喫煙室を予約してしまっていました 空気清浄機もお借りして過ごしましたが 残...</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8.43</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80.9%</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1.5%</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68件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Trip.com(9.30)が最高スコア。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Google(6.9)が相対的に低い。口コミ返信の強化が急務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6.86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55件（80.9%）</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12件（17.6%）</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1件（1.5%）</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朝食が美味しく　駅が近い    対応が　気持ちよく　親切</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「こちらの確認不足で仕方ないことなのですが喫煙室を予約してしまっていました 空気清浄機もお借りして過ごしましたが 残...」</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とても清潔感がありました 最寄り駅からすぐで、目の前にショッピングモールがあるのでとても便利でした 特にありません...</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「清潔感があり、周辺も静かです」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朝食が美味しく　駅が近い    対応が　気持ちよく　親切</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「Staff was very nice」</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部屋は快適で、東京のホテルとしては平均よりも広い</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「また、お部屋は狭かったが清潔感があり、ベッドも寝心地良かった」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りんかい線の入口もすぐ、空港行きのバス乗り場もすぐ、空港までもすぐ、飲食店、コンビニ、イオンと助かりました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「駅から近く、すぐ側にイオンあり買い物便利」</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7件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朝食が美味しく　駅が近い    対応が　気持ちよく　親切</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「駅が近い  商業施設が近い 駐車場有だったが、大きく高さの有る車は入らない  朝ごはん、トースターが付いてたらあの...」</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りんかい線の入口もすぐ、空港行きのバス乗り場もすぐ、空港までもすぐ、飲食店、コンビニ、イオンと助かりました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Very clean place, good place to stay the night after long...</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こちらの確認不足で仕方ないことなのですが喫煙室を予約してしまっていました 空気清浄機もお借りして過ごしましたが 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運河が見えるお部屋を希望したら、18階の運河沿いのお部屋にしてくれ、窓の下は運河が流れていて、夜には夜景が素晴らし...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ただ1つだけその長所を台無しにするのが9時頃からの他の部屋の清掃、外国人スタッフさんなのか話しながら作業しておりガ...</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ゲストコミュニケーションの強化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チェックイン時の挨拶・案内の標準化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チェックアウト時の簡易アンケート実施</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リピーターへの感謝メッセージの導入</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8.43点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8.7点以上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80.9%</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86%以上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6.9点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7.9点以上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約6件/期間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3件以下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hearton 口コミ分析改善レポート</dc:title>
  <dc:subject>PptxGenJS Presentation</dc:subject>
  <dc:creator>Hotel Consulting</dc:creator>
  <cp:lastModifiedBy>Hotel Consulting</cp:lastModifiedBy>
  <cp:revision>1</cp:revision>
  <dcterms:created xsi:type="dcterms:W3CDTF">2026-04-19T23:31:00Z</dcterms:created>
  <dcterms:modified xsi:type="dcterms:W3CDTF">2026-04-19T23:31:00Z</dcterms:modified>
</cp:coreProperties>
</file>