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楽天トラベル</c:v>
                  </c:pt>
                  <c:pt idx="1">
                    <c:v>Trip.com</c:v>
                  </c:pt>
                  <c:pt idx="2">
                    <c:v>Google</c:v>
                  </c:pt>
                  <c:pt idx="3">
                    <c:v>Booking.com</c:v>
                  </c:pt>
                  <c:pt idx="4">
                    <c:v>Agoda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9.72</c:v>
                </c:pt>
                <c:pt idx="2">
                  <c:v>9.38</c:v>
                </c:pt>
                <c:pt idx="3">
                  <c:v>9.15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高評価(8-10)</c:v>
                </c:pt>
                <c:pt idx="1">
                  <c:v>中評価(5-7)</c:v>
                </c:pt>
                <c:pt idx="2">
                  <c:v>低評価(1-4)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69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4点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11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daiichi_ikebukuro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レビュー総数：74件（5サイト）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作成日：2026年4月19日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9.47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93.2%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距離池袋東口極近，梗3分鐘步程，房間大，單人房可完全開放行李箱還有空位，check out 也有存放行李服務，下次...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チェックアウト時には荷物預かりサービスも利用できます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コンビニ・周辺施設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立地が非常に良いホテルで、ショッピングやレストランにも近く、スタッフもとても親切です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Is a very good location hotel, so close to shopping and d...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部屋の狭さ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部屋は狭いですが、許容範囲です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浴室・水回り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さらに、ホテルが用意してくれたセルフサービスのバスアメニティは非常に質が高く、使用後は肌が滑らかで乾燥せず、嬉しい...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主要KPI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全体平均スコア（10点換算）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9.47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高評価率（8-10点）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93.2%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低評価率（1-4点）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08960"/>
            <a:ext cx="393192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サイト別評価の傾向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高評価グループ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楽天トラベル(10.00)が最高スコア。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改善対象サイト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Agoda(4.0)が相対的に低い。口コミ返信の強化が急務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Google/じゃらん/楽天は5点満点のため×2で10pt換算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69件（93.2%）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3件（4.1%）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2件（2.7%）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50件+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距離池袋東口極近，梗3分鐘步程，房間大，單人房可完全開放行李箱還有空位，check out 也有存放行李服務，下次...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「立地も最高だし、ルームサービスも素晴らしい」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チェックアウト時には荷物預かりサービスも利用できます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「部屋は清潔で、サービスも素晴らしかったです」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コンビニ・周辺施設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立地が非常に良いホテルで、ショッピングやレストランにも近く、スタッフもとても親切です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「Is a very good location hotel, so close to shopping and d...」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清潔さ・清掃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部屋は清潔で、サービスも素晴らしかったです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「部屋はそれほど新しくはありませんが、清潔です」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快適さ・設備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客室は清潔で快適でした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「部屋は清潔で快適で、設備は少し古いですが、全体的な体験を損なうことはありません」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コストパフォーマンス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全体的に見て、このホテルはコストパフォーマンスに優れています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「料金も手頃で、公共交通機関へのアクセスも良好です」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a very good location hotel, so close to shopping and d...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部屋の狭さ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部屋は狭いですが、許容範囲です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浴室・水回り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さらに、ホテルが用意してくれたセルフサービスのバスアメニティは非常に質が高く、使用後は肌が滑らかで乾燥せず、嬉しい...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設備の老朽化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建物は古いですが、清潔です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防音性能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地下鉄の駅は階下にありますが、防音対策がしっかりしているので、全く邪魔されることなく快適に過ごせました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窓・採光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เตียงขนาดกำลังดี มีแอร์แยก หน้าต่างเปิดได้ เดินทางสะดวกอย...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臭い・匂い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低層階は（近くにレストランがたくさんあるため）調理の匂いがするかもしれません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清掃不備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清掃員のゴミ箱の周りのゴミさえ片付けていなかった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客室の消臭対策の強化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チェックアウト後の換気・消臭スプレー処理の徹底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定期的な脱臭剤の設置と交換フローの確立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喫煙・臭いに関するクレーム発生時の即座対応マニュアル作成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清掃品質の向上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清掃チェックリストの見直しと強化（ベッド下・隅の重点確認）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清掃後のダブルチェック体制の導入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清掃スタッフへの再研修実施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エアコン・空調の定期点検強化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全室のエアコン設定を季節に応じてデフォルト確認する運用フロー導入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冷暖房の正常動作を定期チェックリストに追加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異常報告があった客室の優先メンテナンス実施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浴室の快適性向上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排水口の清掃・修繕を全室で実施し、排水速度を改善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シャワーヘッドの交換（水圧改善・節水タイプ導入）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浴室換気・暖房設備の点検と改善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防音対策の強化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窓際への防音カーテン導入（外部騒音対策）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ドア下部への隙間テープ設置（廊下・隣室からの音漏れ軽減）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騒音の少ない客室への優先案内の仕組み化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窓・採光環境の改善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遮光カーテンとレースカーテンの品質見直し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窓の開閉可否に関する事前案内の徹底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採光の良い客室の優先割り当てルール整備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客室リニューアル計画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壁紙・カーペットの張替えによる「古さ」印象の払拭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照明のLED化・調光機能の追加で客室の雰囲気向上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USB充電ポート付きコンセントの設置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浴室の抜本的改修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配管更新による排水問題の根本解決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換気設備の強化による浴室内の温度・湿度改善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防音工事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60273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騒音源側客室の窓を二重サッシに交換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隣室との壁面に遮音材を追加する改修工事の検討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KPI目標設定・まとめ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 &amp; Summary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9.47点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Agoda平均評価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エアコン・空調クレーム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約10件/期間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5件以下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4290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毎月のサイト別スコア集計と口コミ内容の定性分析を実施。四半期ごとに改善施策の効果を検証し、Phase 2・3の優先順位を見直します。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daiichi_ikebukuro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2026-04-19T23:31:03Z</dcterms:created>
  <dcterms:modified xsi:type="dcterms:W3CDTF">2026-04-19T23:31:03Z</dcterms:modified>
</cp:coreProperties>
</file>