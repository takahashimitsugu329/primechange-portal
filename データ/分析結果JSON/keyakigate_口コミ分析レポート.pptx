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Agoda</c:v>
                  </c:pt>
                  <c:pt idx="2">
                    <c:v>楽天トラベル</c:v>
                  </c:pt>
                  <c:pt idx="3">
                    <c:v>Booking.com</c:v>
                  </c:pt>
                  <c:pt idx="4">
                    <c:v>じゃらん</c:v>
                  </c:pt>
                  <c:pt idx="5">
                    <c:v>Google</c:v>
                  </c:pt>
                </c:lvl>
              </c:multiLvlStrCache>
            </c:multiLvlStrRef>
          </c:cat>
          <c:val>
            <c:numRef>
              <c:f>Sheet1!$B$2:$B$7</c:f>
              <c:numCache>
                <c:formatCode>General</c:formatCode>
                <c:ptCount val="6"/>
                <c:pt idx="0">
                  <c:v>9.75</c:v>
                </c:pt>
                <c:pt idx="1">
                  <c:v>9.5</c:v>
                </c:pt>
                <c:pt idx="2">
                  <c:v>9.38</c:v>
                </c:pt>
                <c:pt idx="3">
                  <c:v>9</c:v>
                </c:pt>
                <c:pt idx="4">
                  <c:v>8.67</c:v>
                </c:pt>
                <c:pt idx="5">
                  <c:v>6</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52</c:v>
                </c:pt>
                <c:pt idx="1">
                  <c:v>5</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cat>
            <c:multiLvlStrRef>
              <c:f>Sheet1!$A$2:$A$7</c:f>
              <c:multiLvlStrCache>
                <c:ptCount val="6"/>
                <c:lvl>
                  <c:pt idx="0">
                    <c:v>10点</c:v>
                  </c:pt>
                  <c:pt idx="1">
                    <c:v>9点</c:v>
                  </c:pt>
                  <c:pt idx="2">
                    <c:v>8点</c:v>
                  </c:pt>
                  <c:pt idx="3">
                    <c:v>7点</c:v>
                  </c:pt>
                  <c:pt idx="4">
                    <c:v>6点</c:v>
                  </c:pt>
                  <c:pt idx="5">
                    <c:v>2点</c:v>
                  </c:pt>
                </c:lvl>
              </c:multiLvlStrCache>
            </c:multiLvlStrRef>
          </c:cat>
          <c:val>
            <c:numRef>
              <c:f>Sheet1!$B$2:$B$7</c:f>
              <c:numCache>
                <c:formatCode>General</c:formatCode>
                <c:ptCount val="6"/>
                <c:pt idx="0">
                  <c:v>37</c:v>
                </c:pt>
                <c:pt idx="1">
                  <c:v>3</c:v>
                </c:pt>
                <c:pt idx="2">
                  <c:v>12</c:v>
                </c:pt>
                <c:pt idx="3">
                  <c:v>1</c:v>
                </c:pt>
                <c:pt idx="4">
                  <c:v>4</c:v>
                </c:pt>
                <c:pt idx="5">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keyakigate</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レビュー総数：59件（6サイト）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8.95</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88.1%</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3.4%</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59件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駅から近く京王アリーナにも近くてとても便利</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清潔さ・清掃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附近最好的酒店了吧 部屋は少し狭かったものの、とても清潔でした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仕事の出張にて、何度か利用させて頂いておりますが、ホテルが綺麗かつ快適です</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朝食の改善要望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朝食も美味しかったです。副菜も少しずついただきましたがどれも美味しかったです。  今回、無事にパンも焼くことができ...</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対応・サービスの不満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ただ最近はご飯茶碗が小さくなって来といたりと残念ポイントがあります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ベッドが小さい</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8.95</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88.1%</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3.4%</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59件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Trip.com(9.75)が最高スコア。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Google(6.0)が相対的に低い。口コミ返信の強化が急務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52件（88.1%）</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5件（8.5%）</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2件（3.4%）</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駅から近く京王アリーナにも近くてとても便利</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「府中駅から直結ですので大きな荷物を持っていても不便なく移動できました」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附近最好的酒店了吧 部屋は少し狭かったものの、とても清潔でした</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「駅からのアクセスと清潔さが最高でした」</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仕事の出張にて、何度か利用させて頂いておりますが、ホテルが綺麗かつ快適です</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「クッションやベッドでの寝心地よかった」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朝食は素晴らしく美味しかったです</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「清掃も行き届いており朝食の和食もおいしかったです」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通常のビジネスホテルよりも広いのは当たり前だが、お風呂もそれなりに広く疲れが取れる入浴剤のサービスもあり良かった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「受付の方もスマートで丁寧で好印象」</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部屋の広さ</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通常のビジネスホテルよりも広いのは当たり前だが、お風呂もそれなりに広く疲れが取れる入浴剤のサービスもあり良かった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「部屋は綺麗で、日本にしてはスペースがあった」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朝食も美味しかったです。副菜も少しずついただきましたがどれも美味しかったです。  今回、無事にパンも焼くことができ...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ただ最近はご飯茶碗が小さくなって来といたりと残念ポイントがあります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ベッドが小さい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ただ１つ難を言わせていただくなら、部屋着の匂いがキツく残念でした｡ また、機会がありましたらお世話になりたいと思います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口コミ返信体制の構築</a:t>
            </a:r>
            <a:endParaRPr lang="en-US" sz="1000" dirty="0"/>
          </a:p>
        </p:txBody>
      </p:sp>
      <p:sp>
        <p:nvSpPr>
          <p:cNvPr id="9" name="Text 7"/>
          <p:cNvSpPr/>
          <p:nvPr/>
        </p:nvSpPr>
        <p:spPr>
          <a:xfrm>
            <a:off x="640080" y="1719072"/>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全サイトの口コミに48時間以内の返信を目標に設定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特に低評価レビューへのフォローアップ強化</a:t>
            </a:r>
            <a:endParaRPr lang="en-US" sz="900" dirty="0"/>
          </a:p>
        </p:txBody>
      </p:sp>
      <p:sp>
        <p:nvSpPr>
          <p:cNvPr id="10" name="Shape 8"/>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709160" y="1005840"/>
            <a:ext cx="3977640" cy="365760"/>
          </a:xfrm>
          <a:prstGeom prst="rect">
            <a:avLst/>
          </a:prstGeom>
          <a:solidFill>
            <a:srgbClr val="1A2744"/>
          </a:solidFill>
          <a:ln/>
        </p:spPr>
      </p:sp>
      <p:sp>
        <p:nvSpPr>
          <p:cNvPr id="12" name="Text 10"/>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3" name="Text 11"/>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4" name="Text 12"/>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5" name="Text 13"/>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客室レイアウトの見直し</a:t>
            </a:r>
            <a:endParaRPr lang="en-US" sz="1000" dirty="0"/>
          </a:p>
        </p:txBody>
      </p:sp>
      <p:sp>
        <p:nvSpPr>
          <p:cNvPr id="16" name="Text 14"/>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家具配置の最適化による体感スペースの拡大</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コンパクト家具への入替検討</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収納スペースの効率化</a:t>
            </a:r>
            <a:endParaRPr lang="en-US" sz="900" dirty="0"/>
          </a:p>
        </p:txBody>
      </p:sp>
      <p:sp>
        <p:nvSpPr>
          <p:cNvPr id="17" name="Shape 15"/>
          <p:cNvSpPr/>
          <p:nvPr/>
        </p:nvSpPr>
        <p:spPr>
          <a:xfrm>
            <a:off x="0" y="4800600"/>
            <a:ext cx="9144000" cy="342900"/>
          </a:xfrm>
          <a:prstGeom prst="rect">
            <a:avLst/>
          </a:prstGeom>
          <a:solidFill>
            <a:srgbClr val="1A2744"/>
          </a:solidFill>
          <a:ln/>
        </p:spPr>
      </p:sp>
      <p:sp>
        <p:nvSpPr>
          <p:cNvPr id="18" name="Text 1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9" name="Text 1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8.95点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88.1%</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3.4%</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朝食の改善要望クレーム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約6件/期間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3件以下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keyakigate 口コミ分析改善レポート</dc:title>
  <dc:subject>PptxGenJS Presentation</dc:subject>
  <dc:creator>Hotel Consulting</dc:creator>
  <cp:lastModifiedBy>Hotel Consulting</cp:lastModifiedBy>
  <cp:revision>1</cp:revision>
  <dcterms:created xsi:type="dcterms:W3CDTF">2026-04-19T23:31:01Z</dcterms:created>
  <dcterms:modified xsi:type="dcterms:W3CDTF">2026-04-19T23:31:01Z</dcterms:modified>
</cp:coreProperties>
</file>